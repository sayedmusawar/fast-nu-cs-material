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3" r:id="rId3"/>
    <p:sldId id="258" r:id="rId4"/>
    <p:sldId id="259" r:id="rId5"/>
    <p:sldId id="261" r:id="rId6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285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23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4698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Parallel Universes: Fact or Fiction?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30470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Arial" panose="020B0604020202020204" pitchFamily="34" charset="0"/>
                <a:ea typeface="Heebo Light" pitchFamily="34" charset="-122"/>
                <a:cs typeface="Arial" panose="020B0604020202020204" pitchFamily="34" charset="0"/>
              </a:rPr>
              <a:t>Exploring the possibilities of multiple realities, science and fiction, and theoretical perspectives.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280190" y="5285661"/>
            <a:ext cx="2528888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DCD7E5"/>
                </a:solidFill>
                <a:latin typeface="Arial" panose="020B0604020202020204" pitchFamily="34" charset="0"/>
                <a:ea typeface="Heebo Bold" pitchFamily="34" charset="-122"/>
                <a:cs typeface="Arial" panose="020B0604020202020204" pitchFamily="34" charset="0"/>
              </a:rPr>
              <a:t>by Musawarali shah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02863"/>
            <a:ext cx="78185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What if Another You Exists?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Multiple Selves?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Arial" panose="020B0604020202020204" pitchFamily="34" charset="0"/>
                <a:ea typeface="Heebo Light" pitchFamily="34" charset="-122"/>
                <a:cs typeface="Arial" panose="020B0604020202020204" pitchFamily="34" charset="0"/>
              </a:rPr>
              <a:t>Consider the possibility of infinite versions of yourself.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99521" y="4178617"/>
            <a:ext cx="29802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Scientific Exploration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99521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Arial" panose="020B0604020202020204" pitchFamily="34" charset="0"/>
                <a:ea typeface="Heebo Light" pitchFamily="34" charset="-122"/>
                <a:cs typeface="Arial" panose="020B0604020202020204" pitchFamily="34" charset="0"/>
              </a:rPr>
              <a:t>Dive into theoretical perspectives on parallel universes.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226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21430"/>
            <a:ext cx="109511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Scientific Theories of Parallel Universes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870371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664160"/>
            <a:ext cx="29907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Quantum Mechanics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93790" y="6154579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Arial" panose="020B0604020202020204" pitchFamily="34" charset="0"/>
                <a:ea typeface="Heebo Light" pitchFamily="34" charset="-122"/>
                <a:cs typeface="Arial" panose="020B0604020202020204" pitchFamily="34" charset="0"/>
              </a:rPr>
              <a:t>Many-Worlds Interpretation: every quantum possibility splits.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4704" y="4870371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54704" y="5664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String Theory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5254704" y="6154579"/>
            <a:ext cx="41208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Arial" panose="020B0604020202020204" pitchFamily="34" charset="0"/>
                <a:ea typeface="Heebo Light" pitchFamily="34" charset="-122"/>
                <a:cs typeface="Arial" panose="020B0604020202020204" pitchFamily="34" charset="0"/>
              </a:rPr>
              <a:t>Multiverse Hypothesis: multiple universes vibrating at different frequencies.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738" y="4870371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5664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Cosmic Inflation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715738" y="6154579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Arial" panose="020B0604020202020204" pitchFamily="34" charset="0"/>
                <a:ea typeface="Heebo Light" pitchFamily="34" charset="-122"/>
                <a:cs typeface="Arial" panose="020B0604020202020204" pitchFamily="34" charset="0"/>
              </a:rPr>
              <a:t>Bubble Universes: new universes budding off from our own.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6499"/>
            <a:ext cx="63654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Evidence and Debates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678906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03119" y="3267551"/>
            <a:ext cx="10239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1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357217" y="2905720"/>
            <a:ext cx="33639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Theoretical foundations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357217" y="3396139"/>
            <a:ext cx="39907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Arial" panose="020B0604020202020204" pitchFamily="34" charset="0"/>
                <a:ea typeface="Heebo Light" pitchFamily="34" charset="-122"/>
                <a:cs typeface="Arial" panose="020B0604020202020204" pitchFamily="34" charset="0"/>
              </a:rPr>
              <a:t>Building upon existing quantum models.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187077" y="3998952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4A2C8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4042529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73830" y="4469249"/>
            <a:ext cx="160973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2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433304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Quantum physics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433304" y="4759762"/>
            <a:ext cx="44637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Arial" panose="020B0604020202020204" pitchFamily="34" charset="0"/>
                <a:ea typeface="Heebo Light" pitchFamily="34" charset="-122"/>
                <a:cs typeface="Arial" panose="020B0604020202020204" pitchFamily="34" charset="0"/>
              </a:rPr>
              <a:t>Observations suggesting alternative realities.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263164" y="5362575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4A2C85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406152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74306" y="5832872"/>
            <a:ext cx="15990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3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7509272" y="5882402"/>
            <a:ext cx="27235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No Direct Evidence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869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Discussion &amp; Q&amp;A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349103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73904" y="3576042"/>
            <a:ext cx="12287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1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017306" y="34910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Belief?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017306" y="3981450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Arial" panose="020B0604020202020204" pitchFamily="34" charset="0"/>
                <a:ea typeface="Heebo Light" pitchFamily="34" charset="-122"/>
                <a:cs typeface="Arial" panose="020B0604020202020204" pitchFamily="34" charset="0"/>
              </a:rPr>
              <a:t>Do you believe in parallel universes?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171867" y="349103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0339" y="3576042"/>
            <a:ext cx="19323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2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908983" y="34910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Proof?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08983" y="3981450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Arial" panose="020B0604020202020204" pitchFamily="34" charset="0"/>
                <a:ea typeface="Heebo Light" pitchFamily="34" charset="-122"/>
                <a:cs typeface="Arial" panose="020B0604020202020204" pitchFamily="34" charset="0"/>
              </a:rPr>
              <a:t>How could we prove their existence?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80190" y="518922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39376" y="5274231"/>
            <a:ext cx="19192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3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017306" y="51892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Impact?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017306" y="567963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Arial" panose="020B0604020202020204" pitchFamily="34" charset="0"/>
                <a:ea typeface="Heebo Light" pitchFamily="34" charset="-122"/>
                <a:cs typeface="Arial" panose="020B0604020202020204" pitchFamily="34" charset="0"/>
              </a:rPr>
              <a:t>How would life change with inter-universe travel?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158</Words>
  <Application>Microsoft Office PowerPoint</Application>
  <PresentationFormat>Custom</PresentationFormat>
  <Paragraphs>39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Musawar Ali Shah</cp:lastModifiedBy>
  <cp:revision>7</cp:revision>
  <dcterms:created xsi:type="dcterms:W3CDTF">2025-03-02T17:25:53Z</dcterms:created>
  <dcterms:modified xsi:type="dcterms:W3CDTF">2025-04-16T17:35:18Z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