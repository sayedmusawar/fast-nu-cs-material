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A9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0C95F8-467A-4415-B0C4-39304678291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F55D5E-D382-4DBD-995C-333906A4A0A0}">
      <dgm:prSet phldrT="[Text]"/>
      <dgm:spPr/>
      <dgm:t>
        <a:bodyPr/>
        <a:lstStyle/>
        <a:p>
          <a:r>
            <a:rPr lang="en-US" dirty="0"/>
            <a:t>President</a:t>
          </a:r>
        </a:p>
      </dgm:t>
    </dgm:pt>
    <dgm:pt modelId="{E10A867C-5A45-4812-BE3F-8B9E8AE08E9E}" type="parTrans" cxnId="{666554F0-A971-49D5-971D-DE5A6309079C}">
      <dgm:prSet/>
      <dgm:spPr/>
      <dgm:t>
        <a:bodyPr/>
        <a:lstStyle/>
        <a:p>
          <a:endParaRPr lang="en-US"/>
        </a:p>
      </dgm:t>
    </dgm:pt>
    <dgm:pt modelId="{C94A51F8-A5C2-44C9-825D-378EF5CBB8BA}" type="sibTrans" cxnId="{666554F0-A971-49D5-971D-DE5A6309079C}">
      <dgm:prSet/>
      <dgm:spPr/>
      <dgm:t>
        <a:bodyPr/>
        <a:lstStyle/>
        <a:p>
          <a:endParaRPr lang="en-US"/>
        </a:p>
      </dgm:t>
    </dgm:pt>
    <dgm:pt modelId="{24FD197F-14FD-42D0-B4C5-5396F8CC3689}">
      <dgm:prSet phldrT="[Text]"/>
      <dgm:spPr/>
      <dgm:t>
        <a:bodyPr/>
        <a:lstStyle/>
        <a:p>
          <a:r>
            <a:rPr lang="en-US" dirty="0"/>
            <a:t>Vice president of finance</a:t>
          </a:r>
        </a:p>
      </dgm:t>
    </dgm:pt>
    <dgm:pt modelId="{57D30757-AC47-4D8C-8498-FE0C5BC0BEB0}" type="parTrans" cxnId="{A7E692C3-0ADD-4708-BE05-515703E06CFB}">
      <dgm:prSet/>
      <dgm:spPr/>
      <dgm:t>
        <a:bodyPr/>
        <a:lstStyle/>
        <a:p>
          <a:endParaRPr lang="en-US"/>
        </a:p>
      </dgm:t>
    </dgm:pt>
    <dgm:pt modelId="{B46D6AC6-7244-460A-BCAA-351277A8DB90}" type="sibTrans" cxnId="{A7E692C3-0ADD-4708-BE05-515703E06CFB}">
      <dgm:prSet/>
      <dgm:spPr/>
      <dgm:t>
        <a:bodyPr/>
        <a:lstStyle/>
        <a:p>
          <a:endParaRPr lang="en-US"/>
        </a:p>
      </dgm:t>
    </dgm:pt>
    <dgm:pt modelId="{8322AE39-B1C2-4F0B-863C-6B3393B78EBB}">
      <dgm:prSet phldrT="[Text]"/>
      <dgm:spPr/>
      <dgm:t>
        <a:bodyPr/>
        <a:lstStyle/>
        <a:p>
          <a:r>
            <a:rPr lang="en-US" dirty="0"/>
            <a:t>Accounting manager</a:t>
          </a:r>
        </a:p>
      </dgm:t>
    </dgm:pt>
    <dgm:pt modelId="{19878BAA-D36D-490A-841A-00A0370492F8}" type="parTrans" cxnId="{F389F876-C92F-4D38-A09A-D65B1C4ADD7C}">
      <dgm:prSet/>
      <dgm:spPr/>
      <dgm:t>
        <a:bodyPr/>
        <a:lstStyle/>
        <a:p>
          <a:endParaRPr lang="en-US"/>
        </a:p>
      </dgm:t>
    </dgm:pt>
    <dgm:pt modelId="{C4711F9E-C671-4384-9224-E83FA8A1D30C}" type="sibTrans" cxnId="{F389F876-C92F-4D38-A09A-D65B1C4ADD7C}">
      <dgm:prSet/>
      <dgm:spPr/>
      <dgm:t>
        <a:bodyPr/>
        <a:lstStyle/>
        <a:p>
          <a:endParaRPr lang="en-US"/>
        </a:p>
      </dgm:t>
    </dgm:pt>
    <dgm:pt modelId="{0FBECD7C-997E-4FEB-9B65-04A83819A545}">
      <dgm:prSet phldrT="[Text]"/>
      <dgm:spPr/>
      <dgm:t>
        <a:bodyPr/>
        <a:lstStyle/>
        <a:p>
          <a:r>
            <a:rPr lang="en-US" dirty="0"/>
            <a:t>Vice president of research and development</a:t>
          </a:r>
        </a:p>
      </dgm:t>
    </dgm:pt>
    <dgm:pt modelId="{79D74A5C-5A9C-46A6-B16F-FC93D3CB7638}" type="parTrans" cxnId="{3919F481-63D3-447A-8358-95829165FA23}">
      <dgm:prSet/>
      <dgm:spPr/>
      <dgm:t>
        <a:bodyPr/>
        <a:lstStyle/>
        <a:p>
          <a:endParaRPr lang="en-US"/>
        </a:p>
      </dgm:t>
    </dgm:pt>
    <dgm:pt modelId="{5FD9D7F0-86FE-41EB-B516-F6393D198DC0}" type="sibTrans" cxnId="{3919F481-63D3-447A-8358-95829165FA23}">
      <dgm:prSet/>
      <dgm:spPr/>
      <dgm:t>
        <a:bodyPr/>
        <a:lstStyle/>
        <a:p>
          <a:endParaRPr lang="en-US"/>
        </a:p>
      </dgm:t>
    </dgm:pt>
    <dgm:pt modelId="{D31F1DEB-ED7D-4E27-AFD6-D89E8E8914D1}">
      <dgm:prSet phldrT="[Text]"/>
      <dgm:spPr/>
      <dgm:t>
        <a:bodyPr/>
        <a:lstStyle/>
        <a:p>
          <a:r>
            <a:rPr lang="en-US" dirty="0"/>
            <a:t>Vice president of marketing</a:t>
          </a:r>
        </a:p>
      </dgm:t>
    </dgm:pt>
    <dgm:pt modelId="{21EE5601-B239-42E5-AC92-ACCF22D209FF}" type="sibTrans" cxnId="{80CA323F-4AD0-46C4-97B1-87A36C453986}">
      <dgm:prSet/>
      <dgm:spPr/>
      <dgm:t>
        <a:bodyPr/>
        <a:lstStyle/>
        <a:p>
          <a:endParaRPr lang="en-US"/>
        </a:p>
      </dgm:t>
    </dgm:pt>
    <dgm:pt modelId="{C07476C9-D865-4556-84E1-37B5F1323BB7}" type="parTrans" cxnId="{80CA323F-4AD0-46C4-97B1-87A36C453986}">
      <dgm:prSet/>
      <dgm:spPr/>
      <dgm:t>
        <a:bodyPr/>
        <a:lstStyle/>
        <a:p>
          <a:endParaRPr lang="en-US"/>
        </a:p>
      </dgm:t>
    </dgm:pt>
    <dgm:pt modelId="{0B59CD5C-3576-4C7E-9909-BA253D43B1F9}">
      <dgm:prSet phldrT="[Text]"/>
      <dgm:spPr/>
      <dgm:t>
        <a:bodyPr/>
        <a:lstStyle/>
        <a:p>
          <a:r>
            <a:rPr lang="en-US" dirty="0"/>
            <a:t>Director of sales</a:t>
          </a:r>
        </a:p>
      </dgm:t>
    </dgm:pt>
    <dgm:pt modelId="{F25A06BB-D35D-403D-A522-28B4106F00B9}" type="parTrans" cxnId="{AFBB3370-73BB-4558-A593-40B45142E7FD}">
      <dgm:prSet/>
      <dgm:spPr/>
      <dgm:t>
        <a:bodyPr/>
        <a:lstStyle/>
        <a:p>
          <a:endParaRPr lang="en-US"/>
        </a:p>
      </dgm:t>
    </dgm:pt>
    <dgm:pt modelId="{EF280EE9-2551-4F03-A7A2-DE551B89AC41}" type="sibTrans" cxnId="{AFBB3370-73BB-4558-A593-40B45142E7FD}">
      <dgm:prSet/>
      <dgm:spPr/>
      <dgm:t>
        <a:bodyPr/>
        <a:lstStyle/>
        <a:p>
          <a:endParaRPr lang="en-US"/>
        </a:p>
      </dgm:t>
    </dgm:pt>
    <dgm:pt modelId="{D803F41B-3DDA-4028-AA7D-A4FE5F42DDA4}">
      <dgm:prSet phldrT="[Text]"/>
      <dgm:spPr/>
      <dgm:t>
        <a:bodyPr/>
        <a:lstStyle/>
        <a:p>
          <a:r>
            <a:rPr lang="en-US" dirty="0"/>
            <a:t>Director of advertising and promotion</a:t>
          </a:r>
        </a:p>
      </dgm:t>
    </dgm:pt>
    <dgm:pt modelId="{C83C65FC-48A4-4730-956B-82F2D5A786D4}" type="parTrans" cxnId="{4791CAC8-98EB-47DF-BA28-7C1E74BF4F20}">
      <dgm:prSet/>
      <dgm:spPr/>
      <dgm:t>
        <a:bodyPr/>
        <a:lstStyle/>
        <a:p>
          <a:endParaRPr lang="en-US"/>
        </a:p>
      </dgm:t>
    </dgm:pt>
    <dgm:pt modelId="{9EB339AD-6F56-4D83-9BD3-F122EA6D7460}" type="sibTrans" cxnId="{4791CAC8-98EB-47DF-BA28-7C1E74BF4F20}">
      <dgm:prSet/>
      <dgm:spPr/>
      <dgm:t>
        <a:bodyPr/>
        <a:lstStyle/>
        <a:p>
          <a:endParaRPr lang="en-US"/>
        </a:p>
      </dgm:t>
    </dgm:pt>
    <dgm:pt modelId="{05A3322F-5034-4651-B048-768E9108E613}">
      <dgm:prSet phldrT="[Text]"/>
      <dgm:spPr/>
      <dgm:t>
        <a:bodyPr/>
        <a:lstStyle/>
        <a:p>
          <a:r>
            <a:rPr lang="en-US" dirty="0"/>
            <a:t>Industrial sales manager</a:t>
          </a:r>
        </a:p>
      </dgm:t>
    </dgm:pt>
    <dgm:pt modelId="{BE8379D4-5551-4549-A7A6-79E9923674AA}" type="parTrans" cxnId="{B6886853-211D-4D09-B115-62530E23FD0B}">
      <dgm:prSet/>
      <dgm:spPr/>
      <dgm:t>
        <a:bodyPr/>
        <a:lstStyle/>
        <a:p>
          <a:endParaRPr lang="en-US"/>
        </a:p>
      </dgm:t>
    </dgm:pt>
    <dgm:pt modelId="{2538B7F2-03DF-4314-AC75-9B9FCE5C458B}" type="sibTrans" cxnId="{B6886853-211D-4D09-B115-62530E23FD0B}">
      <dgm:prSet/>
      <dgm:spPr/>
      <dgm:t>
        <a:bodyPr/>
        <a:lstStyle/>
        <a:p>
          <a:endParaRPr lang="en-US"/>
        </a:p>
      </dgm:t>
    </dgm:pt>
    <dgm:pt modelId="{E073E9D5-3DE6-4C14-8BF7-EA6A2D74AFCA}">
      <dgm:prSet phldrT="[Text]"/>
      <dgm:spPr/>
      <dgm:t>
        <a:bodyPr/>
        <a:lstStyle/>
        <a:p>
          <a:r>
            <a:rPr lang="en-US" dirty="0"/>
            <a:t>Retail sales manager</a:t>
          </a:r>
        </a:p>
      </dgm:t>
    </dgm:pt>
    <dgm:pt modelId="{63702332-D99C-4131-951B-ABE25CE13C80}" type="parTrans" cxnId="{1BD06AB2-B2F3-4A36-8073-22A69C388DA0}">
      <dgm:prSet/>
      <dgm:spPr/>
      <dgm:t>
        <a:bodyPr/>
        <a:lstStyle/>
        <a:p>
          <a:endParaRPr lang="en-US"/>
        </a:p>
      </dgm:t>
    </dgm:pt>
    <dgm:pt modelId="{F6CD454D-DED8-4C48-9E70-D69C2B1CD5EC}" type="sibTrans" cxnId="{1BD06AB2-B2F3-4A36-8073-22A69C388DA0}">
      <dgm:prSet/>
      <dgm:spPr/>
      <dgm:t>
        <a:bodyPr/>
        <a:lstStyle/>
        <a:p>
          <a:endParaRPr lang="en-US"/>
        </a:p>
      </dgm:t>
    </dgm:pt>
    <dgm:pt modelId="{0F1276C2-B98B-4D17-980A-8BEBB0D1CD26}">
      <dgm:prSet phldrT="[Text]"/>
      <dgm:spPr/>
      <dgm:t>
        <a:bodyPr/>
        <a:lstStyle/>
        <a:p>
          <a:r>
            <a:rPr lang="en-US" dirty="0"/>
            <a:t>E-commerce manager</a:t>
          </a:r>
        </a:p>
      </dgm:t>
    </dgm:pt>
    <dgm:pt modelId="{F7D86B66-966D-41E4-947F-BF359D579341}" type="parTrans" cxnId="{F1CA40F4-88D4-459C-8AD7-DD1AA5F493ED}">
      <dgm:prSet/>
      <dgm:spPr/>
      <dgm:t>
        <a:bodyPr/>
        <a:lstStyle/>
        <a:p>
          <a:endParaRPr lang="en-US"/>
        </a:p>
      </dgm:t>
    </dgm:pt>
    <dgm:pt modelId="{2E79D07A-A89D-4C59-A8EE-C5F0DC965D18}" type="sibTrans" cxnId="{F1CA40F4-88D4-459C-8AD7-DD1AA5F493ED}">
      <dgm:prSet/>
      <dgm:spPr/>
      <dgm:t>
        <a:bodyPr/>
        <a:lstStyle/>
        <a:p>
          <a:endParaRPr lang="en-US"/>
        </a:p>
      </dgm:t>
    </dgm:pt>
    <dgm:pt modelId="{78FDA059-DC1F-47AA-B4F3-0B7C38D068DA}">
      <dgm:prSet phldrT="[Text]"/>
      <dgm:spPr/>
      <dgm:t>
        <a:bodyPr/>
        <a:lstStyle/>
        <a:p>
          <a:r>
            <a:rPr lang="en-US" dirty="0"/>
            <a:t>Advertising manager</a:t>
          </a:r>
        </a:p>
      </dgm:t>
    </dgm:pt>
    <dgm:pt modelId="{2F218C0F-F3C2-43BB-B272-6FA7C0E46FE3}" type="parTrans" cxnId="{57733950-95C7-4226-98D4-D651F966FDAD}">
      <dgm:prSet/>
      <dgm:spPr/>
      <dgm:t>
        <a:bodyPr/>
        <a:lstStyle/>
        <a:p>
          <a:endParaRPr lang="en-US"/>
        </a:p>
      </dgm:t>
    </dgm:pt>
    <dgm:pt modelId="{F7E3D350-424A-4706-86D0-866192AC9C58}" type="sibTrans" cxnId="{57733950-95C7-4226-98D4-D651F966FDAD}">
      <dgm:prSet/>
      <dgm:spPr/>
      <dgm:t>
        <a:bodyPr/>
        <a:lstStyle/>
        <a:p>
          <a:endParaRPr lang="en-US"/>
        </a:p>
      </dgm:t>
    </dgm:pt>
    <dgm:pt modelId="{0A9E522D-AE67-4546-BBAE-89A0EDC08767}">
      <dgm:prSet phldrT="[Text]"/>
      <dgm:spPr/>
      <dgm:t>
        <a:bodyPr/>
        <a:lstStyle/>
        <a:p>
          <a:r>
            <a:rPr lang="en-US" dirty="0"/>
            <a:t>Vice president of promotion</a:t>
          </a:r>
        </a:p>
      </dgm:t>
    </dgm:pt>
    <dgm:pt modelId="{69787F1F-4010-445B-A489-C27CF8ED7EEC}" type="parTrans" cxnId="{C5A0A4EB-75CA-4C10-BE67-AC7972A38496}">
      <dgm:prSet/>
      <dgm:spPr/>
      <dgm:t>
        <a:bodyPr/>
        <a:lstStyle/>
        <a:p>
          <a:endParaRPr lang="en-US"/>
        </a:p>
      </dgm:t>
    </dgm:pt>
    <dgm:pt modelId="{C9E36662-6F5A-4D6B-B98E-54A74AA80BC1}" type="sibTrans" cxnId="{C5A0A4EB-75CA-4C10-BE67-AC7972A38496}">
      <dgm:prSet/>
      <dgm:spPr/>
      <dgm:t>
        <a:bodyPr/>
        <a:lstStyle/>
        <a:p>
          <a:endParaRPr lang="en-US"/>
        </a:p>
      </dgm:t>
    </dgm:pt>
    <dgm:pt modelId="{B1CC78AE-A8D5-4E1A-886F-15C4CF23F84A}">
      <dgm:prSet phldrT="[Text]"/>
      <dgm:spPr/>
      <dgm:t>
        <a:bodyPr/>
        <a:lstStyle/>
        <a:p>
          <a:r>
            <a:rPr lang="en-US" dirty="0"/>
            <a:t>Plant manager</a:t>
          </a:r>
        </a:p>
      </dgm:t>
    </dgm:pt>
    <dgm:pt modelId="{45811F5B-5352-4C58-A583-C20CC0F528E6}" type="parTrans" cxnId="{8C59E3A5-4AB1-49E9-9910-2CDC713F38E5}">
      <dgm:prSet/>
      <dgm:spPr/>
      <dgm:t>
        <a:bodyPr/>
        <a:lstStyle/>
        <a:p>
          <a:endParaRPr lang="en-US"/>
        </a:p>
      </dgm:t>
    </dgm:pt>
    <dgm:pt modelId="{17537AE6-94A9-4109-BA27-7F448EE13E35}" type="sibTrans" cxnId="{8C59E3A5-4AB1-49E9-9910-2CDC713F38E5}">
      <dgm:prSet/>
      <dgm:spPr/>
      <dgm:t>
        <a:bodyPr/>
        <a:lstStyle/>
        <a:p>
          <a:endParaRPr lang="en-US"/>
        </a:p>
      </dgm:t>
    </dgm:pt>
    <dgm:pt modelId="{8624F201-9C67-4ACC-937F-E6499BE21555}">
      <dgm:prSet phldrT="[Text]"/>
      <dgm:spPr/>
      <dgm:t>
        <a:bodyPr/>
        <a:lstStyle/>
        <a:p>
          <a:r>
            <a:rPr lang="en-US" dirty="0"/>
            <a:t>Line A supervisor</a:t>
          </a:r>
        </a:p>
      </dgm:t>
    </dgm:pt>
    <dgm:pt modelId="{6F2D50A0-FF27-4669-AD0F-EA017249D767}" type="parTrans" cxnId="{BC5DE061-52D4-486E-8724-86FD7415CD7D}">
      <dgm:prSet/>
      <dgm:spPr/>
      <dgm:t>
        <a:bodyPr/>
        <a:lstStyle/>
        <a:p>
          <a:endParaRPr lang="en-US"/>
        </a:p>
      </dgm:t>
    </dgm:pt>
    <dgm:pt modelId="{0427A1E4-82AE-4A2F-8910-090EE81D1C83}" type="sibTrans" cxnId="{BC5DE061-52D4-486E-8724-86FD7415CD7D}">
      <dgm:prSet/>
      <dgm:spPr/>
      <dgm:t>
        <a:bodyPr/>
        <a:lstStyle/>
        <a:p>
          <a:endParaRPr lang="en-US"/>
        </a:p>
      </dgm:t>
    </dgm:pt>
    <dgm:pt modelId="{D077B83B-A7F0-4F02-BF50-05F20C108FF0}">
      <dgm:prSet phldrT="[Text]"/>
      <dgm:spPr/>
      <dgm:t>
        <a:bodyPr/>
        <a:lstStyle/>
        <a:p>
          <a:r>
            <a:rPr lang="en-US" dirty="0"/>
            <a:t>Line B supervisor</a:t>
          </a:r>
        </a:p>
      </dgm:t>
    </dgm:pt>
    <dgm:pt modelId="{72356FDD-CBED-40B5-92CE-D8EE57E577CD}" type="parTrans" cxnId="{971D4F35-F7C4-410F-B7F4-24AA0FBC456B}">
      <dgm:prSet/>
      <dgm:spPr/>
      <dgm:t>
        <a:bodyPr/>
        <a:lstStyle/>
        <a:p>
          <a:endParaRPr lang="en-US"/>
        </a:p>
      </dgm:t>
    </dgm:pt>
    <dgm:pt modelId="{88E2222D-2E60-4CDE-834C-0B9086DD8BAE}" type="sibTrans" cxnId="{971D4F35-F7C4-410F-B7F4-24AA0FBC456B}">
      <dgm:prSet/>
      <dgm:spPr/>
      <dgm:t>
        <a:bodyPr/>
        <a:lstStyle/>
        <a:p>
          <a:endParaRPr lang="en-US"/>
        </a:p>
      </dgm:t>
    </dgm:pt>
    <dgm:pt modelId="{75272B21-9148-413F-A98C-FE693FEAF948}">
      <dgm:prSet phldrT="[Text]"/>
      <dgm:spPr/>
      <dgm:t>
        <a:bodyPr/>
        <a:lstStyle/>
        <a:p>
          <a:r>
            <a:rPr lang="en-US" dirty="0"/>
            <a:t>Line C supervisor</a:t>
          </a:r>
        </a:p>
      </dgm:t>
    </dgm:pt>
    <dgm:pt modelId="{69300D29-91B3-4C99-A081-A322A9CD7D7A}" type="parTrans" cxnId="{69A33501-77E2-4125-809D-9E3E4CEB3F0E}">
      <dgm:prSet/>
      <dgm:spPr/>
      <dgm:t>
        <a:bodyPr/>
        <a:lstStyle/>
        <a:p>
          <a:endParaRPr lang="en-US"/>
        </a:p>
      </dgm:t>
    </dgm:pt>
    <dgm:pt modelId="{A1765828-EC3F-41A5-9E14-35D78A1D7DDD}" type="sibTrans" cxnId="{69A33501-77E2-4125-809D-9E3E4CEB3F0E}">
      <dgm:prSet/>
      <dgm:spPr/>
      <dgm:t>
        <a:bodyPr/>
        <a:lstStyle/>
        <a:p>
          <a:endParaRPr lang="en-US"/>
        </a:p>
      </dgm:t>
    </dgm:pt>
    <dgm:pt modelId="{1AB5F7FA-9C5D-4C77-B252-72C1756114ED}" type="pres">
      <dgm:prSet presAssocID="{620C95F8-467A-4415-B0C4-39304678291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CEFF584-1F2D-4DA3-993B-4E88C4CC4BF5}" type="pres">
      <dgm:prSet presAssocID="{07F55D5E-D382-4DBD-995C-333906A4A0A0}" presName="hierRoot1" presStyleCnt="0"/>
      <dgm:spPr/>
    </dgm:pt>
    <dgm:pt modelId="{D2334CC8-E9BD-4F8A-88E8-0A1F1BD08527}" type="pres">
      <dgm:prSet presAssocID="{07F55D5E-D382-4DBD-995C-333906A4A0A0}" presName="composite" presStyleCnt="0"/>
      <dgm:spPr/>
    </dgm:pt>
    <dgm:pt modelId="{7821FCF5-587A-429A-9AAE-5EF60161C402}" type="pres">
      <dgm:prSet presAssocID="{07F55D5E-D382-4DBD-995C-333906A4A0A0}" presName="background" presStyleLbl="node0" presStyleIdx="0" presStyleCnt="1"/>
      <dgm:spPr>
        <a:solidFill>
          <a:srgbClr val="FF0000"/>
        </a:solidFill>
      </dgm:spPr>
    </dgm:pt>
    <dgm:pt modelId="{4C791F07-6352-42A9-941C-0AB2BE62D3F4}" type="pres">
      <dgm:prSet presAssocID="{07F55D5E-D382-4DBD-995C-333906A4A0A0}" presName="text" presStyleLbl="fgAcc0" presStyleIdx="0" presStyleCnt="1">
        <dgm:presLayoutVars>
          <dgm:chPref val="3"/>
        </dgm:presLayoutVars>
      </dgm:prSet>
      <dgm:spPr/>
    </dgm:pt>
    <dgm:pt modelId="{05094F3B-06F8-4D40-8BF3-9847D4AF796D}" type="pres">
      <dgm:prSet presAssocID="{07F55D5E-D382-4DBD-995C-333906A4A0A0}" presName="hierChild2" presStyleCnt="0"/>
      <dgm:spPr/>
    </dgm:pt>
    <dgm:pt modelId="{B4C02597-441C-41AF-8BF3-41B841D642BF}" type="pres">
      <dgm:prSet presAssocID="{57D30757-AC47-4D8C-8498-FE0C5BC0BEB0}" presName="Name10" presStyleLbl="parChTrans1D2" presStyleIdx="0" presStyleCnt="4"/>
      <dgm:spPr/>
    </dgm:pt>
    <dgm:pt modelId="{19BB73D4-BD34-4249-9CCF-B78BBEF6C46B}" type="pres">
      <dgm:prSet presAssocID="{24FD197F-14FD-42D0-B4C5-5396F8CC3689}" presName="hierRoot2" presStyleCnt="0"/>
      <dgm:spPr/>
    </dgm:pt>
    <dgm:pt modelId="{92A57A02-50EC-46B6-B3B3-F5BA1F843AA7}" type="pres">
      <dgm:prSet presAssocID="{24FD197F-14FD-42D0-B4C5-5396F8CC3689}" presName="composite2" presStyleCnt="0"/>
      <dgm:spPr/>
    </dgm:pt>
    <dgm:pt modelId="{3293683A-E3C1-4BAD-AF13-358309395C84}" type="pres">
      <dgm:prSet presAssocID="{24FD197F-14FD-42D0-B4C5-5396F8CC3689}" presName="background2" presStyleLbl="node2" presStyleIdx="0" presStyleCnt="4"/>
      <dgm:spPr>
        <a:solidFill>
          <a:schemeClr val="accent5">
            <a:lumMod val="50000"/>
          </a:schemeClr>
        </a:solidFill>
      </dgm:spPr>
    </dgm:pt>
    <dgm:pt modelId="{F949875B-1ABF-43E9-9847-BADE62609228}" type="pres">
      <dgm:prSet presAssocID="{24FD197F-14FD-42D0-B4C5-5396F8CC3689}" presName="text2" presStyleLbl="fgAcc2" presStyleIdx="0" presStyleCnt="4">
        <dgm:presLayoutVars>
          <dgm:chPref val="3"/>
        </dgm:presLayoutVars>
      </dgm:prSet>
      <dgm:spPr/>
    </dgm:pt>
    <dgm:pt modelId="{2139DB35-9094-4B04-A90C-80415313B544}" type="pres">
      <dgm:prSet presAssocID="{24FD197F-14FD-42D0-B4C5-5396F8CC3689}" presName="hierChild3" presStyleCnt="0"/>
      <dgm:spPr/>
    </dgm:pt>
    <dgm:pt modelId="{B298B5B4-0266-42AB-90FF-53B7C15A1573}" type="pres">
      <dgm:prSet presAssocID="{19878BAA-D36D-490A-841A-00A0370492F8}" presName="Name17" presStyleLbl="parChTrans1D3" presStyleIdx="0" presStyleCnt="4"/>
      <dgm:spPr/>
    </dgm:pt>
    <dgm:pt modelId="{BEE323E2-1B8F-43FC-80C2-1D4BBFDF5AFB}" type="pres">
      <dgm:prSet presAssocID="{8322AE39-B1C2-4F0B-863C-6B3393B78EBB}" presName="hierRoot3" presStyleCnt="0"/>
      <dgm:spPr/>
    </dgm:pt>
    <dgm:pt modelId="{9486ADD3-69B6-49EE-BE3C-526DD65F9F17}" type="pres">
      <dgm:prSet presAssocID="{8322AE39-B1C2-4F0B-863C-6B3393B78EBB}" presName="composite3" presStyleCnt="0"/>
      <dgm:spPr/>
    </dgm:pt>
    <dgm:pt modelId="{7FB163FC-4D95-47D4-B243-311A77CE2CC5}" type="pres">
      <dgm:prSet presAssocID="{8322AE39-B1C2-4F0B-863C-6B3393B78EBB}" presName="background3" presStyleLbl="node3" presStyleIdx="0" presStyleCnt="4"/>
      <dgm:spPr>
        <a:solidFill>
          <a:schemeClr val="accent6">
            <a:lumMod val="60000"/>
            <a:lumOff val="40000"/>
          </a:schemeClr>
        </a:solidFill>
      </dgm:spPr>
    </dgm:pt>
    <dgm:pt modelId="{2A3979C8-FC59-43C9-AD85-D50749DDEB52}" type="pres">
      <dgm:prSet presAssocID="{8322AE39-B1C2-4F0B-863C-6B3393B78EBB}" presName="text3" presStyleLbl="fgAcc3" presStyleIdx="0" presStyleCnt="4">
        <dgm:presLayoutVars>
          <dgm:chPref val="3"/>
        </dgm:presLayoutVars>
      </dgm:prSet>
      <dgm:spPr/>
    </dgm:pt>
    <dgm:pt modelId="{252CFDB2-D64E-482D-9EE8-BFD26A9E1215}" type="pres">
      <dgm:prSet presAssocID="{8322AE39-B1C2-4F0B-863C-6B3393B78EBB}" presName="hierChild4" presStyleCnt="0"/>
      <dgm:spPr/>
    </dgm:pt>
    <dgm:pt modelId="{DF3333D7-6AE7-4476-8915-C04A591B45E3}" type="pres">
      <dgm:prSet presAssocID="{C07476C9-D865-4556-84E1-37B5F1323BB7}" presName="Name10" presStyleLbl="parChTrans1D2" presStyleIdx="1" presStyleCnt="4"/>
      <dgm:spPr/>
    </dgm:pt>
    <dgm:pt modelId="{035F8FC2-BFFE-410A-83D1-0396C43E876E}" type="pres">
      <dgm:prSet presAssocID="{D31F1DEB-ED7D-4E27-AFD6-D89E8E8914D1}" presName="hierRoot2" presStyleCnt="0"/>
      <dgm:spPr/>
    </dgm:pt>
    <dgm:pt modelId="{9C02EFFA-B01C-4503-A940-9A3DE1FC019B}" type="pres">
      <dgm:prSet presAssocID="{D31F1DEB-ED7D-4E27-AFD6-D89E8E8914D1}" presName="composite2" presStyleCnt="0"/>
      <dgm:spPr/>
    </dgm:pt>
    <dgm:pt modelId="{64E957E1-D99F-42CC-AA89-02E2C7FEB79E}" type="pres">
      <dgm:prSet presAssocID="{D31F1DEB-ED7D-4E27-AFD6-D89E8E8914D1}" presName="background2" presStyleLbl="node2" presStyleIdx="1" presStyleCnt="4"/>
      <dgm:spPr>
        <a:solidFill>
          <a:schemeClr val="accent5">
            <a:lumMod val="50000"/>
          </a:schemeClr>
        </a:solidFill>
      </dgm:spPr>
    </dgm:pt>
    <dgm:pt modelId="{AC4326C2-C805-4428-8FA7-3D40E66CC355}" type="pres">
      <dgm:prSet presAssocID="{D31F1DEB-ED7D-4E27-AFD6-D89E8E8914D1}" presName="text2" presStyleLbl="fgAcc2" presStyleIdx="1" presStyleCnt="4">
        <dgm:presLayoutVars>
          <dgm:chPref val="3"/>
        </dgm:presLayoutVars>
      </dgm:prSet>
      <dgm:spPr/>
    </dgm:pt>
    <dgm:pt modelId="{962EFFDA-43ED-4344-B2BD-75E115D98FDE}" type="pres">
      <dgm:prSet presAssocID="{D31F1DEB-ED7D-4E27-AFD6-D89E8E8914D1}" presName="hierChild3" presStyleCnt="0"/>
      <dgm:spPr/>
    </dgm:pt>
    <dgm:pt modelId="{2C994523-AC05-44CF-822A-A0DAA9442DFF}" type="pres">
      <dgm:prSet presAssocID="{F25A06BB-D35D-403D-A522-28B4106F00B9}" presName="Name17" presStyleLbl="parChTrans1D3" presStyleIdx="1" presStyleCnt="4"/>
      <dgm:spPr/>
    </dgm:pt>
    <dgm:pt modelId="{A38F79AB-4C68-4822-B6F6-65F6615FE407}" type="pres">
      <dgm:prSet presAssocID="{0B59CD5C-3576-4C7E-9909-BA253D43B1F9}" presName="hierRoot3" presStyleCnt="0"/>
      <dgm:spPr/>
    </dgm:pt>
    <dgm:pt modelId="{CD03600C-74AE-4E7C-A114-E42CB8EB0841}" type="pres">
      <dgm:prSet presAssocID="{0B59CD5C-3576-4C7E-9909-BA253D43B1F9}" presName="composite3" presStyleCnt="0"/>
      <dgm:spPr/>
    </dgm:pt>
    <dgm:pt modelId="{0CCBA70C-66C2-4225-99B7-D99958B42307}" type="pres">
      <dgm:prSet presAssocID="{0B59CD5C-3576-4C7E-9909-BA253D43B1F9}" presName="background3" presStyleLbl="node3" presStyleIdx="1" presStyleCnt="4"/>
      <dgm:spPr>
        <a:solidFill>
          <a:schemeClr val="accent6">
            <a:lumMod val="60000"/>
            <a:lumOff val="40000"/>
          </a:schemeClr>
        </a:solidFill>
      </dgm:spPr>
    </dgm:pt>
    <dgm:pt modelId="{2E39D511-D400-4E76-B5FF-3AD2E7CD393E}" type="pres">
      <dgm:prSet presAssocID="{0B59CD5C-3576-4C7E-9909-BA253D43B1F9}" presName="text3" presStyleLbl="fgAcc3" presStyleIdx="1" presStyleCnt="4" custLinFactNeighborX="60375">
        <dgm:presLayoutVars>
          <dgm:chPref val="3"/>
        </dgm:presLayoutVars>
      </dgm:prSet>
      <dgm:spPr/>
    </dgm:pt>
    <dgm:pt modelId="{79FA3256-0AE9-40CE-8316-A28E31C33166}" type="pres">
      <dgm:prSet presAssocID="{0B59CD5C-3576-4C7E-9909-BA253D43B1F9}" presName="hierChild4" presStyleCnt="0"/>
      <dgm:spPr/>
    </dgm:pt>
    <dgm:pt modelId="{C63E910A-C9A5-4089-8253-2CBEB0C6297D}" type="pres">
      <dgm:prSet presAssocID="{BE8379D4-5551-4549-A7A6-79E9923674AA}" presName="Name23" presStyleLbl="parChTrans1D4" presStyleIdx="0" presStyleCnt="7"/>
      <dgm:spPr/>
    </dgm:pt>
    <dgm:pt modelId="{CB4531B7-7CE8-480A-AC88-1925D9D0AC82}" type="pres">
      <dgm:prSet presAssocID="{05A3322F-5034-4651-B048-768E9108E613}" presName="hierRoot4" presStyleCnt="0"/>
      <dgm:spPr/>
    </dgm:pt>
    <dgm:pt modelId="{6D5DC959-6E62-4BCD-8769-451217228A99}" type="pres">
      <dgm:prSet presAssocID="{05A3322F-5034-4651-B048-768E9108E613}" presName="composite4" presStyleCnt="0"/>
      <dgm:spPr/>
    </dgm:pt>
    <dgm:pt modelId="{A910D1CC-33AE-45F3-858D-0B55CE5B2580}" type="pres">
      <dgm:prSet presAssocID="{05A3322F-5034-4651-B048-768E9108E613}" presName="background4" presStyleLbl="node4" presStyleIdx="0" presStyleCnt="7"/>
      <dgm:spPr>
        <a:solidFill>
          <a:srgbClr val="D4A90A"/>
        </a:solidFill>
      </dgm:spPr>
    </dgm:pt>
    <dgm:pt modelId="{82B30477-922C-4A0E-9241-85963FE2F426}" type="pres">
      <dgm:prSet presAssocID="{05A3322F-5034-4651-B048-768E9108E613}" presName="text4" presStyleLbl="fgAcc4" presStyleIdx="0" presStyleCnt="7">
        <dgm:presLayoutVars>
          <dgm:chPref val="3"/>
        </dgm:presLayoutVars>
      </dgm:prSet>
      <dgm:spPr/>
    </dgm:pt>
    <dgm:pt modelId="{41977D95-FD04-4861-8B8F-DB6B7347BDCC}" type="pres">
      <dgm:prSet presAssocID="{05A3322F-5034-4651-B048-768E9108E613}" presName="hierChild5" presStyleCnt="0"/>
      <dgm:spPr/>
    </dgm:pt>
    <dgm:pt modelId="{B1D294B0-186B-4552-A6E6-E52070A264CD}" type="pres">
      <dgm:prSet presAssocID="{63702332-D99C-4131-951B-ABE25CE13C80}" presName="Name23" presStyleLbl="parChTrans1D4" presStyleIdx="1" presStyleCnt="7"/>
      <dgm:spPr/>
    </dgm:pt>
    <dgm:pt modelId="{04B7DE5A-C677-48C1-9056-1435B9C576D0}" type="pres">
      <dgm:prSet presAssocID="{E073E9D5-3DE6-4C14-8BF7-EA6A2D74AFCA}" presName="hierRoot4" presStyleCnt="0"/>
      <dgm:spPr/>
    </dgm:pt>
    <dgm:pt modelId="{A0093F11-5383-4A6F-8DD3-E87D643A4A96}" type="pres">
      <dgm:prSet presAssocID="{E073E9D5-3DE6-4C14-8BF7-EA6A2D74AFCA}" presName="composite4" presStyleCnt="0"/>
      <dgm:spPr/>
    </dgm:pt>
    <dgm:pt modelId="{2341439E-0439-43B8-A559-164D4FC8A526}" type="pres">
      <dgm:prSet presAssocID="{E073E9D5-3DE6-4C14-8BF7-EA6A2D74AFCA}" presName="background4" presStyleLbl="node4" presStyleIdx="1" presStyleCnt="7"/>
      <dgm:spPr>
        <a:solidFill>
          <a:srgbClr val="D4A90A"/>
        </a:solidFill>
      </dgm:spPr>
    </dgm:pt>
    <dgm:pt modelId="{5DC0D18C-3C48-416D-8311-894E0D777612}" type="pres">
      <dgm:prSet presAssocID="{E073E9D5-3DE6-4C14-8BF7-EA6A2D74AFCA}" presName="text4" presStyleLbl="fgAcc4" presStyleIdx="1" presStyleCnt="7">
        <dgm:presLayoutVars>
          <dgm:chPref val="3"/>
        </dgm:presLayoutVars>
      </dgm:prSet>
      <dgm:spPr/>
    </dgm:pt>
    <dgm:pt modelId="{2F453182-7DCF-43ED-8A9C-3BD9584C5529}" type="pres">
      <dgm:prSet presAssocID="{E073E9D5-3DE6-4C14-8BF7-EA6A2D74AFCA}" presName="hierChild5" presStyleCnt="0"/>
      <dgm:spPr/>
    </dgm:pt>
    <dgm:pt modelId="{AC69D83A-8F35-4380-9F1A-827496E875DE}" type="pres">
      <dgm:prSet presAssocID="{C83C65FC-48A4-4730-956B-82F2D5A786D4}" presName="Name17" presStyleLbl="parChTrans1D3" presStyleIdx="2" presStyleCnt="4"/>
      <dgm:spPr/>
    </dgm:pt>
    <dgm:pt modelId="{ED6EBA5C-C1FD-4BCF-AEFE-8FA98D7D52AA}" type="pres">
      <dgm:prSet presAssocID="{D803F41B-3DDA-4028-AA7D-A4FE5F42DDA4}" presName="hierRoot3" presStyleCnt="0"/>
      <dgm:spPr/>
    </dgm:pt>
    <dgm:pt modelId="{16CDEA0C-9BA1-4679-9153-19675DF5C02B}" type="pres">
      <dgm:prSet presAssocID="{D803F41B-3DDA-4028-AA7D-A4FE5F42DDA4}" presName="composite3" presStyleCnt="0"/>
      <dgm:spPr/>
    </dgm:pt>
    <dgm:pt modelId="{F2A9BCC5-B31E-46C1-9F92-D104E2AD4856}" type="pres">
      <dgm:prSet presAssocID="{D803F41B-3DDA-4028-AA7D-A4FE5F42DDA4}" presName="background3" presStyleLbl="node3" presStyleIdx="2" presStyleCnt="4"/>
      <dgm:spPr>
        <a:solidFill>
          <a:schemeClr val="accent6">
            <a:lumMod val="60000"/>
            <a:lumOff val="40000"/>
          </a:schemeClr>
        </a:solidFill>
      </dgm:spPr>
    </dgm:pt>
    <dgm:pt modelId="{6F407B58-E431-486C-B807-4E1644A4C1A3}" type="pres">
      <dgm:prSet presAssocID="{D803F41B-3DDA-4028-AA7D-A4FE5F42DDA4}" presName="text3" presStyleLbl="fgAcc3" presStyleIdx="2" presStyleCnt="4" custLinFactNeighborY="-8268">
        <dgm:presLayoutVars>
          <dgm:chPref val="3"/>
        </dgm:presLayoutVars>
      </dgm:prSet>
      <dgm:spPr/>
    </dgm:pt>
    <dgm:pt modelId="{095B0B2A-9CAC-4F9A-993A-9199FCF692B7}" type="pres">
      <dgm:prSet presAssocID="{D803F41B-3DDA-4028-AA7D-A4FE5F42DDA4}" presName="hierChild4" presStyleCnt="0"/>
      <dgm:spPr/>
    </dgm:pt>
    <dgm:pt modelId="{E82328C0-823C-4275-90C6-5938202A09D7}" type="pres">
      <dgm:prSet presAssocID="{F7D86B66-966D-41E4-947F-BF359D579341}" presName="Name23" presStyleLbl="parChTrans1D4" presStyleIdx="2" presStyleCnt="7"/>
      <dgm:spPr/>
    </dgm:pt>
    <dgm:pt modelId="{BB652935-2ECD-4D5E-9A70-65F18C6A7908}" type="pres">
      <dgm:prSet presAssocID="{0F1276C2-B98B-4D17-980A-8BEBB0D1CD26}" presName="hierRoot4" presStyleCnt="0"/>
      <dgm:spPr/>
    </dgm:pt>
    <dgm:pt modelId="{969E09FF-3FE2-4EB0-80ED-EF7B7D0FA33F}" type="pres">
      <dgm:prSet presAssocID="{0F1276C2-B98B-4D17-980A-8BEBB0D1CD26}" presName="composite4" presStyleCnt="0"/>
      <dgm:spPr/>
    </dgm:pt>
    <dgm:pt modelId="{3B485289-CF40-412F-89F2-A303B135A54C}" type="pres">
      <dgm:prSet presAssocID="{0F1276C2-B98B-4D17-980A-8BEBB0D1CD26}" presName="background4" presStyleLbl="node4" presStyleIdx="2" presStyleCnt="7"/>
      <dgm:spPr>
        <a:solidFill>
          <a:srgbClr val="D4A90A"/>
        </a:solidFill>
      </dgm:spPr>
    </dgm:pt>
    <dgm:pt modelId="{321EF31F-C368-4CA0-B760-D943CE11C9A6}" type="pres">
      <dgm:prSet presAssocID="{0F1276C2-B98B-4D17-980A-8BEBB0D1CD26}" presName="text4" presStyleLbl="fgAcc4" presStyleIdx="2" presStyleCnt="7" custLinFactNeighborX="61251">
        <dgm:presLayoutVars>
          <dgm:chPref val="3"/>
        </dgm:presLayoutVars>
      </dgm:prSet>
      <dgm:spPr/>
    </dgm:pt>
    <dgm:pt modelId="{6EA0EA36-0720-4E33-9F7C-AD7CF43C45C9}" type="pres">
      <dgm:prSet presAssocID="{0F1276C2-B98B-4D17-980A-8BEBB0D1CD26}" presName="hierChild5" presStyleCnt="0"/>
      <dgm:spPr/>
    </dgm:pt>
    <dgm:pt modelId="{06C653AD-2921-4B82-9244-331EA1BF1631}" type="pres">
      <dgm:prSet presAssocID="{2F218C0F-F3C2-43BB-B272-6FA7C0E46FE3}" presName="Name23" presStyleLbl="parChTrans1D4" presStyleIdx="3" presStyleCnt="7"/>
      <dgm:spPr/>
    </dgm:pt>
    <dgm:pt modelId="{5F477EA6-F800-49AB-B8C7-F2DC5AC30947}" type="pres">
      <dgm:prSet presAssocID="{78FDA059-DC1F-47AA-B4F3-0B7C38D068DA}" presName="hierRoot4" presStyleCnt="0"/>
      <dgm:spPr/>
    </dgm:pt>
    <dgm:pt modelId="{40487402-421B-4887-B825-7FD307300220}" type="pres">
      <dgm:prSet presAssocID="{78FDA059-DC1F-47AA-B4F3-0B7C38D068DA}" presName="composite4" presStyleCnt="0"/>
      <dgm:spPr/>
    </dgm:pt>
    <dgm:pt modelId="{BCA0BFFE-E118-40ED-A2FE-4175069DC3DB}" type="pres">
      <dgm:prSet presAssocID="{78FDA059-DC1F-47AA-B4F3-0B7C38D068DA}" presName="background4" presStyleLbl="node4" presStyleIdx="3" presStyleCnt="7"/>
      <dgm:spPr>
        <a:solidFill>
          <a:srgbClr val="D4A90A"/>
        </a:solidFill>
      </dgm:spPr>
    </dgm:pt>
    <dgm:pt modelId="{71CD4779-711A-433B-8FED-C38FD4FB5180}" type="pres">
      <dgm:prSet presAssocID="{78FDA059-DC1F-47AA-B4F3-0B7C38D068DA}" presName="text4" presStyleLbl="fgAcc4" presStyleIdx="3" presStyleCnt="7" custLinFactX="19875" custLinFactNeighborX="100000">
        <dgm:presLayoutVars>
          <dgm:chPref val="3"/>
        </dgm:presLayoutVars>
      </dgm:prSet>
      <dgm:spPr/>
    </dgm:pt>
    <dgm:pt modelId="{2FF3FE32-428A-47C5-8D0A-60ECFCE4EAD5}" type="pres">
      <dgm:prSet presAssocID="{78FDA059-DC1F-47AA-B4F3-0B7C38D068DA}" presName="hierChild5" presStyleCnt="0"/>
      <dgm:spPr/>
    </dgm:pt>
    <dgm:pt modelId="{42680FE0-51FF-4B0E-9C49-B22223E7196A}" type="pres">
      <dgm:prSet presAssocID="{79D74A5C-5A9C-46A6-B16F-FC93D3CB7638}" presName="Name10" presStyleLbl="parChTrans1D2" presStyleIdx="2" presStyleCnt="4"/>
      <dgm:spPr/>
    </dgm:pt>
    <dgm:pt modelId="{4030558A-FB54-4065-8EFE-BB6E46B53835}" type="pres">
      <dgm:prSet presAssocID="{0FBECD7C-997E-4FEB-9B65-04A83819A545}" presName="hierRoot2" presStyleCnt="0"/>
      <dgm:spPr/>
    </dgm:pt>
    <dgm:pt modelId="{832C8DD7-E2DE-4EAC-87EF-01F059E92EED}" type="pres">
      <dgm:prSet presAssocID="{0FBECD7C-997E-4FEB-9B65-04A83819A545}" presName="composite2" presStyleCnt="0"/>
      <dgm:spPr/>
    </dgm:pt>
    <dgm:pt modelId="{7CB67E38-E663-4059-AB08-AF7E4B8CC96E}" type="pres">
      <dgm:prSet presAssocID="{0FBECD7C-997E-4FEB-9B65-04A83819A545}" presName="background2" presStyleLbl="node2" presStyleIdx="2" presStyleCnt="4"/>
      <dgm:spPr>
        <a:solidFill>
          <a:schemeClr val="accent5">
            <a:lumMod val="50000"/>
          </a:schemeClr>
        </a:solidFill>
      </dgm:spPr>
    </dgm:pt>
    <dgm:pt modelId="{E32ED568-F2F2-414C-9AFD-E03672835013}" type="pres">
      <dgm:prSet presAssocID="{0FBECD7C-997E-4FEB-9B65-04A83819A545}" presName="text2" presStyleLbl="fgAcc2" presStyleIdx="2" presStyleCnt="4" custLinFactX="13759" custLinFactNeighborX="100000">
        <dgm:presLayoutVars>
          <dgm:chPref val="3"/>
        </dgm:presLayoutVars>
      </dgm:prSet>
      <dgm:spPr/>
    </dgm:pt>
    <dgm:pt modelId="{06A4DEFE-7D25-4269-AEFB-EAAB8A761AF9}" type="pres">
      <dgm:prSet presAssocID="{0FBECD7C-997E-4FEB-9B65-04A83819A545}" presName="hierChild3" presStyleCnt="0"/>
      <dgm:spPr/>
    </dgm:pt>
    <dgm:pt modelId="{913F1AE2-96DD-46D6-9ED9-2FE7091CF118}" type="pres">
      <dgm:prSet presAssocID="{69787F1F-4010-445B-A489-C27CF8ED7EEC}" presName="Name10" presStyleLbl="parChTrans1D2" presStyleIdx="3" presStyleCnt="4"/>
      <dgm:spPr/>
    </dgm:pt>
    <dgm:pt modelId="{98CC87D9-02AF-40FC-BB77-B14054B7D555}" type="pres">
      <dgm:prSet presAssocID="{0A9E522D-AE67-4546-BBAE-89A0EDC08767}" presName="hierRoot2" presStyleCnt="0"/>
      <dgm:spPr/>
    </dgm:pt>
    <dgm:pt modelId="{83DA71FA-ADDA-4D19-8941-007A4E054BB8}" type="pres">
      <dgm:prSet presAssocID="{0A9E522D-AE67-4546-BBAE-89A0EDC08767}" presName="composite2" presStyleCnt="0"/>
      <dgm:spPr/>
    </dgm:pt>
    <dgm:pt modelId="{02D2EA9C-70D4-4B53-8F30-818CBA78352F}" type="pres">
      <dgm:prSet presAssocID="{0A9E522D-AE67-4546-BBAE-89A0EDC08767}" presName="background2" presStyleLbl="node2" presStyleIdx="3" presStyleCnt="4"/>
      <dgm:spPr>
        <a:solidFill>
          <a:schemeClr val="accent5">
            <a:lumMod val="50000"/>
          </a:schemeClr>
        </a:solidFill>
      </dgm:spPr>
    </dgm:pt>
    <dgm:pt modelId="{33ED4A98-7473-4FD9-9C43-4928D2D6822D}" type="pres">
      <dgm:prSet presAssocID="{0A9E522D-AE67-4546-BBAE-89A0EDC08767}" presName="text2" presStyleLbl="fgAcc2" presStyleIdx="3" presStyleCnt="4" custLinFactNeighborX="43750">
        <dgm:presLayoutVars>
          <dgm:chPref val="3"/>
        </dgm:presLayoutVars>
      </dgm:prSet>
      <dgm:spPr/>
    </dgm:pt>
    <dgm:pt modelId="{4FF28BA3-1A6F-4C16-89D4-3FFA6B89E711}" type="pres">
      <dgm:prSet presAssocID="{0A9E522D-AE67-4546-BBAE-89A0EDC08767}" presName="hierChild3" presStyleCnt="0"/>
      <dgm:spPr/>
    </dgm:pt>
    <dgm:pt modelId="{D50C7C1D-3C58-42C7-BBF4-2A57091F58FA}" type="pres">
      <dgm:prSet presAssocID="{45811F5B-5352-4C58-A583-C20CC0F528E6}" presName="Name17" presStyleLbl="parChTrans1D3" presStyleIdx="3" presStyleCnt="4"/>
      <dgm:spPr/>
    </dgm:pt>
    <dgm:pt modelId="{A7E029EF-77A9-4C60-83BF-58D1F1C17727}" type="pres">
      <dgm:prSet presAssocID="{B1CC78AE-A8D5-4E1A-886F-15C4CF23F84A}" presName="hierRoot3" presStyleCnt="0"/>
      <dgm:spPr/>
    </dgm:pt>
    <dgm:pt modelId="{A4CB09B3-BE39-4EF4-8FFC-E5446795FC8A}" type="pres">
      <dgm:prSet presAssocID="{B1CC78AE-A8D5-4E1A-886F-15C4CF23F84A}" presName="composite3" presStyleCnt="0"/>
      <dgm:spPr/>
    </dgm:pt>
    <dgm:pt modelId="{D3EA04CD-D31C-4455-936D-79B20A1A09A4}" type="pres">
      <dgm:prSet presAssocID="{B1CC78AE-A8D5-4E1A-886F-15C4CF23F84A}" presName="background3" presStyleLbl="node3" presStyleIdx="3" presStyleCnt="4"/>
      <dgm:spPr>
        <a:solidFill>
          <a:schemeClr val="accent6">
            <a:lumMod val="60000"/>
            <a:lumOff val="40000"/>
          </a:schemeClr>
        </a:solidFill>
      </dgm:spPr>
    </dgm:pt>
    <dgm:pt modelId="{0EFA2C03-D9C1-4C9C-A83E-3AA4B762A79C}" type="pres">
      <dgm:prSet presAssocID="{B1CC78AE-A8D5-4E1A-886F-15C4CF23F84A}" presName="text3" presStyleLbl="fgAcc3" presStyleIdx="3" presStyleCnt="4" custLinFactNeighborX="42875">
        <dgm:presLayoutVars>
          <dgm:chPref val="3"/>
        </dgm:presLayoutVars>
      </dgm:prSet>
      <dgm:spPr/>
    </dgm:pt>
    <dgm:pt modelId="{60E30218-F68D-4502-A399-9BB3F6E0C224}" type="pres">
      <dgm:prSet presAssocID="{B1CC78AE-A8D5-4E1A-886F-15C4CF23F84A}" presName="hierChild4" presStyleCnt="0"/>
      <dgm:spPr/>
    </dgm:pt>
    <dgm:pt modelId="{412E69B5-D21D-44C4-9A47-9694FF397264}" type="pres">
      <dgm:prSet presAssocID="{6F2D50A0-FF27-4669-AD0F-EA017249D767}" presName="Name23" presStyleLbl="parChTrans1D4" presStyleIdx="4" presStyleCnt="7"/>
      <dgm:spPr/>
    </dgm:pt>
    <dgm:pt modelId="{D9D4E62D-E5F1-4B0E-8949-873923A192AC}" type="pres">
      <dgm:prSet presAssocID="{8624F201-9C67-4ACC-937F-E6499BE21555}" presName="hierRoot4" presStyleCnt="0"/>
      <dgm:spPr/>
    </dgm:pt>
    <dgm:pt modelId="{F27A0CA0-E493-4796-A627-B8094FF50111}" type="pres">
      <dgm:prSet presAssocID="{8624F201-9C67-4ACC-937F-E6499BE21555}" presName="composite4" presStyleCnt="0"/>
      <dgm:spPr/>
    </dgm:pt>
    <dgm:pt modelId="{FC509096-6BAF-44F8-BBFE-90413BDA4733}" type="pres">
      <dgm:prSet presAssocID="{8624F201-9C67-4ACC-937F-E6499BE21555}" presName="background4" presStyleLbl="node4" presStyleIdx="4" presStyleCnt="7"/>
      <dgm:spPr>
        <a:solidFill>
          <a:schemeClr val="tx2">
            <a:lumMod val="75000"/>
            <a:lumOff val="25000"/>
          </a:schemeClr>
        </a:solidFill>
      </dgm:spPr>
    </dgm:pt>
    <dgm:pt modelId="{3945CDB9-1462-45F3-AED2-293FAD9F39C8}" type="pres">
      <dgm:prSet presAssocID="{8624F201-9C67-4ACC-937F-E6499BE21555}" presName="text4" presStyleLbl="fgAcc4" presStyleIdx="4" presStyleCnt="7" custLinFactY="40728" custLinFactNeighborY="100000">
        <dgm:presLayoutVars>
          <dgm:chPref val="3"/>
        </dgm:presLayoutVars>
      </dgm:prSet>
      <dgm:spPr/>
    </dgm:pt>
    <dgm:pt modelId="{9F135CEA-4A41-4141-AD23-A4E208E3324A}" type="pres">
      <dgm:prSet presAssocID="{8624F201-9C67-4ACC-937F-E6499BE21555}" presName="hierChild5" presStyleCnt="0"/>
      <dgm:spPr/>
    </dgm:pt>
    <dgm:pt modelId="{EC708F28-3C29-4BB9-9CAE-78A3720D6F42}" type="pres">
      <dgm:prSet presAssocID="{72356FDD-CBED-40B5-92CE-D8EE57E577CD}" presName="Name23" presStyleLbl="parChTrans1D4" presStyleIdx="5" presStyleCnt="7"/>
      <dgm:spPr/>
    </dgm:pt>
    <dgm:pt modelId="{87A19BA3-97D6-4A2C-975F-58FE393F0831}" type="pres">
      <dgm:prSet presAssocID="{D077B83B-A7F0-4F02-BF50-05F20C108FF0}" presName="hierRoot4" presStyleCnt="0"/>
      <dgm:spPr/>
    </dgm:pt>
    <dgm:pt modelId="{85AD11C0-F87A-4357-9A7B-7FD0E8AAD9A4}" type="pres">
      <dgm:prSet presAssocID="{D077B83B-A7F0-4F02-BF50-05F20C108FF0}" presName="composite4" presStyleCnt="0"/>
      <dgm:spPr/>
    </dgm:pt>
    <dgm:pt modelId="{C2F47C43-C291-4384-BABD-3036ED86F9B7}" type="pres">
      <dgm:prSet presAssocID="{D077B83B-A7F0-4F02-BF50-05F20C108FF0}" presName="background4" presStyleLbl="node4" presStyleIdx="5" presStyleCnt="7"/>
      <dgm:spPr>
        <a:solidFill>
          <a:schemeClr val="tx2">
            <a:lumMod val="75000"/>
            <a:lumOff val="25000"/>
          </a:schemeClr>
        </a:solidFill>
      </dgm:spPr>
    </dgm:pt>
    <dgm:pt modelId="{1BEC052C-59BA-4245-B04F-46269BA4D4A9}" type="pres">
      <dgm:prSet presAssocID="{D077B83B-A7F0-4F02-BF50-05F20C108FF0}" presName="text4" presStyleLbl="fgAcc4" presStyleIdx="5" presStyleCnt="7" custLinFactY="39350" custLinFactNeighborY="100000">
        <dgm:presLayoutVars>
          <dgm:chPref val="3"/>
        </dgm:presLayoutVars>
      </dgm:prSet>
      <dgm:spPr/>
    </dgm:pt>
    <dgm:pt modelId="{5C54EF7B-4C71-42D1-B7CE-8C2BCF59A119}" type="pres">
      <dgm:prSet presAssocID="{D077B83B-A7F0-4F02-BF50-05F20C108FF0}" presName="hierChild5" presStyleCnt="0"/>
      <dgm:spPr/>
    </dgm:pt>
    <dgm:pt modelId="{32C1F571-B6D9-4572-9BCF-17700AB1945F}" type="pres">
      <dgm:prSet presAssocID="{69300D29-91B3-4C99-A081-A322A9CD7D7A}" presName="Name23" presStyleLbl="parChTrans1D4" presStyleIdx="6" presStyleCnt="7"/>
      <dgm:spPr/>
    </dgm:pt>
    <dgm:pt modelId="{F8C47C32-3F61-416F-A065-A748044AB337}" type="pres">
      <dgm:prSet presAssocID="{75272B21-9148-413F-A98C-FE693FEAF948}" presName="hierRoot4" presStyleCnt="0"/>
      <dgm:spPr/>
    </dgm:pt>
    <dgm:pt modelId="{44F3D349-0BEB-42E0-A986-E52706CA4771}" type="pres">
      <dgm:prSet presAssocID="{75272B21-9148-413F-A98C-FE693FEAF948}" presName="composite4" presStyleCnt="0"/>
      <dgm:spPr/>
    </dgm:pt>
    <dgm:pt modelId="{D4B8DE9C-6885-47BF-BF2D-A400B617C400}" type="pres">
      <dgm:prSet presAssocID="{75272B21-9148-413F-A98C-FE693FEAF948}" presName="background4" presStyleLbl="node4" presStyleIdx="6" presStyleCnt="7"/>
      <dgm:spPr>
        <a:solidFill>
          <a:schemeClr val="tx2">
            <a:lumMod val="75000"/>
            <a:lumOff val="25000"/>
          </a:schemeClr>
        </a:solidFill>
      </dgm:spPr>
    </dgm:pt>
    <dgm:pt modelId="{5C65A458-6D03-469E-B62E-28F484E9F9A3}" type="pres">
      <dgm:prSet presAssocID="{75272B21-9148-413F-A98C-FE693FEAF948}" presName="text4" presStyleLbl="fgAcc4" presStyleIdx="6" presStyleCnt="7" custLinFactY="39350" custLinFactNeighborY="100000">
        <dgm:presLayoutVars>
          <dgm:chPref val="3"/>
        </dgm:presLayoutVars>
      </dgm:prSet>
      <dgm:spPr/>
    </dgm:pt>
    <dgm:pt modelId="{AFFADEB5-D2AA-44BA-B5FA-CCBEE585195D}" type="pres">
      <dgm:prSet presAssocID="{75272B21-9148-413F-A98C-FE693FEAF948}" presName="hierChild5" presStyleCnt="0"/>
      <dgm:spPr/>
    </dgm:pt>
  </dgm:ptLst>
  <dgm:cxnLst>
    <dgm:cxn modelId="{69A33501-77E2-4125-809D-9E3E4CEB3F0E}" srcId="{B1CC78AE-A8D5-4E1A-886F-15C4CF23F84A}" destId="{75272B21-9148-413F-A98C-FE693FEAF948}" srcOrd="2" destOrd="0" parTransId="{69300D29-91B3-4C99-A081-A322A9CD7D7A}" sibTransId="{A1765828-EC3F-41A5-9E14-35D78A1D7DDD}"/>
    <dgm:cxn modelId="{69D1A604-9A0D-4DC9-B0FE-B6EC4350FE11}" type="presOf" srcId="{D31F1DEB-ED7D-4E27-AFD6-D89E8E8914D1}" destId="{AC4326C2-C805-4428-8FA7-3D40E66CC355}" srcOrd="0" destOrd="0" presId="urn:microsoft.com/office/officeart/2005/8/layout/hierarchy1"/>
    <dgm:cxn modelId="{22F12605-3BA9-4E57-BA54-8C4D51B5EB81}" type="presOf" srcId="{57D30757-AC47-4D8C-8498-FE0C5BC0BEB0}" destId="{B4C02597-441C-41AF-8BF3-41B841D642BF}" srcOrd="0" destOrd="0" presId="urn:microsoft.com/office/officeart/2005/8/layout/hierarchy1"/>
    <dgm:cxn modelId="{73F48506-1636-45C9-9E8F-26F8F91474D4}" type="presOf" srcId="{0F1276C2-B98B-4D17-980A-8BEBB0D1CD26}" destId="{321EF31F-C368-4CA0-B760-D943CE11C9A6}" srcOrd="0" destOrd="0" presId="urn:microsoft.com/office/officeart/2005/8/layout/hierarchy1"/>
    <dgm:cxn modelId="{D95FA60E-588B-48B9-85A1-455D6B9094CA}" type="presOf" srcId="{8322AE39-B1C2-4F0B-863C-6B3393B78EBB}" destId="{2A3979C8-FC59-43C9-AD85-D50749DDEB52}" srcOrd="0" destOrd="0" presId="urn:microsoft.com/office/officeart/2005/8/layout/hierarchy1"/>
    <dgm:cxn modelId="{5B51CA17-6770-4C77-B014-EBA41C44E27D}" type="presOf" srcId="{E073E9D5-3DE6-4C14-8BF7-EA6A2D74AFCA}" destId="{5DC0D18C-3C48-416D-8311-894E0D777612}" srcOrd="0" destOrd="0" presId="urn:microsoft.com/office/officeart/2005/8/layout/hierarchy1"/>
    <dgm:cxn modelId="{5CCBE619-E23C-45F1-80A7-BA3243697A59}" type="presOf" srcId="{C07476C9-D865-4556-84E1-37B5F1323BB7}" destId="{DF3333D7-6AE7-4476-8915-C04A591B45E3}" srcOrd="0" destOrd="0" presId="urn:microsoft.com/office/officeart/2005/8/layout/hierarchy1"/>
    <dgm:cxn modelId="{50E6E424-4032-4B5C-839C-890522502999}" type="presOf" srcId="{D077B83B-A7F0-4F02-BF50-05F20C108FF0}" destId="{1BEC052C-59BA-4245-B04F-46269BA4D4A9}" srcOrd="0" destOrd="0" presId="urn:microsoft.com/office/officeart/2005/8/layout/hierarchy1"/>
    <dgm:cxn modelId="{89E94F2C-B6FA-41EC-8D03-DFD0C0E6A390}" type="presOf" srcId="{05A3322F-5034-4651-B048-768E9108E613}" destId="{82B30477-922C-4A0E-9241-85963FE2F426}" srcOrd="0" destOrd="0" presId="urn:microsoft.com/office/officeart/2005/8/layout/hierarchy1"/>
    <dgm:cxn modelId="{3DFD232E-50AF-4DC8-8FE9-49E7868AE4E5}" type="presOf" srcId="{0B59CD5C-3576-4C7E-9909-BA253D43B1F9}" destId="{2E39D511-D400-4E76-B5FF-3AD2E7CD393E}" srcOrd="0" destOrd="0" presId="urn:microsoft.com/office/officeart/2005/8/layout/hierarchy1"/>
    <dgm:cxn modelId="{E2B90731-4A0C-452E-B66B-243E2334E6D6}" type="presOf" srcId="{72356FDD-CBED-40B5-92CE-D8EE57E577CD}" destId="{EC708F28-3C29-4BB9-9CAE-78A3720D6F42}" srcOrd="0" destOrd="0" presId="urn:microsoft.com/office/officeart/2005/8/layout/hierarchy1"/>
    <dgm:cxn modelId="{971D4F35-F7C4-410F-B7F4-24AA0FBC456B}" srcId="{B1CC78AE-A8D5-4E1A-886F-15C4CF23F84A}" destId="{D077B83B-A7F0-4F02-BF50-05F20C108FF0}" srcOrd="1" destOrd="0" parTransId="{72356FDD-CBED-40B5-92CE-D8EE57E577CD}" sibTransId="{88E2222D-2E60-4CDE-834C-0B9086DD8BAE}"/>
    <dgm:cxn modelId="{94555938-BBA9-44D1-9493-F5DA5C51AD26}" type="presOf" srcId="{0A9E522D-AE67-4546-BBAE-89A0EDC08767}" destId="{33ED4A98-7473-4FD9-9C43-4928D2D6822D}" srcOrd="0" destOrd="0" presId="urn:microsoft.com/office/officeart/2005/8/layout/hierarchy1"/>
    <dgm:cxn modelId="{B9C7E338-5A35-4BD6-B529-EBA4881AC636}" type="presOf" srcId="{75272B21-9148-413F-A98C-FE693FEAF948}" destId="{5C65A458-6D03-469E-B62E-28F484E9F9A3}" srcOrd="0" destOrd="0" presId="urn:microsoft.com/office/officeart/2005/8/layout/hierarchy1"/>
    <dgm:cxn modelId="{80CA323F-4AD0-46C4-97B1-87A36C453986}" srcId="{07F55D5E-D382-4DBD-995C-333906A4A0A0}" destId="{D31F1DEB-ED7D-4E27-AFD6-D89E8E8914D1}" srcOrd="1" destOrd="0" parTransId="{C07476C9-D865-4556-84E1-37B5F1323BB7}" sibTransId="{21EE5601-B239-42E5-AC92-ACCF22D209FF}"/>
    <dgm:cxn modelId="{0DD9CD40-3E13-4EE3-BE58-5B817F81882D}" type="presOf" srcId="{24FD197F-14FD-42D0-B4C5-5396F8CC3689}" destId="{F949875B-1ABF-43E9-9847-BADE62609228}" srcOrd="0" destOrd="0" presId="urn:microsoft.com/office/officeart/2005/8/layout/hierarchy1"/>
    <dgm:cxn modelId="{9696335F-0EFC-4A5B-93DF-C58F044512E8}" type="presOf" srcId="{F25A06BB-D35D-403D-A522-28B4106F00B9}" destId="{2C994523-AC05-44CF-822A-A0DAA9442DFF}" srcOrd="0" destOrd="0" presId="urn:microsoft.com/office/officeart/2005/8/layout/hierarchy1"/>
    <dgm:cxn modelId="{BC5DE061-52D4-486E-8724-86FD7415CD7D}" srcId="{B1CC78AE-A8D5-4E1A-886F-15C4CF23F84A}" destId="{8624F201-9C67-4ACC-937F-E6499BE21555}" srcOrd="0" destOrd="0" parTransId="{6F2D50A0-FF27-4669-AD0F-EA017249D767}" sibTransId="{0427A1E4-82AE-4A2F-8910-090EE81D1C83}"/>
    <dgm:cxn modelId="{E053CA44-4C35-4356-BFEA-D2473AF87F6F}" type="presOf" srcId="{63702332-D99C-4131-951B-ABE25CE13C80}" destId="{B1D294B0-186B-4552-A6E6-E52070A264CD}" srcOrd="0" destOrd="0" presId="urn:microsoft.com/office/officeart/2005/8/layout/hierarchy1"/>
    <dgm:cxn modelId="{4BD86A45-4655-44AA-8F9D-BA082E8A1894}" type="presOf" srcId="{6F2D50A0-FF27-4669-AD0F-EA017249D767}" destId="{412E69B5-D21D-44C4-9A47-9694FF397264}" srcOrd="0" destOrd="0" presId="urn:microsoft.com/office/officeart/2005/8/layout/hierarchy1"/>
    <dgm:cxn modelId="{AFBB3370-73BB-4558-A593-40B45142E7FD}" srcId="{D31F1DEB-ED7D-4E27-AFD6-D89E8E8914D1}" destId="{0B59CD5C-3576-4C7E-9909-BA253D43B1F9}" srcOrd="0" destOrd="0" parTransId="{F25A06BB-D35D-403D-A522-28B4106F00B9}" sibTransId="{EF280EE9-2551-4F03-A7A2-DE551B89AC41}"/>
    <dgm:cxn modelId="{57733950-95C7-4226-98D4-D651F966FDAD}" srcId="{D803F41B-3DDA-4028-AA7D-A4FE5F42DDA4}" destId="{78FDA059-DC1F-47AA-B4F3-0B7C38D068DA}" srcOrd="1" destOrd="0" parTransId="{2F218C0F-F3C2-43BB-B272-6FA7C0E46FE3}" sibTransId="{F7E3D350-424A-4706-86D0-866192AC9C58}"/>
    <dgm:cxn modelId="{B6886853-211D-4D09-B115-62530E23FD0B}" srcId="{0B59CD5C-3576-4C7E-9909-BA253D43B1F9}" destId="{05A3322F-5034-4651-B048-768E9108E613}" srcOrd="0" destOrd="0" parTransId="{BE8379D4-5551-4549-A7A6-79E9923674AA}" sibTransId="{2538B7F2-03DF-4314-AC75-9B9FCE5C458B}"/>
    <dgm:cxn modelId="{567E3974-DF0C-4B89-8458-1AFC5BAD78C5}" type="presOf" srcId="{F7D86B66-966D-41E4-947F-BF359D579341}" destId="{E82328C0-823C-4275-90C6-5938202A09D7}" srcOrd="0" destOrd="0" presId="urn:microsoft.com/office/officeart/2005/8/layout/hierarchy1"/>
    <dgm:cxn modelId="{F389F876-C92F-4D38-A09A-D65B1C4ADD7C}" srcId="{24FD197F-14FD-42D0-B4C5-5396F8CC3689}" destId="{8322AE39-B1C2-4F0B-863C-6B3393B78EBB}" srcOrd="0" destOrd="0" parTransId="{19878BAA-D36D-490A-841A-00A0370492F8}" sibTransId="{C4711F9E-C671-4384-9224-E83FA8A1D30C}"/>
    <dgm:cxn modelId="{B9B6DF78-4406-4FF2-BBD5-183EC9D3E69F}" type="presOf" srcId="{8624F201-9C67-4ACC-937F-E6499BE21555}" destId="{3945CDB9-1462-45F3-AED2-293FAD9F39C8}" srcOrd="0" destOrd="0" presId="urn:microsoft.com/office/officeart/2005/8/layout/hierarchy1"/>
    <dgm:cxn modelId="{3919F481-63D3-447A-8358-95829165FA23}" srcId="{07F55D5E-D382-4DBD-995C-333906A4A0A0}" destId="{0FBECD7C-997E-4FEB-9B65-04A83819A545}" srcOrd="2" destOrd="0" parTransId="{79D74A5C-5A9C-46A6-B16F-FC93D3CB7638}" sibTransId="{5FD9D7F0-86FE-41EB-B516-F6393D198DC0}"/>
    <dgm:cxn modelId="{29453982-0DA9-4661-845E-3ED01EC8DF8B}" type="presOf" srcId="{620C95F8-467A-4415-B0C4-39304678291A}" destId="{1AB5F7FA-9C5D-4C77-B252-72C1756114ED}" srcOrd="0" destOrd="0" presId="urn:microsoft.com/office/officeart/2005/8/layout/hierarchy1"/>
    <dgm:cxn modelId="{E233E28B-699A-491E-8AE4-48DD944E3B9D}" type="presOf" srcId="{D803F41B-3DDA-4028-AA7D-A4FE5F42DDA4}" destId="{6F407B58-E431-486C-B807-4E1644A4C1A3}" srcOrd="0" destOrd="0" presId="urn:microsoft.com/office/officeart/2005/8/layout/hierarchy1"/>
    <dgm:cxn modelId="{14498F95-0044-4EB4-82A8-21F6DCC0C922}" type="presOf" srcId="{78FDA059-DC1F-47AA-B4F3-0B7C38D068DA}" destId="{71CD4779-711A-433B-8FED-C38FD4FB5180}" srcOrd="0" destOrd="0" presId="urn:microsoft.com/office/officeart/2005/8/layout/hierarchy1"/>
    <dgm:cxn modelId="{8C59E3A5-4AB1-49E9-9910-2CDC713F38E5}" srcId="{0A9E522D-AE67-4546-BBAE-89A0EDC08767}" destId="{B1CC78AE-A8D5-4E1A-886F-15C4CF23F84A}" srcOrd="0" destOrd="0" parTransId="{45811F5B-5352-4C58-A583-C20CC0F528E6}" sibTransId="{17537AE6-94A9-4109-BA27-7F448EE13E35}"/>
    <dgm:cxn modelId="{B9FEFCAF-E69F-475B-A03B-FE2888504B98}" type="presOf" srcId="{0FBECD7C-997E-4FEB-9B65-04A83819A545}" destId="{E32ED568-F2F2-414C-9AFD-E03672835013}" srcOrd="0" destOrd="0" presId="urn:microsoft.com/office/officeart/2005/8/layout/hierarchy1"/>
    <dgm:cxn modelId="{1BD06AB2-B2F3-4A36-8073-22A69C388DA0}" srcId="{0B59CD5C-3576-4C7E-9909-BA253D43B1F9}" destId="{E073E9D5-3DE6-4C14-8BF7-EA6A2D74AFCA}" srcOrd="1" destOrd="0" parTransId="{63702332-D99C-4131-951B-ABE25CE13C80}" sibTransId="{F6CD454D-DED8-4C48-9E70-D69C2B1CD5EC}"/>
    <dgm:cxn modelId="{A7E692C3-0ADD-4708-BE05-515703E06CFB}" srcId="{07F55D5E-D382-4DBD-995C-333906A4A0A0}" destId="{24FD197F-14FD-42D0-B4C5-5396F8CC3689}" srcOrd="0" destOrd="0" parTransId="{57D30757-AC47-4D8C-8498-FE0C5BC0BEB0}" sibTransId="{B46D6AC6-7244-460A-BCAA-351277A8DB90}"/>
    <dgm:cxn modelId="{D118F1C3-46AB-49E9-8287-906399A731A8}" type="presOf" srcId="{2F218C0F-F3C2-43BB-B272-6FA7C0E46FE3}" destId="{06C653AD-2921-4B82-9244-331EA1BF1631}" srcOrd="0" destOrd="0" presId="urn:microsoft.com/office/officeart/2005/8/layout/hierarchy1"/>
    <dgm:cxn modelId="{8D5A25C6-3B0C-40C0-A238-094BE5176DC4}" type="presOf" srcId="{B1CC78AE-A8D5-4E1A-886F-15C4CF23F84A}" destId="{0EFA2C03-D9C1-4C9C-A83E-3AA4B762A79C}" srcOrd="0" destOrd="0" presId="urn:microsoft.com/office/officeart/2005/8/layout/hierarchy1"/>
    <dgm:cxn modelId="{4791CAC8-98EB-47DF-BA28-7C1E74BF4F20}" srcId="{D31F1DEB-ED7D-4E27-AFD6-D89E8E8914D1}" destId="{D803F41B-3DDA-4028-AA7D-A4FE5F42DDA4}" srcOrd="1" destOrd="0" parTransId="{C83C65FC-48A4-4730-956B-82F2D5A786D4}" sibTransId="{9EB339AD-6F56-4D83-9BD3-F122EA6D7460}"/>
    <dgm:cxn modelId="{F276F3C8-40D1-403B-9016-1937BB8DFB02}" type="presOf" srcId="{C83C65FC-48A4-4730-956B-82F2D5A786D4}" destId="{AC69D83A-8F35-4380-9F1A-827496E875DE}" srcOrd="0" destOrd="0" presId="urn:microsoft.com/office/officeart/2005/8/layout/hierarchy1"/>
    <dgm:cxn modelId="{5CC87EDA-6630-4D71-A726-F3CAEE9BE698}" type="presOf" srcId="{79D74A5C-5A9C-46A6-B16F-FC93D3CB7638}" destId="{42680FE0-51FF-4B0E-9C49-B22223E7196A}" srcOrd="0" destOrd="0" presId="urn:microsoft.com/office/officeart/2005/8/layout/hierarchy1"/>
    <dgm:cxn modelId="{94458CEA-5241-4FD8-85FD-C06966333A44}" type="presOf" srcId="{19878BAA-D36D-490A-841A-00A0370492F8}" destId="{B298B5B4-0266-42AB-90FF-53B7C15A1573}" srcOrd="0" destOrd="0" presId="urn:microsoft.com/office/officeart/2005/8/layout/hierarchy1"/>
    <dgm:cxn modelId="{AF0DA5EA-FBB9-4DF5-8868-27D9BDB6352D}" type="presOf" srcId="{69787F1F-4010-445B-A489-C27CF8ED7EEC}" destId="{913F1AE2-96DD-46D6-9ED9-2FE7091CF118}" srcOrd="0" destOrd="0" presId="urn:microsoft.com/office/officeart/2005/8/layout/hierarchy1"/>
    <dgm:cxn modelId="{C5A0A4EB-75CA-4C10-BE67-AC7972A38496}" srcId="{07F55D5E-D382-4DBD-995C-333906A4A0A0}" destId="{0A9E522D-AE67-4546-BBAE-89A0EDC08767}" srcOrd="3" destOrd="0" parTransId="{69787F1F-4010-445B-A489-C27CF8ED7EEC}" sibTransId="{C9E36662-6F5A-4D6B-B98E-54A74AA80BC1}"/>
    <dgm:cxn modelId="{B34D71EF-A620-4708-A5B4-4B184B9CD466}" type="presOf" srcId="{45811F5B-5352-4C58-A583-C20CC0F528E6}" destId="{D50C7C1D-3C58-42C7-BBF4-2A57091F58FA}" srcOrd="0" destOrd="0" presId="urn:microsoft.com/office/officeart/2005/8/layout/hierarchy1"/>
    <dgm:cxn modelId="{666554F0-A971-49D5-971D-DE5A6309079C}" srcId="{620C95F8-467A-4415-B0C4-39304678291A}" destId="{07F55D5E-D382-4DBD-995C-333906A4A0A0}" srcOrd="0" destOrd="0" parTransId="{E10A867C-5A45-4812-BE3F-8B9E8AE08E9E}" sibTransId="{C94A51F8-A5C2-44C9-825D-378EF5CBB8BA}"/>
    <dgm:cxn modelId="{6AEEA0F0-EF7B-47E1-98C7-D6615F3A645E}" type="presOf" srcId="{69300D29-91B3-4C99-A081-A322A9CD7D7A}" destId="{32C1F571-B6D9-4572-9BCF-17700AB1945F}" srcOrd="0" destOrd="0" presId="urn:microsoft.com/office/officeart/2005/8/layout/hierarchy1"/>
    <dgm:cxn modelId="{8A08C5F1-FA51-4E74-86E0-3F9086A87BAE}" type="presOf" srcId="{BE8379D4-5551-4549-A7A6-79E9923674AA}" destId="{C63E910A-C9A5-4089-8253-2CBEB0C6297D}" srcOrd="0" destOrd="0" presId="urn:microsoft.com/office/officeart/2005/8/layout/hierarchy1"/>
    <dgm:cxn modelId="{F1CA40F4-88D4-459C-8AD7-DD1AA5F493ED}" srcId="{D803F41B-3DDA-4028-AA7D-A4FE5F42DDA4}" destId="{0F1276C2-B98B-4D17-980A-8BEBB0D1CD26}" srcOrd="0" destOrd="0" parTransId="{F7D86B66-966D-41E4-947F-BF359D579341}" sibTransId="{2E79D07A-A89D-4C59-A8EE-C5F0DC965D18}"/>
    <dgm:cxn modelId="{283F87FF-B5CA-4A34-863C-08D1D098C6C2}" type="presOf" srcId="{07F55D5E-D382-4DBD-995C-333906A4A0A0}" destId="{4C791F07-6352-42A9-941C-0AB2BE62D3F4}" srcOrd="0" destOrd="0" presId="urn:microsoft.com/office/officeart/2005/8/layout/hierarchy1"/>
    <dgm:cxn modelId="{04647B18-5237-4371-92B9-0AD646E9E3AD}" type="presParOf" srcId="{1AB5F7FA-9C5D-4C77-B252-72C1756114ED}" destId="{DCEFF584-1F2D-4DA3-993B-4E88C4CC4BF5}" srcOrd="0" destOrd="0" presId="urn:microsoft.com/office/officeart/2005/8/layout/hierarchy1"/>
    <dgm:cxn modelId="{0AB81FF9-795E-4070-BD0C-D6479750A87F}" type="presParOf" srcId="{DCEFF584-1F2D-4DA3-993B-4E88C4CC4BF5}" destId="{D2334CC8-E9BD-4F8A-88E8-0A1F1BD08527}" srcOrd="0" destOrd="0" presId="urn:microsoft.com/office/officeart/2005/8/layout/hierarchy1"/>
    <dgm:cxn modelId="{43880E0F-F593-4BE6-8A68-7A96BC971D78}" type="presParOf" srcId="{D2334CC8-E9BD-4F8A-88E8-0A1F1BD08527}" destId="{7821FCF5-587A-429A-9AAE-5EF60161C402}" srcOrd="0" destOrd="0" presId="urn:microsoft.com/office/officeart/2005/8/layout/hierarchy1"/>
    <dgm:cxn modelId="{9104C6EB-2D9B-4A54-BD4C-4B4882698589}" type="presParOf" srcId="{D2334CC8-E9BD-4F8A-88E8-0A1F1BD08527}" destId="{4C791F07-6352-42A9-941C-0AB2BE62D3F4}" srcOrd="1" destOrd="0" presId="urn:microsoft.com/office/officeart/2005/8/layout/hierarchy1"/>
    <dgm:cxn modelId="{D9884C94-6075-4AA7-9237-27AF64B5E831}" type="presParOf" srcId="{DCEFF584-1F2D-4DA3-993B-4E88C4CC4BF5}" destId="{05094F3B-06F8-4D40-8BF3-9847D4AF796D}" srcOrd="1" destOrd="0" presId="urn:microsoft.com/office/officeart/2005/8/layout/hierarchy1"/>
    <dgm:cxn modelId="{26CE01BA-A361-4420-8B28-D632B4F43356}" type="presParOf" srcId="{05094F3B-06F8-4D40-8BF3-9847D4AF796D}" destId="{B4C02597-441C-41AF-8BF3-41B841D642BF}" srcOrd="0" destOrd="0" presId="urn:microsoft.com/office/officeart/2005/8/layout/hierarchy1"/>
    <dgm:cxn modelId="{01962152-E997-4191-AEAF-B9785FE657DE}" type="presParOf" srcId="{05094F3B-06F8-4D40-8BF3-9847D4AF796D}" destId="{19BB73D4-BD34-4249-9CCF-B78BBEF6C46B}" srcOrd="1" destOrd="0" presId="urn:microsoft.com/office/officeart/2005/8/layout/hierarchy1"/>
    <dgm:cxn modelId="{3BE25BEB-B042-4435-948D-440E0E05FF0C}" type="presParOf" srcId="{19BB73D4-BD34-4249-9CCF-B78BBEF6C46B}" destId="{92A57A02-50EC-46B6-B3B3-F5BA1F843AA7}" srcOrd="0" destOrd="0" presId="urn:microsoft.com/office/officeart/2005/8/layout/hierarchy1"/>
    <dgm:cxn modelId="{6A7862B8-3D67-4965-A574-2FC93CEEC64B}" type="presParOf" srcId="{92A57A02-50EC-46B6-B3B3-F5BA1F843AA7}" destId="{3293683A-E3C1-4BAD-AF13-358309395C84}" srcOrd="0" destOrd="0" presId="urn:microsoft.com/office/officeart/2005/8/layout/hierarchy1"/>
    <dgm:cxn modelId="{2043AC81-0BF0-43EC-831C-3EA59C358927}" type="presParOf" srcId="{92A57A02-50EC-46B6-B3B3-F5BA1F843AA7}" destId="{F949875B-1ABF-43E9-9847-BADE62609228}" srcOrd="1" destOrd="0" presId="urn:microsoft.com/office/officeart/2005/8/layout/hierarchy1"/>
    <dgm:cxn modelId="{BC526494-6DEC-4DD9-B2C9-7ACAD3889481}" type="presParOf" srcId="{19BB73D4-BD34-4249-9CCF-B78BBEF6C46B}" destId="{2139DB35-9094-4B04-A90C-80415313B544}" srcOrd="1" destOrd="0" presId="urn:microsoft.com/office/officeart/2005/8/layout/hierarchy1"/>
    <dgm:cxn modelId="{02CEB009-214A-4967-A097-B1A436F39727}" type="presParOf" srcId="{2139DB35-9094-4B04-A90C-80415313B544}" destId="{B298B5B4-0266-42AB-90FF-53B7C15A1573}" srcOrd="0" destOrd="0" presId="urn:microsoft.com/office/officeart/2005/8/layout/hierarchy1"/>
    <dgm:cxn modelId="{E0585121-DBF7-48AD-B078-8EABABA8E99F}" type="presParOf" srcId="{2139DB35-9094-4B04-A90C-80415313B544}" destId="{BEE323E2-1B8F-43FC-80C2-1D4BBFDF5AFB}" srcOrd="1" destOrd="0" presId="urn:microsoft.com/office/officeart/2005/8/layout/hierarchy1"/>
    <dgm:cxn modelId="{A85D43B9-C29E-4423-96D0-18D885235F77}" type="presParOf" srcId="{BEE323E2-1B8F-43FC-80C2-1D4BBFDF5AFB}" destId="{9486ADD3-69B6-49EE-BE3C-526DD65F9F17}" srcOrd="0" destOrd="0" presId="urn:microsoft.com/office/officeart/2005/8/layout/hierarchy1"/>
    <dgm:cxn modelId="{40C0664F-76C3-478D-B3DC-52EDA24D0523}" type="presParOf" srcId="{9486ADD3-69B6-49EE-BE3C-526DD65F9F17}" destId="{7FB163FC-4D95-47D4-B243-311A77CE2CC5}" srcOrd="0" destOrd="0" presId="urn:microsoft.com/office/officeart/2005/8/layout/hierarchy1"/>
    <dgm:cxn modelId="{69DCA228-3350-4B0A-9D21-22FC0AD13782}" type="presParOf" srcId="{9486ADD3-69B6-49EE-BE3C-526DD65F9F17}" destId="{2A3979C8-FC59-43C9-AD85-D50749DDEB52}" srcOrd="1" destOrd="0" presId="urn:microsoft.com/office/officeart/2005/8/layout/hierarchy1"/>
    <dgm:cxn modelId="{149E8981-C128-4E0C-9D13-69639E11E64B}" type="presParOf" srcId="{BEE323E2-1B8F-43FC-80C2-1D4BBFDF5AFB}" destId="{252CFDB2-D64E-482D-9EE8-BFD26A9E1215}" srcOrd="1" destOrd="0" presId="urn:microsoft.com/office/officeart/2005/8/layout/hierarchy1"/>
    <dgm:cxn modelId="{4040555A-4D8B-4D35-A8CD-DC5233E7F774}" type="presParOf" srcId="{05094F3B-06F8-4D40-8BF3-9847D4AF796D}" destId="{DF3333D7-6AE7-4476-8915-C04A591B45E3}" srcOrd="2" destOrd="0" presId="urn:microsoft.com/office/officeart/2005/8/layout/hierarchy1"/>
    <dgm:cxn modelId="{DB52DBB7-EF8D-415A-9069-A893AB12B710}" type="presParOf" srcId="{05094F3B-06F8-4D40-8BF3-9847D4AF796D}" destId="{035F8FC2-BFFE-410A-83D1-0396C43E876E}" srcOrd="3" destOrd="0" presId="urn:microsoft.com/office/officeart/2005/8/layout/hierarchy1"/>
    <dgm:cxn modelId="{179E76FB-9072-45F4-94F7-C841BFFCC866}" type="presParOf" srcId="{035F8FC2-BFFE-410A-83D1-0396C43E876E}" destId="{9C02EFFA-B01C-4503-A940-9A3DE1FC019B}" srcOrd="0" destOrd="0" presId="urn:microsoft.com/office/officeart/2005/8/layout/hierarchy1"/>
    <dgm:cxn modelId="{CEA9BCF3-276A-4EB6-B94C-587D3CE19901}" type="presParOf" srcId="{9C02EFFA-B01C-4503-A940-9A3DE1FC019B}" destId="{64E957E1-D99F-42CC-AA89-02E2C7FEB79E}" srcOrd="0" destOrd="0" presId="urn:microsoft.com/office/officeart/2005/8/layout/hierarchy1"/>
    <dgm:cxn modelId="{272708D8-06F2-4AEB-8336-DDE1696EA234}" type="presParOf" srcId="{9C02EFFA-B01C-4503-A940-9A3DE1FC019B}" destId="{AC4326C2-C805-4428-8FA7-3D40E66CC355}" srcOrd="1" destOrd="0" presId="urn:microsoft.com/office/officeart/2005/8/layout/hierarchy1"/>
    <dgm:cxn modelId="{E8F0B190-8448-4877-9A3E-639622AD425D}" type="presParOf" srcId="{035F8FC2-BFFE-410A-83D1-0396C43E876E}" destId="{962EFFDA-43ED-4344-B2BD-75E115D98FDE}" srcOrd="1" destOrd="0" presId="urn:microsoft.com/office/officeart/2005/8/layout/hierarchy1"/>
    <dgm:cxn modelId="{8512E07E-F99F-49E1-A35A-D596326E0E8A}" type="presParOf" srcId="{962EFFDA-43ED-4344-B2BD-75E115D98FDE}" destId="{2C994523-AC05-44CF-822A-A0DAA9442DFF}" srcOrd="0" destOrd="0" presId="urn:microsoft.com/office/officeart/2005/8/layout/hierarchy1"/>
    <dgm:cxn modelId="{5DA65FA3-4D73-4E88-9E5D-6EBAAB39920A}" type="presParOf" srcId="{962EFFDA-43ED-4344-B2BD-75E115D98FDE}" destId="{A38F79AB-4C68-4822-B6F6-65F6615FE407}" srcOrd="1" destOrd="0" presId="urn:microsoft.com/office/officeart/2005/8/layout/hierarchy1"/>
    <dgm:cxn modelId="{BC23D214-46E0-46A8-9CA0-E8A7A9AD6C3E}" type="presParOf" srcId="{A38F79AB-4C68-4822-B6F6-65F6615FE407}" destId="{CD03600C-74AE-4E7C-A114-E42CB8EB0841}" srcOrd="0" destOrd="0" presId="urn:microsoft.com/office/officeart/2005/8/layout/hierarchy1"/>
    <dgm:cxn modelId="{32EAEDF7-F36F-4059-9203-9B962ADC2FEC}" type="presParOf" srcId="{CD03600C-74AE-4E7C-A114-E42CB8EB0841}" destId="{0CCBA70C-66C2-4225-99B7-D99958B42307}" srcOrd="0" destOrd="0" presId="urn:microsoft.com/office/officeart/2005/8/layout/hierarchy1"/>
    <dgm:cxn modelId="{1B8047B5-5328-4EDA-B032-ED7167657946}" type="presParOf" srcId="{CD03600C-74AE-4E7C-A114-E42CB8EB0841}" destId="{2E39D511-D400-4E76-B5FF-3AD2E7CD393E}" srcOrd="1" destOrd="0" presId="urn:microsoft.com/office/officeart/2005/8/layout/hierarchy1"/>
    <dgm:cxn modelId="{2170D7D3-53C8-4CBB-8A42-E0FF11445B9C}" type="presParOf" srcId="{A38F79AB-4C68-4822-B6F6-65F6615FE407}" destId="{79FA3256-0AE9-40CE-8316-A28E31C33166}" srcOrd="1" destOrd="0" presId="urn:microsoft.com/office/officeart/2005/8/layout/hierarchy1"/>
    <dgm:cxn modelId="{0D3E4AEB-A7DA-4FE0-B6CB-4893020E2022}" type="presParOf" srcId="{79FA3256-0AE9-40CE-8316-A28E31C33166}" destId="{C63E910A-C9A5-4089-8253-2CBEB0C6297D}" srcOrd="0" destOrd="0" presId="urn:microsoft.com/office/officeart/2005/8/layout/hierarchy1"/>
    <dgm:cxn modelId="{0A4F0122-E8F1-488C-86DB-75333C59D322}" type="presParOf" srcId="{79FA3256-0AE9-40CE-8316-A28E31C33166}" destId="{CB4531B7-7CE8-480A-AC88-1925D9D0AC82}" srcOrd="1" destOrd="0" presId="urn:microsoft.com/office/officeart/2005/8/layout/hierarchy1"/>
    <dgm:cxn modelId="{0F41C525-8A41-4C07-BEA5-04C4C8BB5F84}" type="presParOf" srcId="{CB4531B7-7CE8-480A-AC88-1925D9D0AC82}" destId="{6D5DC959-6E62-4BCD-8769-451217228A99}" srcOrd="0" destOrd="0" presId="urn:microsoft.com/office/officeart/2005/8/layout/hierarchy1"/>
    <dgm:cxn modelId="{03A93323-2095-4B60-9C9A-C8771B8F6DEC}" type="presParOf" srcId="{6D5DC959-6E62-4BCD-8769-451217228A99}" destId="{A910D1CC-33AE-45F3-858D-0B55CE5B2580}" srcOrd="0" destOrd="0" presId="urn:microsoft.com/office/officeart/2005/8/layout/hierarchy1"/>
    <dgm:cxn modelId="{032435A7-49FD-4A2A-8CAE-69CA0FF7D2AE}" type="presParOf" srcId="{6D5DC959-6E62-4BCD-8769-451217228A99}" destId="{82B30477-922C-4A0E-9241-85963FE2F426}" srcOrd="1" destOrd="0" presId="urn:microsoft.com/office/officeart/2005/8/layout/hierarchy1"/>
    <dgm:cxn modelId="{FFCE8EDE-42DC-41FD-8D5C-C787EDB0160F}" type="presParOf" srcId="{CB4531B7-7CE8-480A-AC88-1925D9D0AC82}" destId="{41977D95-FD04-4861-8B8F-DB6B7347BDCC}" srcOrd="1" destOrd="0" presId="urn:microsoft.com/office/officeart/2005/8/layout/hierarchy1"/>
    <dgm:cxn modelId="{4ADB65CB-6DDF-4C38-9E32-CD2F4E8EBAEA}" type="presParOf" srcId="{79FA3256-0AE9-40CE-8316-A28E31C33166}" destId="{B1D294B0-186B-4552-A6E6-E52070A264CD}" srcOrd="2" destOrd="0" presId="urn:microsoft.com/office/officeart/2005/8/layout/hierarchy1"/>
    <dgm:cxn modelId="{519C5C9F-E9E0-4A53-8808-0F05E7DD5C77}" type="presParOf" srcId="{79FA3256-0AE9-40CE-8316-A28E31C33166}" destId="{04B7DE5A-C677-48C1-9056-1435B9C576D0}" srcOrd="3" destOrd="0" presId="urn:microsoft.com/office/officeart/2005/8/layout/hierarchy1"/>
    <dgm:cxn modelId="{06D82269-9742-4FC0-B616-71E1D91C9109}" type="presParOf" srcId="{04B7DE5A-C677-48C1-9056-1435B9C576D0}" destId="{A0093F11-5383-4A6F-8DD3-E87D643A4A96}" srcOrd="0" destOrd="0" presId="urn:microsoft.com/office/officeart/2005/8/layout/hierarchy1"/>
    <dgm:cxn modelId="{0E20F330-33D0-4F59-B149-A9FAABEC541B}" type="presParOf" srcId="{A0093F11-5383-4A6F-8DD3-E87D643A4A96}" destId="{2341439E-0439-43B8-A559-164D4FC8A526}" srcOrd="0" destOrd="0" presId="urn:microsoft.com/office/officeart/2005/8/layout/hierarchy1"/>
    <dgm:cxn modelId="{EB1D07A8-F735-4257-A42B-0B98C67473DE}" type="presParOf" srcId="{A0093F11-5383-4A6F-8DD3-E87D643A4A96}" destId="{5DC0D18C-3C48-416D-8311-894E0D777612}" srcOrd="1" destOrd="0" presId="urn:microsoft.com/office/officeart/2005/8/layout/hierarchy1"/>
    <dgm:cxn modelId="{CBE69A5D-DC0B-4449-AC15-F3A7C96240CE}" type="presParOf" srcId="{04B7DE5A-C677-48C1-9056-1435B9C576D0}" destId="{2F453182-7DCF-43ED-8A9C-3BD9584C5529}" srcOrd="1" destOrd="0" presId="urn:microsoft.com/office/officeart/2005/8/layout/hierarchy1"/>
    <dgm:cxn modelId="{FFEC6437-B74E-4174-9F48-71A37B054523}" type="presParOf" srcId="{962EFFDA-43ED-4344-B2BD-75E115D98FDE}" destId="{AC69D83A-8F35-4380-9F1A-827496E875DE}" srcOrd="2" destOrd="0" presId="urn:microsoft.com/office/officeart/2005/8/layout/hierarchy1"/>
    <dgm:cxn modelId="{DEA26ED5-2C6C-4803-A589-FAFD3ACF322E}" type="presParOf" srcId="{962EFFDA-43ED-4344-B2BD-75E115D98FDE}" destId="{ED6EBA5C-C1FD-4BCF-AEFE-8FA98D7D52AA}" srcOrd="3" destOrd="0" presId="urn:microsoft.com/office/officeart/2005/8/layout/hierarchy1"/>
    <dgm:cxn modelId="{C13D3E3B-74BE-4F09-8CD3-21586489E9EE}" type="presParOf" srcId="{ED6EBA5C-C1FD-4BCF-AEFE-8FA98D7D52AA}" destId="{16CDEA0C-9BA1-4679-9153-19675DF5C02B}" srcOrd="0" destOrd="0" presId="urn:microsoft.com/office/officeart/2005/8/layout/hierarchy1"/>
    <dgm:cxn modelId="{6020ECB7-2856-49A5-A83A-4B16F4097E84}" type="presParOf" srcId="{16CDEA0C-9BA1-4679-9153-19675DF5C02B}" destId="{F2A9BCC5-B31E-46C1-9F92-D104E2AD4856}" srcOrd="0" destOrd="0" presId="urn:microsoft.com/office/officeart/2005/8/layout/hierarchy1"/>
    <dgm:cxn modelId="{2D2897A8-A4ED-4966-B4CC-AF7F4DF795C8}" type="presParOf" srcId="{16CDEA0C-9BA1-4679-9153-19675DF5C02B}" destId="{6F407B58-E431-486C-B807-4E1644A4C1A3}" srcOrd="1" destOrd="0" presId="urn:microsoft.com/office/officeart/2005/8/layout/hierarchy1"/>
    <dgm:cxn modelId="{2D223D6F-5AA2-43F2-BB9D-F104FDDF3D50}" type="presParOf" srcId="{ED6EBA5C-C1FD-4BCF-AEFE-8FA98D7D52AA}" destId="{095B0B2A-9CAC-4F9A-993A-9199FCF692B7}" srcOrd="1" destOrd="0" presId="urn:microsoft.com/office/officeart/2005/8/layout/hierarchy1"/>
    <dgm:cxn modelId="{380FB1D1-4AFA-4FE5-80C1-204F894B6B54}" type="presParOf" srcId="{095B0B2A-9CAC-4F9A-993A-9199FCF692B7}" destId="{E82328C0-823C-4275-90C6-5938202A09D7}" srcOrd="0" destOrd="0" presId="urn:microsoft.com/office/officeart/2005/8/layout/hierarchy1"/>
    <dgm:cxn modelId="{FA284A07-D536-4423-B1C5-C6376A7C0F1F}" type="presParOf" srcId="{095B0B2A-9CAC-4F9A-993A-9199FCF692B7}" destId="{BB652935-2ECD-4D5E-9A70-65F18C6A7908}" srcOrd="1" destOrd="0" presId="urn:microsoft.com/office/officeart/2005/8/layout/hierarchy1"/>
    <dgm:cxn modelId="{91CD039E-F9AF-439B-940C-7F06C49E6F3C}" type="presParOf" srcId="{BB652935-2ECD-4D5E-9A70-65F18C6A7908}" destId="{969E09FF-3FE2-4EB0-80ED-EF7B7D0FA33F}" srcOrd="0" destOrd="0" presId="urn:microsoft.com/office/officeart/2005/8/layout/hierarchy1"/>
    <dgm:cxn modelId="{CE426E70-E950-49F6-84CF-B9DA4C0579AE}" type="presParOf" srcId="{969E09FF-3FE2-4EB0-80ED-EF7B7D0FA33F}" destId="{3B485289-CF40-412F-89F2-A303B135A54C}" srcOrd="0" destOrd="0" presId="urn:microsoft.com/office/officeart/2005/8/layout/hierarchy1"/>
    <dgm:cxn modelId="{E8259E59-0F85-4EDE-A7F9-C3D50051CBC1}" type="presParOf" srcId="{969E09FF-3FE2-4EB0-80ED-EF7B7D0FA33F}" destId="{321EF31F-C368-4CA0-B760-D943CE11C9A6}" srcOrd="1" destOrd="0" presId="urn:microsoft.com/office/officeart/2005/8/layout/hierarchy1"/>
    <dgm:cxn modelId="{8ACE1D90-CCA5-4E64-87C1-84362D0ACA6B}" type="presParOf" srcId="{BB652935-2ECD-4D5E-9A70-65F18C6A7908}" destId="{6EA0EA36-0720-4E33-9F7C-AD7CF43C45C9}" srcOrd="1" destOrd="0" presId="urn:microsoft.com/office/officeart/2005/8/layout/hierarchy1"/>
    <dgm:cxn modelId="{657D9807-598E-4CB7-B26A-7CB1EE407603}" type="presParOf" srcId="{095B0B2A-9CAC-4F9A-993A-9199FCF692B7}" destId="{06C653AD-2921-4B82-9244-331EA1BF1631}" srcOrd="2" destOrd="0" presId="urn:microsoft.com/office/officeart/2005/8/layout/hierarchy1"/>
    <dgm:cxn modelId="{0B243156-AE20-4F41-B918-854598B851F9}" type="presParOf" srcId="{095B0B2A-9CAC-4F9A-993A-9199FCF692B7}" destId="{5F477EA6-F800-49AB-B8C7-F2DC5AC30947}" srcOrd="3" destOrd="0" presId="urn:microsoft.com/office/officeart/2005/8/layout/hierarchy1"/>
    <dgm:cxn modelId="{5FF4BDD5-E11F-4C79-B3E9-B6B83EC5243F}" type="presParOf" srcId="{5F477EA6-F800-49AB-B8C7-F2DC5AC30947}" destId="{40487402-421B-4887-B825-7FD307300220}" srcOrd="0" destOrd="0" presId="urn:microsoft.com/office/officeart/2005/8/layout/hierarchy1"/>
    <dgm:cxn modelId="{15BF5E7F-3960-4492-856D-1617DE2A3ABD}" type="presParOf" srcId="{40487402-421B-4887-B825-7FD307300220}" destId="{BCA0BFFE-E118-40ED-A2FE-4175069DC3DB}" srcOrd="0" destOrd="0" presId="urn:microsoft.com/office/officeart/2005/8/layout/hierarchy1"/>
    <dgm:cxn modelId="{CB5940CB-5B9B-48B1-A952-02FD94EBC82E}" type="presParOf" srcId="{40487402-421B-4887-B825-7FD307300220}" destId="{71CD4779-711A-433B-8FED-C38FD4FB5180}" srcOrd="1" destOrd="0" presId="urn:microsoft.com/office/officeart/2005/8/layout/hierarchy1"/>
    <dgm:cxn modelId="{7545FB66-FE0A-48A8-BAE5-AC6BAF11225B}" type="presParOf" srcId="{5F477EA6-F800-49AB-B8C7-F2DC5AC30947}" destId="{2FF3FE32-428A-47C5-8D0A-60ECFCE4EAD5}" srcOrd="1" destOrd="0" presId="urn:microsoft.com/office/officeart/2005/8/layout/hierarchy1"/>
    <dgm:cxn modelId="{2F0A3661-D2F4-4C3A-A28C-85A7F34C8C05}" type="presParOf" srcId="{05094F3B-06F8-4D40-8BF3-9847D4AF796D}" destId="{42680FE0-51FF-4B0E-9C49-B22223E7196A}" srcOrd="4" destOrd="0" presId="urn:microsoft.com/office/officeart/2005/8/layout/hierarchy1"/>
    <dgm:cxn modelId="{D1FAE4E7-FF61-412D-8F5D-9A84AAAE385C}" type="presParOf" srcId="{05094F3B-06F8-4D40-8BF3-9847D4AF796D}" destId="{4030558A-FB54-4065-8EFE-BB6E46B53835}" srcOrd="5" destOrd="0" presId="urn:microsoft.com/office/officeart/2005/8/layout/hierarchy1"/>
    <dgm:cxn modelId="{B271A591-8699-404D-9151-B44D4F206202}" type="presParOf" srcId="{4030558A-FB54-4065-8EFE-BB6E46B53835}" destId="{832C8DD7-E2DE-4EAC-87EF-01F059E92EED}" srcOrd="0" destOrd="0" presId="urn:microsoft.com/office/officeart/2005/8/layout/hierarchy1"/>
    <dgm:cxn modelId="{D5D855A5-718D-494D-AC92-A86A60C70B6F}" type="presParOf" srcId="{832C8DD7-E2DE-4EAC-87EF-01F059E92EED}" destId="{7CB67E38-E663-4059-AB08-AF7E4B8CC96E}" srcOrd="0" destOrd="0" presId="urn:microsoft.com/office/officeart/2005/8/layout/hierarchy1"/>
    <dgm:cxn modelId="{BF43BA39-6E71-470B-806A-6A8B18AD824B}" type="presParOf" srcId="{832C8DD7-E2DE-4EAC-87EF-01F059E92EED}" destId="{E32ED568-F2F2-414C-9AFD-E03672835013}" srcOrd="1" destOrd="0" presId="urn:microsoft.com/office/officeart/2005/8/layout/hierarchy1"/>
    <dgm:cxn modelId="{63ECB383-4B82-422F-87A7-C36EF78B5E57}" type="presParOf" srcId="{4030558A-FB54-4065-8EFE-BB6E46B53835}" destId="{06A4DEFE-7D25-4269-AEFB-EAAB8A761AF9}" srcOrd="1" destOrd="0" presId="urn:microsoft.com/office/officeart/2005/8/layout/hierarchy1"/>
    <dgm:cxn modelId="{F027E9B2-94F7-4E25-BED3-EC9513898932}" type="presParOf" srcId="{05094F3B-06F8-4D40-8BF3-9847D4AF796D}" destId="{913F1AE2-96DD-46D6-9ED9-2FE7091CF118}" srcOrd="6" destOrd="0" presId="urn:microsoft.com/office/officeart/2005/8/layout/hierarchy1"/>
    <dgm:cxn modelId="{4B55E945-56BC-421F-939F-4709F718D42D}" type="presParOf" srcId="{05094F3B-06F8-4D40-8BF3-9847D4AF796D}" destId="{98CC87D9-02AF-40FC-BB77-B14054B7D555}" srcOrd="7" destOrd="0" presId="urn:microsoft.com/office/officeart/2005/8/layout/hierarchy1"/>
    <dgm:cxn modelId="{69DDF521-EF6C-4DF6-9311-9A76A6BB3737}" type="presParOf" srcId="{98CC87D9-02AF-40FC-BB77-B14054B7D555}" destId="{83DA71FA-ADDA-4D19-8941-007A4E054BB8}" srcOrd="0" destOrd="0" presId="urn:microsoft.com/office/officeart/2005/8/layout/hierarchy1"/>
    <dgm:cxn modelId="{808679CE-4564-4B1B-B39D-6DC893A4CBFF}" type="presParOf" srcId="{83DA71FA-ADDA-4D19-8941-007A4E054BB8}" destId="{02D2EA9C-70D4-4B53-8F30-818CBA78352F}" srcOrd="0" destOrd="0" presId="urn:microsoft.com/office/officeart/2005/8/layout/hierarchy1"/>
    <dgm:cxn modelId="{2FB8B772-2648-412D-BCCE-0A87C3B633B7}" type="presParOf" srcId="{83DA71FA-ADDA-4D19-8941-007A4E054BB8}" destId="{33ED4A98-7473-4FD9-9C43-4928D2D6822D}" srcOrd="1" destOrd="0" presId="urn:microsoft.com/office/officeart/2005/8/layout/hierarchy1"/>
    <dgm:cxn modelId="{40C574D3-8614-4975-8F55-FA8CD86ACBDC}" type="presParOf" srcId="{98CC87D9-02AF-40FC-BB77-B14054B7D555}" destId="{4FF28BA3-1A6F-4C16-89D4-3FFA6B89E711}" srcOrd="1" destOrd="0" presId="urn:microsoft.com/office/officeart/2005/8/layout/hierarchy1"/>
    <dgm:cxn modelId="{4600BCDD-FEDE-4B1D-894C-0D534B9FC836}" type="presParOf" srcId="{4FF28BA3-1A6F-4C16-89D4-3FFA6B89E711}" destId="{D50C7C1D-3C58-42C7-BBF4-2A57091F58FA}" srcOrd="0" destOrd="0" presId="urn:microsoft.com/office/officeart/2005/8/layout/hierarchy1"/>
    <dgm:cxn modelId="{581BF50A-1FFD-451A-AF08-5F0C81B19CEA}" type="presParOf" srcId="{4FF28BA3-1A6F-4C16-89D4-3FFA6B89E711}" destId="{A7E029EF-77A9-4C60-83BF-58D1F1C17727}" srcOrd="1" destOrd="0" presId="urn:microsoft.com/office/officeart/2005/8/layout/hierarchy1"/>
    <dgm:cxn modelId="{57B7861F-9FE6-4979-8CE8-E208804A21C8}" type="presParOf" srcId="{A7E029EF-77A9-4C60-83BF-58D1F1C17727}" destId="{A4CB09B3-BE39-4EF4-8FFC-E5446795FC8A}" srcOrd="0" destOrd="0" presId="urn:microsoft.com/office/officeart/2005/8/layout/hierarchy1"/>
    <dgm:cxn modelId="{FA0F9F20-C76C-4237-8C2C-64FC11F9339B}" type="presParOf" srcId="{A4CB09B3-BE39-4EF4-8FFC-E5446795FC8A}" destId="{D3EA04CD-D31C-4455-936D-79B20A1A09A4}" srcOrd="0" destOrd="0" presId="urn:microsoft.com/office/officeart/2005/8/layout/hierarchy1"/>
    <dgm:cxn modelId="{7EEC31BE-43A3-4D01-BBF2-B96F5F7D7D89}" type="presParOf" srcId="{A4CB09B3-BE39-4EF4-8FFC-E5446795FC8A}" destId="{0EFA2C03-D9C1-4C9C-A83E-3AA4B762A79C}" srcOrd="1" destOrd="0" presId="urn:microsoft.com/office/officeart/2005/8/layout/hierarchy1"/>
    <dgm:cxn modelId="{E0BED1A2-F500-495E-B2F8-2736E57AF236}" type="presParOf" srcId="{A7E029EF-77A9-4C60-83BF-58D1F1C17727}" destId="{60E30218-F68D-4502-A399-9BB3F6E0C224}" srcOrd="1" destOrd="0" presId="urn:microsoft.com/office/officeart/2005/8/layout/hierarchy1"/>
    <dgm:cxn modelId="{D7F71AF0-008A-4D8C-B6BA-7B3C3087EC00}" type="presParOf" srcId="{60E30218-F68D-4502-A399-9BB3F6E0C224}" destId="{412E69B5-D21D-44C4-9A47-9694FF397264}" srcOrd="0" destOrd="0" presId="urn:microsoft.com/office/officeart/2005/8/layout/hierarchy1"/>
    <dgm:cxn modelId="{61FADE12-9042-451C-9AA1-3A6A36A81F3B}" type="presParOf" srcId="{60E30218-F68D-4502-A399-9BB3F6E0C224}" destId="{D9D4E62D-E5F1-4B0E-8949-873923A192AC}" srcOrd="1" destOrd="0" presId="urn:microsoft.com/office/officeart/2005/8/layout/hierarchy1"/>
    <dgm:cxn modelId="{A3D68393-B610-49E2-BE27-67796A376088}" type="presParOf" srcId="{D9D4E62D-E5F1-4B0E-8949-873923A192AC}" destId="{F27A0CA0-E493-4796-A627-B8094FF50111}" srcOrd="0" destOrd="0" presId="urn:microsoft.com/office/officeart/2005/8/layout/hierarchy1"/>
    <dgm:cxn modelId="{24163DB6-5900-489D-A2CE-DBE5363734DD}" type="presParOf" srcId="{F27A0CA0-E493-4796-A627-B8094FF50111}" destId="{FC509096-6BAF-44F8-BBFE-90413BDA4733}" srcOrd="0" destOrd="0" presId="urn:microsoft.com/office/officeart/2005/8/layout/hierarchy1"/>
    <dgm:cxn modelId="{46973240-6464-48CE-B2F5-200A4F6EDAA3}" type="presParOf" srcId="{F27A0CA0-E493-4796-A627-B8094FF50111}" destId="{3945CDB9-1462-45F3-AED2-293FAD9F39C8}" srcOrd="1" destOrd="0" presId="urn:microsoft.com/office/officeart/2005/8/layout/hierarchy1"/>
    <dgm:cxn modelId="{EB050F39-233B-4E30-B1D0-F8662CCAD465}" type="presParOf" srcId="{D9D4E62D-E5F1-4B0E-8949-873923A192AC}" destId="{9F135CEA-4A41-4141-AD23-A4E208E3324A}" srcOrd="1" destOrd="0" presId="urn:microsoft.com/office/officeart/2005/8/layout/hierarchy1"/>
    <dgm:cxn modelId="{948F2C0A-62A1-451E-967B-4F0E052DA140}" type="presParOf" srcId="{60E30218-F68D-4502-A399-9BB3F6E0C224}" destId="{EC708F28-3C29-4BB9-9CAE-78A3720D6F42}" srcOrd="2" destOrd="0" presId="urn:microsoft.com/office/officeart/2005/8/layout/hierarchy1"/>
    <dgm:cxn modelId="{48D8CEC3-0D37-4532-A142-C97F3392000E}" type="presParOf" srcId="{60E30218-F68D-4502-A399-9BB3F6E0C224}" destId="{87A19BA3-97D6-4A2C-975F-58FE393F0831}" srcOrd="3" destOrd="0" presId="urn:microsoft.com/office/officeart/2005/8/layout/hierarchy1"/>
    <dgm:cxn modelId="{C7297323-0376-44BC-964F-7BC0672BCAC8}" type="presParOf" srcId="{87A19BA3-97D6-4A2C-975F-58FE393F0831}" destId="{85AD11C0-F87A-4357-9A7B-7FD0E8AAD9A4}" srcOrd="0" destOrd="0" presId="urn:microsoft.com/office/officeart/2005/8/layout/hierarchy1"/>
    <dgm:cxn modelId="{FC2DA6B0-524A-40A9-A23F-A5C32A73E131}" type="presParOf" srcId="{85AD11C0-F87A-4357-9A7B-7FD0E8AAD9A4}" destId="{C2F47C43-C291-4384-BABD-3036ED86F9B7}" srcOrd="0" destOrd="0" presId="urn:microsoft.com/office/officeart/2005/8/layout/hierarchy1"/>
    <dgm:cxn modelId="{E3B9FF5E-9B8A-4B4F-9D39-05095AE3CFBA}" type="presParOf" srcId="{85AD11C0-F87A-4357-9A7B-7FD0E8AAD9A4}" destId="{1BEC052C-59BA-4245-B04F-46269BA4D4A9}" srcOrd="1" destOrd="0" presId="urn:microsoft.com/office/officeart/2005/8/layout/hierarchy1"/>
    <dgm:cxn modelId="{9F4D0EC0-59A3-4294-9F1D-3BA9F821E6FD}" type="presParOf" srcId="{87A19BA3-97D6-4A2C-975F-58FE393F0831}" destId="{5C54EF7B-4C71-42D1-B7CE-8C2BCF59A119}" srcOrd="1" destOrd="0" presId="urn:microsoft.com/office/officeart/2005/8/layout/hierarchy1"/>
    <dgm:cxn modelId="{BD311603-401E-4908-A464-38D4A82077AC}" type="presParOf" srcId="{60E30218-F68D-4502-A399-9BB3F6E0C224}" destId="{32C1F571-B6D9-4572-9BCF-17700AB1945F}" srcOrd="4" destOrd="0" presId="urn:microsoft.com/office/officeart/2005/8/layout/hierarchy1"/>
    <dgm:cxn modelId="{B7317259-48C7-44FA-B2ED-B66DEA74268D}" type="presParOf" srcId="{60E30218-F68D-4502-A399-9BB3F6E0C224}" destId="{F8C47C32-3F61-416F-A065-A748044AB337}" srcOrd="5" destOrd="0" presId="urn:microsoft.com/office/officeart/2005/8/layout/hierarchy1"/>
    <dgm:cxn modelId="{AE4E9A70-83D5-42D2-A7D0-C90D289F2084}" type="presParOf" srcId="{F8C47C32-3F61-416F-A065-A748044AB337}" destId="{44F3D349-0BEB-42E0-A986-E52706CA4771}" srcOrd="0" destOrd="0" presId="urn:microsoft.com/office/officeart/2005/8/layout/hierarchy1"/>
    <dgm:cxn modelId="{475AFC6A-87BB-4CAD-BAD3-F1F1E7632C30}" type="presParOf" srcId="{44F3D349-0BEB-42E0-A986-E52706CA4771}" destId="{D4B8DE9C-6885-47BF-BF2D-A400B617C400}" srcOrd="0" destOrd="0" presId="urn:microsoft.com/office/officeart/2005/8/layout/hierarchy1"/>
    <dgm:cxn modelId="{8E416480-93A6-4A64-92AC-A2C3BFCE9C5B}" type="presParOf" srcId="{44F3D349-0BEB-42E0-A986-E52706CA4771}" destId="{5C65A458-6D03-469E-B62E-28F484E9F9A3}" srcOrd="1" destOrd="0" presId="urn:microsoft.com/office/officeart/2005/8/layout/hierarchy1"/>
    <dgm:cxn modelId="{E7BB7A1F-7FAE-453E-A9CD-34065CECECAC}" type="presParOf" srcId="{F8C47C32-3F61-416F-A065-A748044AB337}" destId="{AFFADEB5-D2AA-44BA-B5FA-CCBEE585195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C1F571-B6D9-4572-9BCF-17700AB1945F}">
      <dsp:nvSpPr>
        <dsp:cNvPr id="0" name=""/>
        <dsp:cNvSpPr/>
      </dsp:nvSpPr>
      <dsp:spPr>
        <a:xfrm>
          <a:off x="8883999" y="4085868"/>
          <a:ext cx="921264" cy="13650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7499"/>
              </a:lnTo>
              <a:lnTo>
                <a:pt x="921264" y="1257499"/>
              </a:lnTo>
              <a:lnTo>
                <a:pt x="921264" y="136505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708F28-3C29-4BB9-9CAE-78A3720D6F42}">
      <dsp:nvSpPr>
        <dsp:cNvPr id="0" name=""/>
        <dsp:cNvSpPr/>
      </dsp:nvSpPr>
      <dsp:spPr>
        <a:xfrm>
          <a:off x="8386197" y="4085868"/>
          <a:ext cx="497802" cy="1365058"/>
        </a:xfrm>
        <a:custGeom>
          <a:avLst/>
          <a:gdLst/>
          <a:ahLst/>
          <a:cxnLst/>
          <a:rect l="0" t="0" r="0" b="0"/>
          <a:pathLst>
            <a:path>
              <a:moveTo>
                <a:pt x="497802" y="0"/>
              </a:moveTo>
              <a:lnTo>
                <a:pt x="497802" y="1257499"/>
              </a:lnTo>
              <a:lnTo>
                <a:pt x="0" y="1257499"/>
              </a:lnTo>
              <a:lnTo>
                <a:pt x="0" y="136505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2E69B5-D21D-44C4-9A47-9694FF397264}">
      <dsp:nvSpPr>
        <dsp:cNvPr id="0" name=""/>
        <dsp:cNvSpPr/>
      </dsp:nvSpPr>
      <dsp:spPr>
        <a:xfrm>
          <a:off x="6967130" y="4085868"/>
          <a:ext cx="1916869" cy="1375218"/>
        </a:xfrm>
        <a:custGeom>
          <a:avLst/>
          <a:gdLst/>
          <a:ahLst/>
          <a:cxnLst/>
          <a:rect l="0" t="0" r="0" b="0"/>
          <a:pathLst>
            <a:path>
              <a:moveTo>
                <a:pt x="1916869" y="0"/>
              </a:moveTo>
              <a:lnTo>
                <a:pt x="1916869" y="1267659"/>
              </a:lnTo>
              <a:lnTo>
                <a:pt x="0" y="1267659"/>
              </a:lnTo>
              <a:lnTo>
                <a:pt x="0" y="137521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0C7C1D-3C58-42C7-BBF4-2A57091F58FA}">
      <dsp:nvSpPr>
        <dsp:cNvPr id="0" name=""/>
        <dsp:cNvSpPr/>
      </dsp:nvSpPr>
      <dsp:spPr>
        <a:xfrm>
          <a:off x="8838279" y="3010925"/>
          <a:ext cx="91440" cy="337673"/>
        </a:xfrm>
        <a:custGeom>
          <a:avLst/>
          <a:gdLst/>
          <a:ahLst/>
          <a:cxnLst/>
          <a:rect l="0" t="0" r="0" b="0"/>
          <a:pathLst>
            <a:path>
              <a:moveTo>
                <a:pt x="55879" y="0"/>
              </a:moveTo>
              <a:lnTo>
                <a:pt x="55879" y="230114"/>
              </a:lnTo>
              <a:lnTo>
                <a:pt x="45720" y="230114"/>
              </a:lnTo>
              <a:lnTo>
                <a:pt x="45720" y="33767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3F1AE2-96DD-46D6-9ED9-2FE7091CF118}">
      <dsp:nvSpPr>
        <dsp:cNvPr id="0" name=""/>
        <dsp:cNvSpPr/>
      </dsp:nvSpPr>
      <dsp:spPr>
        <a:xfrm>
          <a:off x="4483763" y="1935982"/>
          <a:ext cx="4410395" cy="3376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0114"/>
              </a:lnTo>
              <a:lnTo>
                <a:pt x="4410395" y="230114"/>
              </a:lnTo>
              <a:lnTo>
                <a:pt x="4410395" y="33767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680FE0-51FF-4B0E-9C49-B22223E7196A}">
      <dsp:nvSpPr>
        <dsp:cNvPr id="0" name=""/>
        <dsp:cNvSpPr/>
      </dsp:nvSpPr>
      <dsp:spPr>
        <a:xfrm>
          <a:off x="4483763" y="1935982"/>
          <a:ext cx="1675570" cy="3376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0114"/>
              </a:lnTo>
              <a:lnTo>
                <a:pt x="1675570" y="230114"/>
              </a:lnTo>
              <a:lnTo>
                <a:pt x="1675570" y="33767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C653AD-2921-4B82-9244-331EA1BF1631}">
      <dsp:nvSpPr>
        <dsp:cNvPr id="0" name=""/>
        <dsp:cNvSpPr/>
      </dsp:nvSpPr>
      <dsp:spPr>
        <a:xfrm>
          <a:off x="4838530" y="4024911"/>
          <a:ext cx="2101347" cy="3986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1072"/>
              </a:lnTo>
              <a:lnTo>
                <a:pt x="2101347" y="291072"/>
              </a:lnTo>
              <a:lnTo>
                <a:pt x="2101347" y="39863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2328C0-823C-4275-90C6-5938202A09D7}">
      <dsp:nvSpPr>
        <dsp:cNvPr id="0" name=""/>
        <dsp:cNvSpPr/>
      </dsp:nvSpPr>
      <dsp:spPr>
        <a:xfrm>
          <a:off x="4792810" y="4024911"/>
          <a:ext cx="91440" cy="39863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1072"/>
              </a:lnTo>
              <a:lnTo>
                <a:pt x="47344" y="291072"/>
              </a:lnTo>
              <a:lnTo>
                <a:pt x="47344" y="39863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69D83A-8F35-4380-9F1A-827496E875DE}">
      <dsp:nvSpPr>
        <dsp:cNvPr id="0" name=""/>
        <dsp:cNvSpPr/>
      </dsp:nvSpPr>
      <dsp:spPr>
        <a:xfrm>
          <a:off x="3419463" y="3010925"/>
          <a:ext cx="1419066" cy="2767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157"/>
              </a:lnTo>
              <a:lnTo>
                <a:pt x="1419066" y="169157"/>
              </a:lnTo>
              <a:lnTo>
                <a:pt x="1419066" y="27671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D294B0-186B-4552-A6E6-E52070A264CD}">
      <dsp:nvSpPr>
        <dsp:cNvPr id="0" name=""/>
        <dsp:cNvSpPr/>
      </dsp:nvSpPr>
      <dsp:spPr>
        <a:xfrm>
          <a:off x="2655663" y="4085868"/>
          <a:ext cx="91440" cy="33767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0114"/>
              </a:lnTo>
              <a:lnTo>
                <a:pt x="54266" y="230114"/>
              </a:lnTo>
              <a:lnTo>
                <a:pt x="54266" y="33767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3E910A-C9A5-4089-8253-2CBEB0C6297D}">
      <dsp:nvSpPr>
        <dsp:cNvPr id="0" name=""/>
        <dsp:cNvSpPr/>
      </dsp:nvSpPr>
      <dsp:spPr>
        <a:xfrm>
          <a:off x="1290863" y="4085868"/>
          <a:ext cx="1410520" cy="337673"/>
        </a:xfrm>
        <a:custGeom>
          <a:avLst/>
          <a:gdLst/>
          <a:ahLst/>
          <a:cxnLst/>
          <a:rect l="0" t="0" r="0" b="0"/>
          <a:pathLst>
            <a:path>
              <a:moveTo>
                <a:pt x="1410520" y="0"/>
              </a:moveTo>
              <a:lnTo>
                <a:pt x="1410520" y="230114"/>
              </a:lnTo>
              <a:lnTo>
                <a:pt x="0" y="230114"/>
              </a:lnTo>
              <a:lnTo>
                <a:pt x="0" y="33767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994523-AC05-44CF-822A-A0DAA9442DFF}">
      <dsp:nvSpPr>
        <dsp:cNvPr id="0" name=""/>
        <dsp:cNvSpPr/>
      </dsp:nvSpPr>
      <dsp:spPr>
        <a:xfrm>
          <a:off x="2701383" y="3010925"/>
          <a:ext cx="718080" cy="337673"/>
        </a:xfrm>
        <a:custGeom>
          <a:avLst/>
          <a:gdLst/>
          <a:ahLst/>
          <a:cxnLst/>
          <a:rect l="0" t="0" r="0" b="0"/>
          <a:pathLst>
            <a:path>
              <a:moveTo>
                <a:pt x="718080" y="0"/>
              </a:moveTo>
              <a:lnTo>
                <a:pt x="718080" y="230114"/>
              </a:lnTo>
              <a:lnTo>
                <a:pt x="0" y="230114"/>
              </a:lnTo>
              <a:lnTo>
                <a:pt x="0" y="33767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3333D7-6AE7-4476-8915-C04A591B45E3}">
      <dsp:nvSpPr>
        <dsp:cNvPr id="0" name=""/>
        <dsp:cNvSpPr/>
      </dsp:nvSpPr>
      <dsp:spPr>
        <a:xfrm>
          <a:off x="3419463" y="1935982"/>
          <a:ext cx="1064300" cy="337673"/>
        </a:xfrm>
        <a:custGeom>
          <a:avLst/>
          <a:gdLst/>
          <a:ahLst/>
          <a:cxnLst/>
          <a:rect l="0" t="0" r="0" b="0"/>
          <a:pathLst>
            <a:path>
              <a:moveTo>
                <a:pt x="1064300" y="0"/>
              </a:moveTo>
              <a:lnTo>
                <a:pt x="1064300" y="230114"/>
              </a:lnTo>
              <a:lnTo>
                <a:pt x="0" y="230114"/>
              </a:lnTo>
              <a:lnTo>
                <a:pt x="0" y="33767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98B5B4-0266-42AB-90FF-53B7C15A1573}">
      <dsp:nvSpPr>
        <dsp:cNvPr id="0" name=""/>
        <dsp:cNvSpPr/>
      </dsp:nvSpPr>
      <dsp:spPr>
        <a:xfrm>
          <a:off x="535609" y="3010925"/>
          <a:ext cx="91440" cy="33767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767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C02597-441C-41AF-8BF3-41B841D642BF}">
      <dsp:nvSpPr>
        <dsp:cNvPr id="0" name=""/>
        <dsp:cNvSpPr/>
      </dsp:nvSpPr>
      <dsp:spPr>
        <a:xfrm>
          <a:off x="581329" y="1935982"/>
          <a:ext cx="3902433" cy="337673"/>
        </a:xfrm>
        <a:custGeom>
          <a:avLst/>
          <a:gdLst/>
          <a:ahLst/>
          <a:cxnLst/>
          <a:rect l="0" t="0" r="0" b="0"/>
          <a:pathLst>
            <a:path>
              <a:moveTo>
                <a:pt x="3902433" y="0"/>
              </a:moveTo>
              <a:lnTo>
                <a:pt x="3902433" y="230114"/>
              </a:lnTo>
              <a:lnTo>
                <a:pt x="0" y="230114"/>
              </a:lnTo>
              <a:lnTo>
                <a:pt x="0" y="33767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21FCF5-587A-429A-9AAE-5EF60161C402}">
      <dsp:nvSpPr>
        <dsp:cNvPr id="0" name=""/>
        <dsp:cNvSpPr/>
      </dsp:nvSpPr>
      <dsp:spPr>
        <a:xfrm>
          <a:off x="3903236" y="1198712"/>
          <a:ext cx="1161054" cy="737269"/>
        </a:xfrm>
        <a:prstGeom prst="roundRect">
          <a:avLst>
            <a:gd name="adj" fmla="val 10000"/>
          </a:avLst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791F07-6352-42A9-941C-0AB2BE62D3F4}">
      <dsp:nvSpPr>
        <dsp:cNvPr id="0" name=""/>
        <dsp:cNvSpPr/>
      </dsp:nvSpPr>
      <dsp:spPr>
        <a:xfrm>
          <a:off x="4032242" y="1321268"/>
          <a:ext cx="1161054" cy="737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President</a:t>
          </a:r>
        </a:p>
      </dsp:txBody>
      <dsp:txXfrm>
        <a:off x="4053836" y="1342862"/>
        <a:ext cx="1117866" cy="694081"/>
      </dsp:txXfrm>
    </dsp:sp>
    <dsp:sp modelId="{3293683A-E3C1-4BAD-AF13-358309395C84}">
      <dsp:nvSpPr>
        <dsp:cNvPr id="0" name=""/>
        <dsp:cNvSpPr/>
      </dsp:nvSpPr>
      <dsp:spPr>
        <a:xfrm>
          <a:off x="802" y="2273655"/>
          <a:ext cx="1161054" cy="737269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9875B-1ABF-43E9-9847-BADE62609228}">
      <dsp:nvSpPr>
        <dsp:cNvPr id="0" name=""/>
        <dsp:cNvSpPr/>
      </dsp:nvSpPr>
      <dsp:spPr>
        <a:xfrm>
          <a:off x="129808" y="2396211"/>
          <a:ext cx="1161054" cy="737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Vice president of finance</a:t>
          </a:r>
        </a:p>
      </dsp:txBody>
      <dsp:txXfrm>
        <a:off x="151402" y="2417805"/>
        <a:ext cx="1117866" cy="694081"/>
      </dsp:txXfrm>
    </dsp:sp>
    <dsp:sp modelId="{7FB163FC-4D95-47D4-B243-311A77CE2CC5}">
      <dsp:nvSpPr>
        <dsp:cNvPr id="0" name=""/>
        <dsp:cNvSpPr/>
      </dsp:nvSpPr>
      <dsp:spPr>
        <a:xfrm>
          <a:off x="802" y="3348598"/>
          <a:ext cx="1161054" cy="737269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3979C8-FC59-43C9-AD85-D50749DDEB52}">
      <dsp:nvSpPr>
        <dsp:cNvPr id="0" name=""/>
        <dsp:cNvSpPr/>
      </dsp:nvSpPr>
      <dsp:spPr>
        <a:xfrm>
          <a:off x="129808" y="3471154"/>
          <a:ext cx="1161054" cy="737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Accounting manager</a:t>
          </a:r>
        </a:p>
      </dsp:txBody>
      <dsp:txXfrm>
        <a:off x="151402" y="3492748"/>
        <a:ext cx="1117866" cy="694081"/>
      </dsp:txXfrm>
    </dsp:sp>
    <dsp:sp modelId="{64E957E1-D99F-42CC-AA89-02E2C7FEB79E}">
      <dsp:nvSpPr>
        <dsp:cNvPr id="0" name=""/>
        <dsp:cNvSpPr/>
      </dsp:nvSpPr>
      <dsp:spPr>
        <a:xfrm>
          <a:off x="2838936" y="2273655"/>
          <a:ext cx="1161054" cy="737269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326C2-C805-4428-8FA7-3D40E66CC355}">
      <dsp:nvSpPr>
        <dsp:cNvPr id="0" name=""/>
        <dsp:cNvSpPr/>
      </dsp:nvSpPr>
      <dsp:spPr>
        <a:xfrm>
          <a:off x="2967942" y="2396211"/>
          <a:ext cx="1161054" cy="737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Vice president of marketing</a:t>
          </a:r>
        </a:p>
      </dsp:txBody>
      <dsp:txXfrm>
        <a:off x="2989536" y="2417805"/>
        <a:ext cx="1117866" cy="694081"/>
      </dsp:txXfrm>
    </dsp:sp>
    <dsp:sp modelId="{0CCBA70C-66C2-4225-99B7-D99958B42307}">
      <dsp:nvSpPr>
        <dsp:cNvPr id="0" name=""/>
        <dsp:cNvSpPr/>
      </dsp:nvSpPr>
      <dsp:spPr>
        <a:xfrm>
          <a:off x="2120855" y="3348598"/>
          <a:ext cx="1161054" cy="737269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39D511-D400-4E76-B5FF-3AD2E7CD393E}">
      <dsp:nvSpPr>
        <dsp:cNvPr id="0" name=""/>
        <dsp:cNvSpPr/>
      </dsp:nvSpPr>
      <dsp:spPr>
        <a:xfrm>
          <a:off x="2249862" y="3471154"/>
          <a:ext cx="1161054" cy="737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Director of sales</a:t>
          </a:r>
        </a:p>
      </dsp:txBody>
      <dsp:txXfrm>
        <a:off x="2271456" y="3492748"/>
        <a:ext cx="1117866" cy="694081"/>
      </dsp:txXfrm>
    </dsp:sp>
    <dsp:sp modelId="{A910D1CC-33AE-45F3-858D-0B55CE5B2580}">
      <dsp:nvSpPr>
        <dsp:cNvPr id="0" name=""/>
        <dsp:cNvSpPr/>
      </dsp:nvSpPr>
      <dsp:spPr>
        <a:xfrm>
          <a:off x="710335" y="4423541"/>
          <a:ext cx="1161054" cy="737269"/>
        </a:xfrm>
        <a:prstGeom prst="roundRect">
          <a:avLst>
            <a:gd name="adj" fmla="val 10000"/>
          </a:avLst>
        </a:prstGeom>
        <a:solidFill>
          <a:srgbClr val="D4A90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30477-922C-4A0E-9241-85963FE2F426}">
      <dsp:nvSpPr>
        <dsp:cNvPr id="0" name=""/>
        <dsp:cNvSpPr/>
      </dsp:nvSpPr>
      <dsp:spPr>
        <a:xfrm>
          <a:off x="839341" y="4546097"/>
          <a:ext cx="1161054" cy="737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Industrial sales manager</a:t>
          </a:r>
        </a:p>
      </dsp:txBody>
      <dsp:txXfrm>
        <a:off x="860935" y="4567691"/>
        <a:ext cx="1117866" cy="694081"/>
      </dsp:txXfrm>
    </dsp:sp>
    <dsp:sp modelId="{2341439E-0439-43B8-A559-164D4FC8A526}">
      <dsp:nvSpPr>
        <dsp:cNvPr id="0" name=""/>
        <dsp:cNvSpPr/>
      </dsp:nvSpPr>
      <dsp:spPr>
        <a:xfrm>
          <a:off x="2129402" y="4423541"/>
          <a:ext cx="1161054" cy="737269"/>
        </a:xfrm>
        <a:prstGeom prst="roundRect">
          <a:avLst>
            <a:gd name="adj" fmla="val 10000"/>
          </a:avLst>
        </a:prstGeom>
        <a:solidFill>
          <a:srgbClr val="D4A90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C0D18C-3C48-416D-8311-894E0D777612}">
      <dsp:nvSpPr>
        <dsp:cNvPr id="0" name=""/>
        <dsp:cNvSpPr/>
      </dsp:nvSpPr>
      <dsp:spPr>
        <a:xfrm>
          <a:off x="2258408" y="4546097"/>
          <a:ext cx="1161054" cy="737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Retail sales manager</a:t>
          </a:r>
        </a:p>
      </dsp:txBody>
      <dsp:txXfrm>
        <a:off x="2280002" y="4567691"/>
        <a:ext cx="1117866" cy="694081"/>
      </dsp:txXfrm>
    </dsp:sp>
    <dsp:sp modelId="{F2A9BCC5-B31E-46C1-9F92-D104E2AD4856}">
      <dsp:nvSpPr>
        <dsp:cNvPr id="0" name=""/>
        <dsp:cNvSpPr/>
      </dsp:nvSpPr>
      <dsp:spPr>
        <a:xfrm>
          <a:off x="4258002" y="3287641"/>
          <a:ext cx="1161054" cy="737269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407B58-E431-486C-B807-4E1644A4C1A3}">
      <dsp:nvSpPr>
        <dsp:cNvPr id="0" name=""/>
        <dsp:cNvSpPr/>
      </dsp:nvSpPr>
      <dsp:spPr>
        <a:xfrm>
          <a:off x="4387008" y="3410197"/>
          <a:ext cx="1161054" cy="737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Director of advertising and promotion</a:t>
          </a:r>
        </a:p>
      </dsp:txBody>
      <dsp:txXfrm>
        <a:off x="4408602" y="3431791"/>
        <a:ext cx="1117866" cy="694081"/>
      </dsp:txXfrm>
    </dsp:sp>
    <dsp:sp modelId="{3B485289-CF40-412F-89F2-A303B135A54C}">
      <dsp:nvSpPr>
        <dsp:cNvPr id="0" name=""/>
        <dsp:cNvSpPr/>
      </dsp:nvSpPr>
      <dsp:spPr>
        <a:xfrm>
          <a:off x="4259627" y="4423541"/>
          <a:ext cx="1161054" cy="737269"/>
        </a:xfrm>
        <a:prstGeom prst="roundRect">
          <a:avLst>
            <a:gd name="adj" fmla="val 10000"/>
          </a:avLst>
        </a:prstGeom>
        <a:solidFill>
          <a:srgbClr val="D4A90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EF31F-C368-4CA0-B760-D943CE11C9A6}">
      <dsp:nvSpPr>
        <dsp:cNvPr id="0" name=""/>
        <dsp:cNvSpPr/>
      </dsp:nvSpPr>
      <dsp:spPr>
        <a:xfrm>
          <a:off x="4388633" y="4546097"/>
          <a:ext cx="1161054" cy="737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E-commerce manager</a:t>
          </a:r>
        </a:p>
      </dsp:txBody>
      <dsp:txXfrm>
        <a:off x="4410227" y="4567691"/>
        <a:ext cx="1117866" cy="694081"/>
      </dsp:txXfrm>
    </dsp:sp>
    <dsp:sp modelId="{BCA0BFFE-E118-40ED-A2FE-4175069DC3DB}">
      <dsp:nvSpPr>
        <dsp:cNvPr id="0" name=""/>
        <dsp:cNvSpPr/>
      </dsp:nvSpPr>
      <dsp:spPr>
        <a:xfrm>
          <a:off x="6359350" y="4423541"/>
          <a:ext cx="1161054" cy="737269"/>
        </a:xfrm>
        <a:prstGeom prst="roundRect">
          <a:avLst>
            <a:gd name="adj" fmla="val 10000"/>
          </a:avLst>
        </a:prstGeom>
        <a:solidFill>
          <a:srgbClr val="D4A90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CD4779-711A-433B-8FED-C38FD4FB5180}">
      <dsp:nvSpPr>
        <dsp:cNvPr id="0" name=""/>
        <dsp:cNvSpPr/>
      </dsp:nvSpPr>
      <dsp:spPr>
        <a:xfrm>
          <a:off x="6488356" y="4546097"/>
          <a:ext cx="1161054" cy="737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Advertising manager</a:t>
          </a:r>
        </a:p>
      </dsp:txBody>
      <dsp:txXfrm>
        <a:off x="6509950" y="4567691"/>
        <a:ext cx="1117866" cy="694081"/>
      </dsp:txXfrm>
    </dsp:sp>
    <dsp:sp modelId="{7CB67E38-E663-4059-AB08-AF7E4B8CC96E}">
      <dsp:nvSpPr>
        <dsp:cNvPr id="0" name=""/>
        <dsp:cNvSpPr/>
      </dsp:nvSpPr>
      <dsp:spPr>
        <a:xfrm>
          <a:off x="5578807" y="2273655"/>
          <a:ext cx="1161054" cy="737269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ED568-F2F2-414C-9AFD-E03672835013}">
      <dsp:nvSpPr>
        <dsp:cNvPr id="0" name=""/>
        <dsp:cNvSpPr/>
      </dsp:nvSpPr>
      <dsp:spPr>
        <a:xfrm>
          <a:off x="5707813" y="2396211"/>
          <a:ext cx="1161054" cy="737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Vice president of research and development</a:t>
          </a:r>
        </a:p>
      </dsp:txBody>
      <dsp:txXfrm>
        <a:off x="5729407" y="2417805"/>
        <a:ext cx="1117866" cy="694081"/>
      </dsp:txXfrm>
    </dsp:sp>
    <dsp:sp modelId="{02D2EA9C-70D4-4B53-8F30-818CBA78352F}">
      <dsp:nvSpPr>
        <dsp:cNvPr id="0" name=""/>
        <dsp:cNvSpPr/>
      </dsp:nvSpPr>
      <dsp:spPr>
        <a:xfrm>
          <a:off x="8313631" y="2273655"/>
          <a:ext cx="1161054" cy="737269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ED4A98-7473-4FD9-9C43-4928D2D6822D}">
      <dsp:nvSpPr>
        <dsp:cNvPr id="0" name=""/>
        <dsp:cNvSpPr/>
      </dsp:nvSpPr>
      <dsp:spPr>
        <a:xfrm>
          <a:off x="8442637" y="2396211"/>
          <a:ext cx="1161054" cy="737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Vice president of promotion</a:t>
          </a:r>
        </a:p>
      </dsp:txBody>
      <dsp:txXfrm>
        <a:off x="8464231" y="2417805"/>
        <a:ext cx="1117866" cy="694081"/>
      </dsp:txXfrm>
    </dsp:sp>
    <dsp:sp modelId="{D3EA04CD-D31C-4455-936D-79B20A1A09A4}">
      <dsp:nvSpPr>
        <dsp:cNvPr id="0" name=""/>
        <dsp:cNvSpPr/>
      </dsp:nvSpPr>
      <dsp:spPr>
        <a:xfrm>
          <a:off x="8303472" y="3348598"/>
          <a:ext cx="1161054" cy="737269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A2C03-D9C1-4C9C-A83E-3AA4B762A79C}">
      <dsp:nvSpPr>
        <dsp:cNvPr id="0" name=""/>
        <dsp:cNvSpPr/>
      </dsp:nvSpPr>
      <dsp:spPr>
        <a:xfrm>
          <a:off x="8432478" y="3471154"/>
          <a:ext cx="1161054" cy="737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Plant manager</a:t>
          </a:r>
        </a:p>
      </dsp:txBody>
      <dsp:txXfrm>
        <a:off x="8454072" y="3492748"/>
        <a:ext cx="1117866" cy="694081"/>
      </dsp:txXfrm>
    </dsp:sp>
    <dsp:sp modelId="{FC509096-6BAF-44F8-BBFE-90413BDA4733}">
      <dsp:nvSpPr>
        <dsp:cNvPr id="0" name=""/>
        <dsp:cNvSpPr/>
      </dsp:nvSpPr>
      <dsp:spPr>
        <a:xfrm>
          <a:off x="6386603" y="5461086"/>
          <a:ext cx="1161054" cy="737269"/>
        </a:xfrm>
        <a:prstGeom prst="roundRect">
          <a:avLst>
            <a:gd name="adj" fmla="val 10000"/>
          </a:avLst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45CDB9-1462-45F3-AED2-293FAD9F39C8}">
      <dsp:nvSpPr>
        <dsp:cNvPr id="0" name=""/>
        <dsp:cNvSpPr/>
      </dsp:nvSpPr>
      <dsp:spPr>
        <a:xfrm>
          <a:off x="6515609" y="5583642"/>
          <a:ext cx="1161054" cy="737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Line A supervisor</a:t>
          </a:r>
        </a:p>
      </dsp:txBody>
      <dsp:txXfrm>
        <a:off x="6537203" y="5605236"/>
        <a:ext cx="1117866" cy="694081"/>
      </dsp:txXfrm>
    </dsp:sp>
    <dsp:sp modelId="{C2F47C43-C291-4384-BABD-3036ED86F9B7}">
      <dsp:nvSpPr>
        <dsp:cNvPr id="0" name=""/>
        <dsp:cNvSpPr/>
      </dsp:nvSpPr>
      <dsp:spPr>
        <a:xfrm>
          <a:off x="7805670" y="5450927"/>
          <a:ext cx="1161054" cy="737269"/>
        </a:xfrm>
        <a:prstGeom prst="roundRect">
          <a:avLst>
            <a:gd name="adj" fmla="val 10000"/>
          </a:avLst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EC052C-59BA-4245-B04F-46269BA4D4A9}">
      <dsp:nvSpPr>
        <dsp:cNvPr id="0" name=""/>
        <dsp:cNvSpPr/>
      </dsp:nvSpPr>
      <dsp:spPr>
        <a:xfrm>
          <a:off x="7934676" y="5573483"/>
          <a:ext cx="1161054" cy="737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Line B supervisor</a:t>
          </a:r>
        </a:p>
      </dsp:txBody>
      <dsp:txXfrm>
        <a:off x="7956270" y="5595077"/>
        <a:ext cx="1117866" cy="694081"/>
      </dsp:txXfrm>
    </dsp:sp>
    <dsp:sp modelId="{D4B8DE9C-6885-47BF-BF2D-A400B617C400}">
      <dsp:nvSpPr>
        <dsp:cNvPr id="0" name=""/>
        <dsp:cNvSpPr/>
      </dsp:nvSpPr>
      <dsp:spPr>
        <a:xfrm>
          <a:off x="9224736" y="5450927"/>
          <a:ext cx="1161054" cy="737269"/>
        </a:xfrm>
        <a:prstGeom prst="roundRect">
          <a:avLst>
            <a:gd name="adj" fmla="val 10000"/>
          </a:avLst>
        </a:prstGeom>
        <a:solidFill>
          <a:schemeClr val="tx2">
            <a:lumMod val="75000"/>
            <a:lumOff val="2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65A458-6D03-469E-B62E-28F484E9F9A3}">
      <dsp:nvSpPr>
        <dsp:cNvPr id="0" name=""/>
        <dsp:cNvSpPr/>
      </dsp:nvSpPr>
      <dsp:spPr>
        <a:xfrm>
          <a:off x="9353743" y="5573483"/>
          <a:ext cx="1161054" cy="737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Line C supervisor</a:t>
          </a:r>
        </a:p>
      </dsp:txBody>
      <dsp:txXfrm>
        <a:off x="9375337" y="5595077"/>
        <a:ext cx="1117866" cy="6940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73C76-1321-FF27-D00D-BE02AD784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70F667-D30F-DE3F-13BA-F2C3B9A169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DBF3C-6A55-2D88-75B9-DCB8632BB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3C3-2D8E-4240-9B1C-7E304A735B4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00123-09A7-8928-F2B8-EFD41955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6FA59-3827-FDF7-74F4-B8770147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38E3-70D6-49EB-B05F-E21E4F12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29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51B73-CCFA-47F3-835A-FD51E3504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C3D08-6AD2-1040-B6EC-FB605395E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89E26-F496-215B-7BDC-209B4AFC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3C3-2D8E-4240-9B1C-7E304A735B4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87D06-8CC7-9C6C-E5F0-D2B5C7FB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1A891-050B-4BCE-D7C6-328EC9C85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38E3-70D6-49EB-B05F-E21E4F12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04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79A69-C277-CCFD-3305-D659B8141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9082D-6E7C-875A-F4CA-240FCE6E9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FC022-63DD-9549-3988-8688ECDE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3C3-2D8E-4240-9B1C-7E304A735B4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64363-47E7-F0CC-D8E3-B5A834E03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3FA28-53D0-A172-A0FD-6EACBA600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38E3-70D6-49EB-B05F-E21E4F12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640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21163-E86F-8FA9-81ED-8E049057B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3EC77-54CC-E4F5-A58B-4C0611F74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BF4EB-03CE-AD35-59F2-0E864EDE9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E0F0C-3107-DAAB-AB8A-E0342776C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3C3-2D8E-4240-9B1C-7E304A735B4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AE101-2EB0-217E-7735-06719181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B0E15-9C46-5489-E612-DF9226942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38E3-70D6-49EB-B05F-E21E4F12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003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86DF7-7270-0F5D-0021-0F616B9BE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96FD0-BB35-CD4A-C3D1-61E5393C1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A7A0C-A5D1-7539-7C49-CA48FAAB8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207A4C-8387-2B6A-93B2-7A0301265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045805-4C16-DF47-0A86-36ED0C218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1D946-3EEC-FD07-740C-26DD007D5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3C3-2D8E-4240-9B1C-7E304A735B4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0A0AE4-9908-893D-FC92-4E0B93A00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844A0-CAFE-B949-3348-520DDF49E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38E3-70D6-49EB-B05F-E21E4F12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09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5B49-76CB-3D18-C77A-4625F1EC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CA689D-5A8D-E86D-B5F2-524F39BA0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3C3-2D8E-4240-9B1C-7E304A735B4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AD221-DA81-C907-B856-1BD4667E2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6CA7FE-7216-7742-0FD2-4C8154EB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38E3-70D6-49EB-B05F-E21E4F12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91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0731F3-21D9-6273-640E-097316307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3C3-2D8E-4240-9B1C-7E304A735B4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744484-7349-A821-D70E-5D7CD857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CCB5B-A865-51AE-10D6-128F6D95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38E3-70D6-49EB-B05F-E21E4F12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85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18EBB-B15B-46A3-3A2E-281D8AE35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C9C71-67C7-8E08-923A-527F37D4F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5F735-E590-07B7-496E-621E47C8A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6517F-82B5-9496-1AF5-0292B6225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3C3-2D8E-4240-9B1C-7E304A735B4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83DD0-4C20-5E83-DAB0-59201958E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3F728-094D-2DAE-B49E-F197F7FC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38E3-70D6-49EB-B05F-E21E4F12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3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EEA2-6197-BA0E-F2BA-E78453948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FF4EC4-95C4-50EE-1B30-A5E81371A3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74439-4D55-5C68-F670-0E08CCE54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EE13B-740D-902D-9A99-8D81CC11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3C3-2D8E-4240-9B1C-7E304A735B4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3AF0F-15A8-1BE8-0CA7-BFFAA0CA1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0D949-D0D9-5EF1-5E59-56798F5C4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38E3-70D6-49EB-B05F-E21E4F12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18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FE7F6-1477-7B9F-F93F-78060050E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CBE13-86EA-245D-ACCA-49A2F2686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9A59B-81BE-CED5-C4A4-1E9D7D4B3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3C3-2D8E-4240-9B1C-7E304A735B4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9D95B-9755-3F5F-9FA6-99E048B5F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20805-6FC6-39F6-B3E4-0745FB3F6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38E3-70D6-49EB-B05F-E21E4F12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8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E51C03-9C87-14EF-C12E-925293BF9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096B6-F074-EF18-0B14-8FA2D3B46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93D54-F7E8-072E-57E4-51162B378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B3C3-2D8E-4240-9B1C-7E304A735B4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EC589-0C40-4781-8D0A-DEAE171BE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02753-0183-2DEF-B7BD-B8A35CD36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38E3-70D6-49EB-B05F-E21E4F12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8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BD02A0-25E2-31D8-D714-17C47777B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28826-0C80-F05C-F2D2-5DB6BAF55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B3679-D3A9-8A91-D20B-13765B7C9D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BB3C3-2D8E-4240-9B1C-7E304A735B4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C665B-921D-E4EF-3F44-41369B2D8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BFCAC-5AED-4EAF-EA84-60DCC094D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7B38E3-70D6-49EB-B05F-E21E4F12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93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3681-B50B-6DB9-8237-E3FC99AE52A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dirty="0">
                <a:latin typeface="Aptos" panose="020B0004020202020204" pitchFamily="34" charset="0"/>
              </a:rPr>
              <a:t>Requests for Action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EF96C65-F6FD-66DD-9C62-3A7418A1216B}"/>
              </a:ext>
            </a:extLst>
          </p:cNvPr>
          <p:cNvGrpSpPr/>
          <p:nvPr/>
        </p:nvGrpSpPr>
        <p:grpSpPr>
          <a:xfrm>
            <a:off x="4363720" y="2119888"/>
            <a:ext cx="2966720" cy="4227386"/>
            <a:chOff x="4363720" y="2119888"/>
            <a:chExt cx="2966720" cy="42273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1877F20-3317-678F-B6B0-7B7978BF1E1E}"/>
                </a:ext>
              </a:extLst>
            </p:cNvPr>
            <p:cNvSpPr/>
            <p:nvPr/>
          </p:nvSpPr>
          <p:spPr>
            <a:xfrm>
              <a:off x="4363720" y="2119888"/>
              <a:ext cx="2966720" cy="139284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6376ACE-AD17-11F0-1E62-96EA331E0473}"/>
                </a:ext>
              </a:extLst>
            </p:cNvPr>
            <p:cNvSpPr/>
            <p:nvPr/>
          </p:nvSpPr>
          <p:spPr>
            <a:xfrm>
              <a:off x="4363720" y="3514856"/>
              <a:ext cx="2966720" cy="150685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AFEE1F9-7901-6EC6-8704-CDD7BF1BAB61}"/>
                </a:ext>
              </a:extLst>
            </p:cNvPr>
            <p:cNvSpPr/>
            <p:nvPr/>
          </p:nvSpPr>
          <p:spPr>
            <a:xfrm>
              <a:off x="4363720" y="5021712"/>
              <a:ext cx="2966720" cy="132556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5761AB0-7F00-C5BD-201C-85CE1A1689B6}"/>
              </a:ext>
            </a:extLst>
          </p:cNvPr>
          <p:cNvGrpSpPr/>
          <p:nvPr/>
        </p:nvGrpSpPr>
        <p:grpSpPr>
          <a:xfrm>
            <a:off x="1023621" y="2511925"/>
            <a:ext cx="9679937" cy="3446282"/>
            <a:chOff x="1023621" y="2511925"/>
            <a:chExt cx="9679937" cy="34462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195E64E-E7FF-A82E-EFF6-6EAA98FF5AD4}"/>
                </a:ext>
              </a:extLst>
            </p:cNvPr>
            <p:cNvSpPr/>
            <p:nvPr/>
          </p:nvSpPr>
          <p:spPr>
            <a:xfrm>
              <a:off x="1023621" y="3523021"/>
              <a:ext cx="2679700" cy="14351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BECC94D-7E89-CEC8-1348-326B2C15B0AD}"/>
                </a:ext>
              </a:extLst>
            </p:cNvPr>
            <p:cNvSpPr/>
            <p:nvPr/>
          </p:nvSpPr>
          <p:spPr>
            <a:xfrm>
              <a:off x="7995920" y="3469234"/>
              <a:ext cx="2707638" cy="14351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70D630C-6C34-5E4C-5A0A-FDF53A6D004D}"/>
                </a:ext>
              </a:extLst>
            </p:cNvPr>
            <p:cNvSpPr txBox="1"/>
            <p:nvPr/>
          </p:nvSpPr>
          <p:spPr>
            <a:xfrm>
              <a:off x="1215391" y="3891401"/>
              <a:ext cx="2296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mic Sans MS" panose="030F0702030302020204" pitchFamily="66" charset="0"/>
                  <a:cs typeface="MV Boli" panose="02000500030200090000" pitchFamily="2" charset="0"/>
                </a:rPr>
                <a:t>Written </a:t>
              </a:r>
            </a:p>
            <a:p>
              <a:pPr algn="ctr"/>
              <a:r>
                <a:rPr lang="en-US" dirty="0">
                  <a:latin typeface="Comic Sans MS" panose="030F0702030302020204" pitchFamily="66" charset="0"/>
                  <a:cs typeface="MV Boli" panose="02000500030200090000" pitchFamily="2" charset="0"/>
                </a:rPr>
                <a:t>Request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D13BB5-245E-F1E6-F94D-2B67E87F5987}"/>
                </a:ext>
              </a:extLst>
            </p:cNvPr>
            <p:cNvSpPr txBox="1"/>
            <p:nvPr/>
          </p:nvSpPr>
          <p:spPr>
            <a:xfrm>
              <a:off x="4627880" y="2511925"/>
              <a:ext cx="2438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mic Sans MS" panose="030F0702030302020204" pitchFamily="66" charset="0"/>
                </a:rPr>
                <a:t>Gain </a:t>
              </a:r>
            </a:p>
            <a:p>
              <a:pPr algn="ctr"/>
              <a:r>
                <a:rPr lang="en-US" dirty="0">
                  <a:latin typeface="Comic Sans MS" panose="030F0702030302020204" pitchFamily="66" charset="0"/>
                </a:rPr>
                <a:t>Attention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1646BF-BB97-D83B-67CF-7F496DEEBAF8}"/>
                </a:ext>
              </a:extLst>
            </p:cNvPr>
            <p:cNvSpPr txBox="1"/>
            <p:nvPr/>
          </p:nvSpPr>
          <p:spPr>
            <a:xfrm>
              <a:off x="4617720" y="3944056"/>
              <a:ext cx="2550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mic Sans MS" panose="030F0702030302020204" pitchFamily="66" charset="0"/>
                </a:rPr>
                <a:t>Use Faris</a:t>
              </a:r>
            </a:p>
            <a:p>
              <a:pPr algn="ctr"/>
              <a:r>
                <a:rPr lang="en-US" dirty="0">
                  <a:latin typeface="Comic Sans MS" panose="030F0702030302020204" pitchFamily="66" charset="0"/>
                </a:rPr>
                <a:t>Figures and Benefits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88F351-32F5-02BB-8A16-BCC835567852}"/>
                </a:ext>
              </a:extLst>
            </p:cNvPr>
            <p:cNvSpPr txBox="1"/>
            <p:nvPr/>
          </p:nvSpPr>
          <p:spPr>
            <a:xfrm>
              <a:off x="4795520" y="5311876"/>
              <a:ext cx="2296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mic Sans MS" panose="030F0702030302020204" pitchFamily="66" charset="0"/>
                  <a:cs typeface="MV Boli" panose="02000500030200090000" pitchFamily="2" charset="0"/>
                </a:rPr>
                <a:t>Make a </a:t>
              </a:r>
            </a:p>
            <a:p>
              <a:pPr algn="ctr"/>
              <a:r>
                <a:rPr lang="en-US" dirty="0">
                  <a:latin typeface="Comic Sans MS" panose="030F0702030302020204" pitchFamily="66" charset="0"/>
                  <a:cs typeface="MV Boli" panose="02000500030200090000" pitchFamily="2" charset="0"/>
                </a:rPr>
                <a:t>Specific Resolution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693E317-800B-B8B9-4B60-DDC1B5D32837}"/>
                </a:ext>
              </a:extLst>
            </p:cNvPr>
            <p:cNvSpPr txBox="1"/>
            <p:nvPr/>
          </p:nvSpPr>
          <p:spPr>
            <a:xfrm>
              <a:off x="8839199" y="3969932"/>
              <a:ext cx="1361440" cy="375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mic Sans MS" panose="030F0702030302020204" pitchFamily="66" charset="0"/>
                </a:rPr>
                <a:t>Action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EAC3E06-0E70-8304-47E3-1A686F02D82A}"/>
                </a:ext>
              </a:extLst>
            </p:cNvPr>
            <p:cNvGrpSpPr/>
            <p:nvPr/>
          </p:nvGrpSpPr>
          <p:grpSpPr>
            <a:xfrm>
              <a:off x="4043680" y="2848575"/>
              <a:ext cx="3952240" cy="2795672"/>
              <a:chOff x="4043680" y="2848575"/>
              <a:chExt cx="3952240" cy="2795672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089E241-EF38-0D8A-1A24-8BE00F7CC151}"/>
                  </a:ext>
                </a:extLst>
              </p:cNvPr>
              <p:cNvCxnSpPr/>
              <p:nvPr/>
            </p:nvCxnSpPr>
            <p:spPr>
              <a:xfrm flipH="1">
                <a:off x="4043680" y="2848575"/>
                <a:ext cx="32004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6D9832-DB9C-DAD6-FC19-58FFF3DEC3B7}"/>
                  </a:ext>
                </a:extLst>
              </p:cNvPr>
              <p:cNvCxnSpPr/>
              <p:nvPr/>
            </p:nvCxnSpPr>
            <p:spPr>
              <a:xfrm flipH="1">
                <a:off x="4043680" y="5575930"/>
                <a:ext cx="32004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33CC8C3-E603-8009-E4B0-AE421B54C1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3680" y="2848575"/>
                <a:ext cx="0" cy="272735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F21456D-29A7-28D1-ABE3-D5D0702E1370}"/>
                  </a:ext>
                </a:extLst>
              </p:cNvPr>
              <p:cNvCxnSpPr/>
              <p:nvPr/>
            </p:nvCxnSpPr>
            <p:spPr>
              <a:xfrm flipH="1">
                <a:off x="7330440" y="2928426"/>
                <a:ext cx="32004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0606F94-6E99-8868-8EBF-F475CB03246C}"/>
                  </a:ext>
                </a:extLst>
              </p:cNvPr>
              <p:cNvCxnSpPr/>
              <p:nvPr/>
            </p:nvCxnSpPr>
            <p:spPr>
              <a:xfrm flipH="1">
                <a:off x="7368540" y="5644247"/>
                <a:ext cx="32004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77475AD-5D81-43A5-4F7A-8B2E8CB606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55560" y="2905473"/>
                <a:ext cx="0" cy="272735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3260A4FD-D058-166E-8D98-7C6DB70762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60641" y="4212252"/>
                <a:ext cx="33527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2DF4A7D-F28E-EE29-64D1-4F90AC91AB78}"/>
              </a:ext>
            </a:extLst>
          </p:cNvPr>
          <p:cNvSpPr/>
          <p:nvPr/>
        </p:nvSpPr>
        <p:spPr>
          <a:xfrm>
            <a:off x="838200" y="1690688"/>
            <a:ext cx="10515600" cy="49945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911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401CABDE-4683-FE98-EC52-06BA066A52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6260728"/>
              </p:ext>
            </p:extLst>
          </p:nvPr>
        </p:nvGraphicFramePr>
        <p:xfrm>
          <a:off x="838200" y="182880"/>
          <a:ext cx="10515600" cy="6482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34B25DCF-3CDD-2E6E-5294-B9552B3563B2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13280" y="2641600"/>
            <a:ext cx="1524000" cy="447040"/>
          </a:xfrm>
          <a:prstGeom prst="curvedConnector3">
            <a:avLst>
              <a:gd name="adj1" fmla="val 44000"/>
            </a:avLst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71730938-7A76-BBA0-DCEA-8D5788C5900C}"/>
              </a:ext>
            </a:extLst>
          </p:cNvPr>
          <p:cNvCxnSpPr>
            <a:cxnSpLocks/>
          </p:cNvCxnSpPr>
          <p:nvPr/>
        </p:nvCxnSpPr>
        <p:spPr>
          <a:xfrm rot="10800000">
            <a:off x="6258560" y="3688080"/>
            <a:ext cx="3068320" cy="508000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row: Curved Up 15">
            <a:extLst>
              <a:ext uri="{FF2B5EF4-FFF2-40B4-BE49-F238E27FC236}">
                <a16:creationId xmlns:a16="http://schemas.microsoft.com/office/drawing/2014/main" id="{15DC5E28-B551-FCB0-C1DC-112B48046937}"/>
              </a:ext>
            </a:extLst>
          </p:cNvPr>
          <p:cNvSpPr/>
          <p:nvPr/>
        </p:nvSpPr>
        <p:spPr>
          <a:xfrm>
            <a:off x="7559040" y="6370320"/>
            <a:ext cx="3535680" cy="304800"/>
          </a:xfrm>
          <a:prstGeom prst="curvedUp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row: Curved Down 16">
            <a:extLst>
              <a:ext uri="{FF2B5EF4-FFF2-40B4-BE49-F238E27FC236}">
                <a16:creationId xmlns:a16="http://schemas.microsoft.com/office/drawing/2014/main" id="{2BF666CB-A09E-F610-440D-861ACBC46A4A}"/>
              </a:ext>
            </a:extLst>
          </p:cNvPr>
          <p:cNvSpPr/>
          <p:nvPr/>
        </p:nvSpPr>
        <p:spPr>
          <a:xfrm rot="751810">
            <a:off x="5970525" y="1479200"/>
            <a:ext cx="3985829" cy="686841"/>
          </a:xfrm>
          <a:prstGeom prst="curvedDownArrow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Arrow: Curved Down 17">
            <a:extLst>
              <a:ext uri="{FF2B5EF4-FFF2-40B4-BE49-F238E27FC236}">
                <a16:creationId xmlns:a16="http://schemas.microsoft.com/office/drawing/2014/main" id="{DED86050-48B8-CB3E-7A13-409CE79C1E86}"/>
              </a:ext>
            </a:extLst>
          </p:cNvPr>
          <p:cNvSpPr/>
          <p:nvPr/>
        </p:nvSpPr>
        <p:spPr>
          <a:xfrm rot="6653488">
            <a:off x="3446716" y="4423846"/>
            <a:ext cx="729248" cy="166426"/>
          </a:xfrm>
          <a:prstGeom prst="curvedDownArrow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Arrow: Curved Right 18">
            <a:extLst>
              <a:ext uri="{FF2B5EF4-FFF2-40B4-BE49-F238E27FC236}">
                <a16:creationId xmlns:a16="http://schemas.microsoft.com/office/drawing/2014/main" id="{5AE89CDA-E913-96CA-8FAA-3741AE28A196}"/>
              </a:ext>
            </a:extLst>
          </p:cNvPr>
          <p:cNvSpPr/>
          <p:nvPr/>
        </p:nvSpPr>
        <p:spPr>
          <a:xfrm rot="2927810">
            <a:off x="4096584" y="1230493"/>
            <a:ext cx="362614" cy="1475016"/>
          </a:xfrm>
          <a:prstGeom prst="curvedRigh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Arrow: Curved Left 19">
            <a:extLst>
              <a:ext uri="{FF2B5EF4-FFF2-40B4-BE49-F238E27FC236}">
                <a16:creationId xmlns:a16="http://schemas.microsoft.com/office/drawing/2014/main" id="{579E44F5-7AF0-6F51-7AF3-DABB33F92FF5}"/>
              </a:ext>
            </a:extLst>
          </p:cNvPr>
          <p:cNvSpPr/>
          <p:nvPr/>
        </p:nvSpPr>
        <p:spPr>
          <a:xfrm rot="11170920">
            <a:off x="5241035" y="4144456"/>
            <a:ext cx="182892" cy="730142"/>
          </a:xfrm>
          <a:prstGeom prst="curvedLeftArrow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Curved Right 20">
            <a:extLst>
              <a:ext uri="{FF2B5EF4-FFF2-40B4-BE49-F238E27FC236}">
                <a16:creationId xmlns:a16="http://schemas.microsoft.com/office/drawing/2014/main" id="{E86DD4D7-8AC2-8B70-17D4-D2025935486A}"/>
              </a:ext>
            </a:extLst>
          </p:cNvPr>
          <p:cNvSpPr/>
          <p:nvPr/>
        </p:nvSpPr>
        <p:spPr>
          <a:xfrm rot="18488272">
            <a:off x="6527190" y="3973961"/>
            <a:ext cx="404207" cy="1604393"/>
          </a:xfrm>
          <a:prstGeom prst="curvedRigh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urved Right 21">
            <a:extLst>
              <a:ext uri="{FF2B5EF4-FFF2-40B4-BE49-F238E27FC236}">
                <a16:creationId xmlns:a16="http://schemas.microsoft.com/office/drawing/2014/main" id="{3D2425B2-5051-0038-D8A5-49FACBAA5466}"/>
              </a:ext>
            </a:extLst>
          </p:cNvPr>
          <p:cNvSpPr/>
          <p:nvPr/>
        </p:nvSpPr>
        <p:spPr>
          <a:xfrm rot="12641177">
            <a:off x="9854747" y="4310292"/>
            <a:ext cx="404207" cy="1604393"/>
          </a:xfrm>
          <a:prstGeom prst="curvedRightArrow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152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67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Comic Sans MS</vt:lpstr>
      <vt:lpstr>Office Theme</vt:lpstr>
      <vt:lpstr>PowerPoint Presentation</vt:lpstr>
      <vt:lpstr>PowerPoint Presentation</vt:lpstr>
    </vt:vector>
  </TitlesOfParts>
  <Company>CyberMania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</cp:revision>
  <dcterms:created xsi:type="dcterms:W3CDTF">2025-05-13T04:26:32Z</dcterms:created>
  <dcterms:modified xsi:type="dcterms:W3CDTF">2025-05-13T12:54:05Z</dcterms:modified>
</cp:coreProperties>
</file>