
<file path=[Content_Types].xml><?xml version="1.0" encoding="utf-8"?>
<Types xmlns="http://schemas.openxmlformats.org/package/2006/content-types">
  <Default Extension="gif" ContentType="image/gif"/>
  <Default Extension="glb" ContentType="model/gltf.binary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397" r:id="rId2"/>
    <p:sldId id="383" r:id="rId3"/>
    <p:sldId id="622" r:id="rId4"/>
    <p:sldId id="623" r:id="rId5"/>
    <p:sldId id="624" r:id="rId6"/>
    <p:sldId id="625" r:id="rId7"/>
    <p:sldId id="626" r:id="rId8"/>
    <p:sldId id="627" r:id="rId9"/>
    <p:sldId id="628" r:id="rId10"/>
    <p:sldId id="629" r:id="rId11"/>
    <p:sldId id="630" r:id="rId12"/>
    <p:sldId id="418" r:id="rId13"/>
    <p:sldId id="398" r:id="rId14"/>
    <p:sldId id="401" r:id="rId15"/>
    <p:sldId id="427" r:id="rId16"/>
    <p:sldId id="428" r:id="rId17"/>
    <p:sldId id="429" r:id="rId18"/>
    <p:sldId id="402" r:id="rId19"/>
    <p:sldId id="403" r:id="rId20"/>
    <p:sldId id="413" r:id="rId21"/>
    <p:sldId id="409" r:id="rId22"/>
    <p:sldId id="410" r:id="rId23"/>
    <p:sldId id="411" r:id="rId24"/>
    <p:sldId id="412" r:id="rId25"/>
    <p:sldId id="414" r:id="rId26"/>
    <p:sldId id="415" r:id="rId27"/>
    <p:sldId id="416" r:id="rId28"/>
    <p:sldId id="417" r:id="rId29"/>
    <p:sldId id="419" r:id="rId30"/>
    <p:sldId id="420" r:id="rId31"/>
    <p:sldId id="422" r:id="rId32"/>
    <p:sldId id="423" r:id="rId33"/>
    <p:sldId id="425" r:id="rId34"/>
    <p:sldId id="426" r:id="rId35"/>
    <p:sldId id="430" r:id="rId36"/>
    <p:sldId id="431" r:id="rId37"/>
    <p:sldId id="432" r:id="rId38"/>
    <p:sldId id="433" r:id="rId39"/>
    <p:sldId id="434" r:id="rId40"/>
    <p:sldId id="621" r:id="rId41"/>
  </p:sldIdLst>
  <p:sldSz cx="12801600" cy="7315200"/>
  <p:notesSz cx="6858000" cy="9144000"/>
  <p:defaultTextStyle>
    <a:defPPr>
      <a:defRPr lang="en-PK"/>
    </a:defPPr>
    <a:lvl1pPr marL="0" algn="l" defTabSz="965606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1pPr>
    <a:lvl2pPr marL="482803" algn="l" defTabSz="965606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2pPr>
    <a:lvl3pPr marL="965606" algn="l" defTabSz="965606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3pPr>
    <a:lvl4pPr marL="1448410" algn="l" defTabSz="965606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4pPr>
    <a:lvl5pPr marL="1931213" algn="l" defTabSz="965606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5pPr>
    <a:lvl6pPr marL="2414016" algn="l" defTabSz="965606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6pPr>
    <a:lvl7pPr marL="2896819" algn="l" defTabSz="965606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7pPr>
    <a:lvl8pPr marL="3379622" algn="l" defTabSz="965606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8pPr>
    <a:lvl9pPr marL="3862426" algn="l" defTabSz="965606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4" autoAdjust="0"/>
    <p:restoredTop sz="88129" autoAdjust="0"/>
  </p:normalViewPr>
  <p:slideViewPr>
    <p:cSldViewPr snapToGrid="0">
      <p:cViewPr varScale="1">
        <p:scale>
          <a:sx n="92" d="100"/>
          <a:sy n="92" d="100"/>
        </p:scale>
        <p:origin x="145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ACC25-3A54-4997-9733-7223A86F583D}" type="datetimeFigureOut">
              <a:rPr lang="en-PK" smtClean="0"/>
              <a:t>01/22/2025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A4CCE-DE41-4760-AAAD-9C929DAC3E3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5993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5606" rtl="0" eaLnBrk="1" latinLnBrk="0" hangingPunct="1">
      <a:defRPr sz="1267" kern="1200">
        <a:solidFill>
          <a:schemeClr val="tx1"/>
        </a:solidFill>
        <a:latin typeface="+mn-lt"/>
        <a:ea typeface="+mn-ea"/>
        <a:cs typeface="+mn-cs"/>
      </a:defRPr>
    </a:lvl1pPr>
    <a:lvl2pPr marL="482803" algn="l" defTabSz="965606" rtl="0" eaLnBrk="1" latinLnBrk="0" hangingPunct="1">
      <a:defRPr sz="1267" kern="1200">
        <a:solidFill>
          <a:schemeClr val="tx1"/>
        </a:solidFill>
        <a:latin typeface="+mn-lt"/>
        <a:ea typeface="+mn-ea"/>
        <a:cs typeface="+mn-cs"/>
      </a:defRPr>
    </a:lvl2pPr>
    <a:lvl3pPr marL="965606" algn="l" defTabSz="965606" rtl="0" eaLnBrk="1" latinLnBrk="0" hangingPunct="1">
      <a:defRPr sz="1267" kern="1200">
        <a:solidFill>
          <a:schemeClr val="tx1"/>
        </a:solidFill>
        <a:latin typeface="+mn-lt"/>
        <a:ea typeface="+mn-ea"/>
        <a:cs typeface="+mn-cs"/>
      </a:defRPr>
    </a:lvl3pPr>
    <a:lvl4pPr marL="1448410" algn="l" defTabSz="965606" rtl="0" eaLnBrk="1" latinLnBrk="0" hangingPunct="1">
      <a:defRPr sz="1267" kern="1200">
        <a:solidFill>
          <a:schemeClr val="tx1"/>
        </a:solidFill>
        <a:latin typeface="+mn-lt"/>
        <a:ea typeface="+mn-ea"/>
        <a:cs typeface="+mn-cs"/>
      </a:defRPr>
    </a:lvl4pPr>
    <a:lvl5pPr marL="1931213" algn="l" defTabSz="965606" rtl="0" eaLnBrk="1" latinLnBrk="0" hangingPunct="1">
      <a:defRPr sz="1267" kern="1200">
        <a:solidFill>
          <a:schemeClr val="tx1"/>
        </a:solidFill>
        <a:latin typeface="+mn-lt"/>
        <a:ea typeface="+mn-ea"/>
        <a:cs typeface="+mn-cs"/>
      </a:defRPr>
    </a:lvl5pPr>
    <a:lvl6pPr marL="2414016" algn="l" defTabSz="965606" rtl="0" eaLnBrk="1" latinLnBrk="0" hangingPunct="1">
      <a:defRPr sz="1267" kern="1200">
        <a:solidFill>
          <a:schemeClr val="tx1"/>
        </a:solidFill>
        <a:latin typeface="+mn-lt"/>
        <a:ea typeface="+mn-ea"/>
        <a:cs typeface="+mn-cs"/>
      </a:defRPr>
    </a:lvl6pPr>
    <a:lvl7pPr marL="2896819" algn="l" defTabSz="965606" rtl="0" eaLnBrk="1" latinLnBrk="0" hangingPunct="1">
      <a:defRPr sz="1267" kern="1200">
        <a:solidFill>
          <a:schemeClr val="tx1"/>
        </a:solidFill>
        <a:latin typeface="+mn-lt"/>
        <a:ea typeface="+mn-ea"/>
        <a:cs typeface="+mn-cs"/>
      </a:defRPr>
    </a:lvl7pPr>
    <a:lvl8pPr marL="3379622" algn="l" defTabSz="965606" rtl="0" eaLnBrk="1" latinLnBrk="0" hangingPunct="1">
      <a:defRPr sz="1267" kern="1200">
        <a:solidFill>
          <a:schemeClr val="tx1"/>
        </a:solidFill>
        <a:latin typeface="+mn-lt"/>
        <a:ea typeface="+mn-ea"/>
        <a:cs typeface="+mn-cs"/>
      </a:defRPr>
    </a:lvl8pPr>
    <a:lvl9pPr marL="3862426" algn="l" defTabSz="965606" rtl="0" eaLnBrk="1" latinLnBrk="0" hangingPunct="1">
      <a:defRPr sz="126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A4CCE-DE41-4760-AAAD-9C929DAC3E36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307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A4CCE-DE41-4760-AAAD-9C929DAC3E36}" type="slidenum">
              <a:rPr lang="en-PK" smtClean="0"/>
              <a:t>34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3014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502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25399" y="438911"/>
            <a:ext cx="5760720" cy="351129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600" b="1" i="0" spc="93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809335"/>
            <a:ext cx="6404210" cy="6505865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624828" y="4213555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181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80835" y="1"/>
            <a:ext cx="6120763" cy="3451309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80" y="202212"/>
            <a:ext cx="7127134" cy="169974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107" b="1" i="0" spc="46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4079" y="2434048"/>
            <a:ext cx="7127134" cy="3955751"/>
          </a:xfrm>
        </p:spPr>
        <p:txBody>
          <a:bodyPr lIns="0" tIns="228600" rIns="0" bIns="0">
            <a:normAutofit/>
          </a:bodyPr>
          <a:lstStyle>
            <a:lvl1pPr marL="264570" indent="-264570">
              <a:lnSpc>
                <a:spcPct val="80000"/>
              </a:lnSpc>
              <a:spcBef>
                <a:spcPts val="2054"/>
              </a:spcBef>
              <a:buFont typeface="Arial" panose="020B0604020202020204" pitchFamily="34" charset="0"/>
              <a:buChar char="•"/>
              <a:defRPr lang="en-US" sz="224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64570">
              <a:spcBef>
                <a:spcPts val="560"/>
              </a:spcBef>
              <a:defRPr sz="1867"/>
            </a:lvl2pPr>
            <a:lvl3pPr indent="-264570">
              <a:spcBef>
                <a:spcPts val="1680"/>
              </a:spcBef>
              <a:defRPr sz="1867"/>
            </a:lvl3pPr>
            <a:lvl4pPr indent="-264570">
              <a:spcBef>
                <a:spcPts val="1680"/>
              </a:spcBef>
              <a:defRPr sz="1867"/>
            </a:lvl4pPr>
            <a:lvl5pPr indent="-264570">
              <a:spcBef>
                <a:spcPts val="1680"/>
              </a:spcBef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1/22/2025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4078" y="2292096"/>
            <a:ext cx="2237080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72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801600" cy="7339246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24827" y="474595"/>
            <a:ext cx="5751353" cy="35112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56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24828" y="4215299"/>
            <a:ext cx="2240280" cy="1072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54" dirty="0"/>
          </a:p>
        </p:txBody>
      </p:sp>
    </p:spTree>
    <p:extLst>
      <p:ext uri="{BB962C8B-B14F-4D97-AF65-F5344CB8AC3E}">
        <p14:creationId xmlns:p14="http://schemas.microsoft.com/office/powerpoint/2010/main" val="1690045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392" userDrawn="1">
          <p15:clr>
            <a:srgbClr val="FBAE40"/>
          </p15:clr>
        </p15:guide>
        <p15:guide id="3" pos="5131" userDrawn="1">
          <p15:clr>
            <a:srgbClr val="FBAE40"/>
          </p15:clr>
        </p15:guide>
        <p15:guide id="4" pos="5387" userDrawn="1">
          <p15:clr>
            <a:srgbClr val="FBAE40"/>
          </p15:clr>
        </p15:guide>
        <p15:guide id="8" orient="horz" pos="210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14827" y="459231"/>
            <a:ext cx="5760720" cy="351129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600" b="1" i="0" spc="93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854"/>
            <a:ext cx="6080760" cy="7338908"/>
          </a:xfrm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14827" y="4873175"/>
            <a:ext cx="5760720" cy="175564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4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734"/>
            </a:lvl2pPr>
            <a:lvl3pPr>
              <a:defRPr sz="3734"/>
            </a:lvl3pPr>
            <a:lvl4pPr>
              <a:defRPr sz="3734"/>
            </a:lvl4pPr>
            <a:lvl5pPr>
              <a:defRPr sz="3734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624828" y="4213555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284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4078" y="2292096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-24660" y="4184801"/>
            <a:ext cx="3156508" cy="3107187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78" y="109735"/>
            <a:ext cx="11417427" cy="179221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107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40481" y="2434142"/>
            <a:ext cx="8201025" cy="3945950"/>
          </a:xfrm>
        </p:spPr>
        <p:txBody>
          <a:bodyPr lIns="0" tIns="228600" rIns="0" bIns="0">
            <a:normAutofit/>
          </a:bodyPr>
          <a:lstStyle>
            <a:lvl1pPr marL="264570" indent="-264570">
              <a:spcBef>
                <a:spcPts val="1680"/>
              </a:spcBef>
              <a:buFont typeface="Arial" panose="020B0604020202020204" pitchFamily="34" charset="0"/>
              <a:buChar char="•"/>
              <a:defRPr sz="1867"/>
            </a:lvl1pPr>
            <a:lvl2pPr indent="-264570">
              <a:spcBef>
                <a:spcPts val="1680"/>
              </a:spcBef>
              <a:defRPr sz="1867"/>
            </a:lvl2pPr>
            <a:lvl3pPr indent="-264570">
              <a:spcBef>
                <a:spcPts val="1680"/>
              </a:spcBef>
              <a:defRPr sz="1867"/>
            </a:lvl3pPr>
            <a:lvl4pPr indent="-264570">
              <a:spcBef>
                <a:spcPts val="1680"/>
              </a:spcBef>
              <a:defRPr sz="1867"/>
            </a:lvl4pPr>
            <a:lvl5pPr indent="-264570">
              <a:spcBef>
                <a:spcPts val="1680"/>
              </a:spcBef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B6094AC-E784-48DD-A888-543E37FD6BFE}" type="datetime1">
              <a:rPr lang="en-US" smtClean="0">
                <a:latin typeface="+mn-lt"/>
              </a:rPr>
              <a:t>1/22/2025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5530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09" userDrawn="1">
          <p15:clr>
            <a:srgbClr val="FBAE40"/>
          </p15:clr>
        </p15:guide>
        <p15:guide id="2" pos="8363" userDrawn="1">
          <p15:clr>
            <a:srgbClr val="FBAE40"/>
          </p15:clr>
        </p15:guide>
        <p15:guide id="3" pos="2722" userDrawn="1">
          <p15:clr>
            <a:srgbClr val="FBAE40"/>
          </p15:clr>
        </p15:guide>
        <p15:guide id="4" pos="6776" userDrawn="1">
          <p15:clr>
            <a:srgbClr val="FBAE40"/>
          </p15:clr>
        </p15:guide>
        <p15:guide id="5" pos="2296" userDrawn="1">
          <p15:clr>
            <a:srgbClr val="FBAE40"/>
          </p15:clr>
        </p15:guide>
        <p15:guide id="6" pos="4734" userDrawn="1">
          <p15:clr>
            <a:srgbClr val="FBAE40"/>
          </p15:clr>
        </p15:guide>
        <p15:guide id="7" orient="horz" pos="1393" userDrawn="1">
          <p15:clr>
            <a:srgbClr val="FBAE40"/>
          </p15:clr>
        </p15:guide>
        <p15:guide id="8" orient="horz" pos="1638" userDrawn="1">
          <p15:clr>
            <a:srgbClr val="FBAE40"/>
          </p15:clr>
        </p15:guide>
        <p15:guide id="9" orient="horz" pos="628" userDrawn="1">
          <p15:clr>
            <a:srgbClr val="FBAE40"/>
          </p15:clr>
        </p15:guide>
        <p15:guide id="10" pos="6322" userDrawn="1">
          <p15:clr>
            <a:srgbClr val="FBAE40"/>
          </p15:clr>
        </p15:guide>
        <p15:guide id="11" pos="430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25399" y="438911"/>
            <a:ext cx="5760720" cy="351129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600" b="1" i="0" spc="93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809335"/>
            <a:ext cx="6404210" cy="6505865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624828" y="4213555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25400" y="4852855"/>
            <a:ext cx="5760720" cy="175564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4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734"/>
            </a:lvl2pPr>
            <a:lvl3pPr>
              <a:defRPr sz="3734"/>
            </a:lvl3pPr>
            <a:lvl4pPr>
              <a:defRPr sz="3734"/>
            </a:lvl4pPr>
            <a:lvl5pPr>
              <a:defRPr sz="3734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2860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313542" y="1"/>
            <a:ext cx="3491468" cy="3546889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80" y="296671"/>
            <a:ext cx="10267283" cy="159423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107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080" y="2854960"/>
            <a:ext cx="4715368" cy="3837301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680"/>
              </a:spcBef>
              <a:buFont typeface="Arial" panose="020B0604020202020204" pitchFamily="34" charset="0"/>
              <a:buNone/>
              <a:defRPr sz="1867"/>
            </a:lvl1pPr>
            <a:lvl2pPr marL="264570" indent="-264570">
              <a:spcBef>
                <a:spcPts val="1680"/>
              </a:spcBef>
              <a:defRPr sz="1867"/>
            </a:lvl2pPr>
            <a:lvl3pPr marL="554743" indent="-264570">
              <a:spcBef>
                <a:spcPts val="1680"/>
              </a:spcBef>
              <a:defRPr sz="1867"/>
            </a:lvl3pPr>
            <a:lvl4pPr marL="768105" indent="-264570">
              <a:spcBef>
                <a:spcPts val="1680"/>
              </a:spcBef>
              <a:defRPr sz="1867"/>
            </a:lvl4pPr>
            <a:lvl5pPr marL="938796" indent="-264570">
              <a:spcBef>
                <a:spcPts val="1680"/>
              </a:spcBef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75995" y="2854960"/>
            <a:ext cx="4715368" cy="3837301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680"/>
              </a:spcBef>
              <a:buFont typeface="Arial" panose="020B0604020202020204" pitchFamily="34" charset="0"/>
              <a:buNone/>
              <a:defRPr sz="1867"/>
            </a:lvl1pPr>
            <a:lvl2pPr marL="264570" indent="-264570">
              <a:spcBef>
                <a:spcPts val="1680"/>
              </a:spcBef>
              <a:defRPr sz="1867"/>
            </a:lvl2pPr>
            <a:lvl3pPr marL="512070" indent="-264570">
              <a:spcBef>
                <a:spcPts val="1680"/>
              </a:spcBef>
              <a:defRPr sz="1867"/>
            </a:lvl3pPr>
            <a:lvl4pPr marL="768105" indent="-264570">
              <a:spcBef>
                <a:spcPts val="1680"/>
              </a:spcBef>
              <a:defRPr sz="1867"/>
            </a:lvl4pPr>
            <a:lvl5pPr marL="938796" indent="-264570">
              <a:spcBef>
                <a:spcPts val="1680"/>
              </a:spcBef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8F5FDDE-4FCE-46FC-9D1E-82E2067BF07D}" type="datetime1">
              <a:rPr lang="en-US" smtClean="0">
                <a:latin typeface="+mn-lt"/>
              </a:rPr>
              <a:t>1/22/2025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4078" y="2292096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 userDrawn="1">
          <p15:clr>
            <a:srgbClr val="FBAE40"/>
          </p15:clr>
        </p15:guide>
        <p15:guide id="2" pos="8363" userDrawn="1">
          <p15:clr>
            <a:srgbClr val="FBAE40"/>
          </p15:clr>
        </p15:guide>
        <p15:guide id="3" pos="3402" userDrawn="1">
          <p15:clr>
            <a:srgbClr val="FBAE40"/>
          </p15:clr>
        </p15:guide>
        <p15:guide id="4" pos="6095" userDrawn="1">
          <p15:clr>
            <a:srgbClr val="FBAE40"/>
          </p15:clr>
        </p15:guide>
        <p15:guide id="5" pos="2977" userDrawn="1">
          <p15:clr>
            <a:srgbClr val="FBAE40"/>
          </p15:clr>
        </p15:guide>
        <p15:guide id="6" pos="5670" userDrawn="1">
          <p15:clr>
            <a:srgbClr val="FBAE40"/>
          </p15:clr>
        </p15:guide>
        <p15:guide id="7" orient="horz" pos="1393" userDrawn="1">
          <p15:clr>
            <a:srgbClr val="FBAE40"/>
          </p15:clr>
        </p15:guide>
        <p15:guide id="8" orient="horz" pos="1584" userDrawn="1">
          <p15:clr>
            <a:srgbClr val="FBAE40"/>
          </p15:clr>
        </p15:guide>
        <p15:guide id="10" orient="horz" pos="62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80835" y="1"/>
            <a:ext cx="6120763" cy="3451309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4829" y="3732979"/>
            <a:ext cx="5186649" cy="271233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107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664833" y="6734048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4081" y="487681"/>
            <a:ext cx="5458182" cy="2458720"/>
          </a:xfrm>
        </p:spPr>
        <p:txBody>
          <a:bodyPr lIns="0" tIns="274320">
            <a:normAutofit/>
          </a:bodyPr>
          <a:lstStyle>
            <a:lvl1pPr marL="426725" indent="-426725">
              <a:spcBef>
                <a:spcPts val="1680"/>
              </a:spcBef>
              <a:buFont typeface="+mj-lt"/>
              <a:buAutoNum type="arabicPeriod"/>
              <a:defRPr sz="1867"/>
            </a:lvl1pPr>
            <a:lvl2pPr marL="853451" indent="-426725">
              <a:spcBef>
                <a:spcPts val="1680"/>
              </a:spcBef>
              <a:buFont typeface="+mj-lt"/>
              <a:buAutoNum type="alphaLcPeriod"/>
              <a:defRPr sz="1867"/>
            </a:lvl2pPr>
            <a:lvl3pPr marL="1280176" indent="-426725">
              <a:spcBef>
                <a:spcPts val="1680"/>
              </a:spcBef>
              <a:buFont typeface="+mj-lt"/>
              <a:buAutoNum type="arabicParenR"/>
              <a:defRPr sz="1867"/>
            </a:lvl3pPr>
            <a:lvl4pPr marL="1280176" indent="0">
              <a:spcBef>
                <a:spcPts val="1680"/>
              </a:spcBef>
              <a:buFont typeface="+mj-lt"/>
              <a:buNone/>
              <a:defRPr sz="1867"/>
            </a:lvl4pPr>
            <a:lvl5pPr marL="2133626" indent="-426725">
              <a:spcBef>
                <a:spcPts val="1680"/>
              </a:spcBef>
              <a:buFont typeface="+mj-lt"/>
              <a:buAutoNum type="arabicPeriod"/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080" y="2997968"/>
            <a:ext cx="5458182" cy="3540814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680"/>
              </a:spcBef>
              <a:buFont typeface="Arial" panose="020B0604020202020204" pitchFamily="34" charset="0"/>
              <a:buNone/>
              <a:defRPr sz="1867"/>
            </a:lvl1pPr>
            <a:lvl2pPr marL="264570" indent="-264570">
              <a:spcBef>
                <a:spcPts val="1680"/>
              </a:spcBef>
              <a:defRPr sz="1867"/>
            </a:lvl2pPr>
            <a:lvl3pPr marL="512070" indent="-264570">
              <a:spcBef>
                <a:spcPts val="1680"/>
              </a:spcBef>
              <a:defRPr sz="1867"/>
            </a:lvl3pPr>
            <a:lvl4pPr marL="768105" indent="-264570">
              <a:spcBef>
                <a:spcPts val="1680"/>
              </a:spcBef>
              <a:defRPr sz="1867"/>
            </a:lvl4pPr>
            <a:lvl5pPr marL="938796" indent="-264570">
              <a:spcBef>
                <a:spcPts val="1680"/>
              </a:spcBef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11F5BF9-E5FF-49A6-85B7-274668A709BF}" type="datetime1">
              <a:rPr lang="en-US" smtClean="0">
                <a:latin typeface="+mn-lt"/>
              </a:rPr>
              <a:t>1/22/2025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8542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 userDrawn="1">
          <p15:clr>
            <a:srgbClr val="FBAE40"/>
          </p15:clr>
        </p15:guide>
        <p15:guide id="2" pos="8363" userDrawn="1">
          <p15:clr>
            <a:srgbClr val="FBAE40"/>
          </p15:clr>
        </p15:guide>
        <p15:guide id="3" pos="3402" userDrawn="1">
          <p15:clr>
            <a:srgbClr val="FBAE40"/>
          </p15:clr>
        </p15:guide>
        <p15:guide id="4" pos="6095" userDrawn="1">
          <p15:clr>
            <a:srgbClr val="FBAE40"/>
          </p15:clr>
        </p15:guide>
        <p15:guide id="5" pos="2977" userDrawn="1">
          <p15:clr>
            <a:srgbClr val="FBAE40"/>
          </p15:clr>
        </p15:guide>
        <p15:guide id="6" pos="5670" userDrawn="1">
          <p15:clr>
            <a:srgbClr val="FBAE40"/>
          </p15:clr>
        </p15:guide>
        <p15:guide id="7" orient="horz" pos="1393" userDrawn="1">
          <p15:clr>
            <a:srgbClr val="FBAE40"/>
          </p15:clr>
        </p15:guide>
        <p15:guide id="8" orient="horz" pos="1584" userDrawn="1">
          <p15:clr>
            <a:srgbClr val="FBAE40"/>
          </p15:clr>
        </p15:guide>
        <p15:guide id="10" orient="horz" pos="62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4075" y="296672"/>
            <a:ext cx="5316665" cy="251096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107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4078" y="3498219"/>
            <a:ext cx="5296662" cy="3194043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680"/>
              </a:spcBef>
              <a:buFont typeface="Arial" panose="020B0604020202020204" pitchFamily="34" charset="0"/>
              <a:buNone/>
              <a:defRPr sz="1867"/>
            </a:lvl1pPr>
            <a:lvl2pPr indent="-264570">
              <a:spcBef>
                <a:spcPts val="1680"/>
              </a:spcBef>
              <a:defRPr sz="1867"/>
            </a:lvl2pPr>
            <a:lvl3pPr indent="-264570">
              <a:spcBef>
                <a:spcPts val="1680"/>
              </a:spcBef>
              <a:defRPr sz="1867"/>
            </a:lvl3pPr>
            <a:lvl4pPr indent="-264570">
              <a:spcBef>
                <a:spcPts val="1680"/>
              </a:spcBef>
              <a:defRPr sz="1867"/>
            </a:lvl4pPr>
            <a:lvl5pPr indent="-264570">
              <a:spcBef>
                <a:spcPts val="1680"/>
              </a:spcBef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4078" y="3197290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00802" y="0"/>
            <a:ext cx="6424136" cy="7315200"/>
          </a:xfrm>
        </p:spPr>
        <p:txBody>
          <a:bodyPr>
            <a:normAutofit/>
          </a:bodyPr>
          <a:lstStyle>
            <a:lvl1pPr marL="0" indent="0" algn="ctr">
              <a:buNone/>
              <a:defRPr sz="1867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867F27-3135-49B5-9523-328765329631}" type="datetime1">
              <a:rPr lang="en-US" smtClean="0">
                <a:latin typeface="+mn-lt"/>
              </a:rPr>
              <a:t>1/22/2025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7932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 userDrawn="1">
          <p15:clr>
            <a:srgbClr val="FBAE40"/>
          </p15:clr>
        </p15:guide>
        <p15:guide id="2" pos="8363" userDrawn="1">
          <p15:clr>
            <a:srgbClr val="FBAE40"/>
          </p15:clr>
        </p15:guide>
        <p15:guide id="3" pos="3402" userDrawn="1">
          <p15:clr>
            <a:srgbClr val="FBAE40"/>
          </p15:clr>
        </p15:guide>
        <p15:guide id="4" pos="6095" userDrawn="1">
          <p15:clr>
            <a:srgbClr val="FBAE40"/>
          </p15:clr>
        </p15:guide>
        <p15:guide id="5" pos="2977" userDrawn="1">
          <p15:clr>
            <a:srgbClr val="FBAE40"/>
          </p15:clr>
        </p15:guide>
        <p15:guide id="6" pos="5670" userDrawn="1">
          <p15:clr>
            <a:srgbClr val="FBAE40"/>
          </p15:clr>
        </p15:guide>
        <p15:guide id="7" orient="horz" pos="1393" userDrawn="1">
          <p15:clr>
            <a:srgbClr val="FBAE40"/>
          </p15:clr>
        </p15:guide>
        <p15:guide id="8" orient="horz" pos="1584" userDrawn="1">
          <p15:clr>
            <a:srgbClr val="FBAE40"/>
          </p15:clr>
        </p15:guide>
        <p15:guide id="10" orient="horz" pos="62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-24660" y="4184801"/>
            <a:ext cx="3156508" cy="3107187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4479" y="4972499"/>
            <a:ext cx="8333042" cy="147281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107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854482" y="6734048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4080" y="622939"/>
            <a:ext cx="2966371" cy="4265664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680"/>
              </a:spcBef>
              <a:buFont typeface="Arial" panose="020B0604020202020204" pitchFamily="34" charset="0"/>
              <a:buNone/>
              <a:defRPr sz="1867"/>
            </a:lvl1pPr>
            <a:lvl2pPr marL="426725" indent="0">
              <a:spcBef>
                <a:spcPts val="1680"/>
              </a:spcBef>
              <a:buNone/>
              <a:defRPr sz="1867"/>
            </a:lvl2pPr>
            <a:lvl3pPr marL="853451" indent="0">
              <a:spcBef>
                <a:spcPts val="1680"/>
              </a:spcBef>
              <a:buNone/>
              <a:defRPr sz="1867"/>
            </a:lvl3pPr>
            <a:lvl4pPr marL="1280176" indent="0">
              <a:spcBef>
                <a:spcPts val="1680"/>
              </a:spcBef>
              <a:buNone/>
              <a:defRPr sz="1867"/>
            </a:lvl4pPr>
            <a:lvl5pPr marL="1706901" indent="0">
              <a:spcBef>
                <a:spcPts val="1680"/>
              </a:spcBef>
              <a:buNone/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54482" y="622939"/>
            <a:ext cx="8323040" cy="4265664"/>
          </a:xfrm>
        </p:spPr>
        <p:txBody>
          <a:bodyPr lIns="0">
            <a:normAutofit/>
          </a:bodyPr>
          <a:lstStyle>
            <a:lvl1pPr marL="0" indent="0">
              <a:spcBef>
                <a:spcPts val="1680"/>
              </a:spcBef>
              <a:buNone/>
              <a:defRPr sz="1867"/>
            </a:lvl1pPr>
            <a:lvl2pPr>
              <a:spcBef>
                <a:spcPts val="560"/>
              </a:spcBef>
              <a:defRPr sz="1867"/>
            </a:lvl2pPr>
            <a:lvl3pPr>
              <a:spcBef>
                <a:spcPts val="1680"/>
              </a:spcBef>
              <a:defRPr sz="1867"/>
            </a:lvl3pPr>
            <a:lvl4pPr>
              <a:spcBef>
                <a:spcPts val="1680"/>
              </a:spcBef>
              <a:defRPr sz="1867"/>
            </a:lvl4pPr>
            <a:lvl5pPr>
              <a:spcBef>
                <a:spcPts val="1680"/>
              </a:spcBef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02F2146-D6F7-4345-B711-D9089D0FC027}" type="datetime1">
              <a:rPr lang="en-US" smtClean="0">
                <a:latin typeface="+mn-lt"/>
              </a:rPr>
              <a:t>1/22/2025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9105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 userDrawn="1">
          <p15:clr>
            <a:srgbClr val="FBAE40"/>
          </p15:clr>
        </p15:guide>
        <p15:guide id="2" pos="8363" userDrawn="1">
          <p15:clr>
            <a:srgbClr val="FBAE40"/>
          </p15:clr>
        </p15:guide>
        <p15:guide id="3" pos="3402" userDrawn="1">
          <p15:clr>
            <a:srgbClr val="FBAE40"/>
          </p15:clr>
        </p15:guide>
        <p15:guide id="4" pos="6095" userDrawn="1">
          <p15:clr>
            <a:srgbClr val="FBAE40"/>
          </p15:clr>
        </p15:guide>
        <p15:guide id="5" pos="2977" userDrawn="1">
          <p15:clr>
            <a:srgbClr val="FBAE40"/>
          </p15:clr>
        </p15:guide>
        <p15:guide id="6" pos="5670" userDrawn="1">
          <p15:clr>
            <a:srgbClr val="FBAE40"/>
          </p15:clr>
        </p15:guide>
        <p15:guide id="7" orient="horz" pos="1393" userDrawn="1">
          <p15:clr>
            <a:srgbClr val="FBAE40"/>
          </p15:clr>
        </p15:guide>
        <p15:guide id="8" orient="horz" pos="1584" userDrawn="1">
          <p15:clr>
            <a:srgbClr val="FBAE40"/>
          </p15:clr>
        </p15:guide>
        <p15:guide id="10" orient="horz" pos="62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313542" y="1"/>
            <a:ext cx="3491468" cy="3546889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78" y="211637"/>
            <a:ext cx="11521440" cy="167927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107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4078" y="2292096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5299" y="2854960"/>
            <a:ext cx="6034088" cy="3837301"/>
          </a:xfrm>
        </p:spPr>
        <p:txBody>
          <a:bodyPr lIns="0">
            <a:normAutofit/>
          </a:bodyPr>
          <a:lstStyle>
            <a:lvl1pPr marL="0" indent="0">
              <a:spcBef>
                <a:spcPts val="1680"/>
              </a:spcBef>
              <a:buNone/>
              <a:defRPr sz="1867"/>
            </a:lvl1pPr>
            <a:lvl2pPr>
              <a:spcBef>
                <a:spcPts val="560"/>
              </a:spcBef>
              <a:defRPr sz="1867"/>
            </a:lvl2pPr>
            <a:lvl3pPr>
              <a:spcBef>
                <a:spcPts val="1680"/>
              </a:spcBef>
              <a:defRPr sz="1867"/>
            </a:lvl3pPr>
            <a:lvl4pPr>
              <a:spcBef>
                <a:spcPts val="1680"/>
              </a:spcBef>
              <a:defRPr sz="1867"/>
            </a:lvl4pPr>
            <a:lvl5pPr>
              <a:spcBef>
                <a:spcPts val="1680"/>
              </a:spcBef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001000" y="2854960"/>
            <a:ext cx="4144518" cy="3837301"/>
          </a:xfrm>
        </p:spPr>
        <p:txBody>
          <a:bodyPr lIns="0">
            <a:normAutofit/>
          </a:bodyPr>
          <a:lstStyle>
            <a:lvl1pPr marL="320044" indent="-320044">
              <a:spcBef>
                <a:spcPts val="1680"/>
              </a:spcBef>
              <a:buFont typeface="Arial" panose="020B0604020202020204" pitchFamily="34" charset="0"/>
              <a:buChar char="•"/>
              <a:defRPr sz="1867"/>
            </a:lvl1pPr>
            <a:lvl2pPr>
              <a:spcBef>
                <a:spcPts val="1680"/>
              </a:spcBef>
              <a:defRPr sz="1867"/>
            </a:lvl2pPr>
            <a:lvl3pPr>
              <a:spcBef>
                <a:spcPts val="1680"/>
              </a:spcBef>
              <a:defRPr sz="1867"/>
            </a:lvl3pPr>
            <a:lvl4pPr>
              <a:spcBef>
                <a:spcPts val="1680"/>
              </a:spcBef>
              <a:defRPr sz="1867"/>
            </a:lvl4pPr>
            <a:lvl5pPr>
              <a:spcBef>
                <a:spcPts val="1680"/>
              </a:spcBef>
              <a:defRPr sz="1867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65B2A43-A627-45E7-84DD-5C36C6D815C9}" type="datetime1">
              <a:rPr lang="en-US" smtClean="0">
                <a:latin typeface="+mn-lt"/>
              </a:rPr>
              <a:t>1/22/2025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2131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 userDrawn="1">
          <p15:clr>
            <a:srgbClr val="FBAE40"/>
          </p15:clr>
        </p15:guide>
        <p15:guide id="2" pos="8363" userDrawn="1">
          <p15:clr>
            <a:srgbClr val="FBAE40"/>
          </p15:clr>
        </p15:guide>
        <p15:guide id="3" pos="3402" userDrawn="1">
          <p15:clr>
            <a:srgbClr val="FBAE40"/>
          </p15:clr>
        </p15:guide>
        <p15:guide id="4" pos="6095" userDrawn="1">
          <p15:clr>
            <a:srgbClr val="FBAE40"/>
          </p15:clr>
        </p15:guide>
        <p15:guide id="5" pos="2977" userDrawn="1">
          <p15:clr>
            <a:srgbClr val="FBAE40"/>
          </p15:clr>
        </p15:guide>
        <p15:guide id="6" pos="5670" userDrawn="1">
          <p15:clr>
            <a:srgbClr val="FBAE40"/>
          </p15:clr>
        </p15:guide>
        <p15:guide id="7" orient="horz" pos="1393" userDrawn="1">
          <p15:clr>
            <a:srgbClr val="FBAE40"/>
          </p15:clr>
        </p15:guide>
        <p15:guide id="8" orient="horz" pos="1584" userDrawn="1">
          <p15:clr>
            <a:srgbClr val="FBAE40"/>
          </p15:clr>
        </p15:guide>
        <p15:guide id="10" orient="horz" pos="62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78" y="215895"/>
            <a:ext cx="11521440" cy="167501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107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24078" y="2803871"/>
            <a:ext cx="11521440" cy="387918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F437B7B-046D-4C0E-BC06-C9A3BA31177F}" type="datetime1">
              <a:rPr lang="en-US" smtClean="0">
                <a:latin typeface="+mn-lt"/>
              </a:rPr>
              <a:t>1/22/2025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4078" y="2292096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389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 userDrawn="1">
          <p15:clr>
            <a:srgbClr val="FBAE40"/>
          </p15:clr>
        </p15:guide>
        <p15:guide id="2" pos="8363" userDrawn="1">
          <p15:clr>
            <a:srgbClr val="FBAE40"/>
          </p15:clr>
        </p15:guide>
        <p15:guide id="3" pos="3402" userDrawn="1">
          <p15:clr>
            <a:srgbClr val="FBAE40"/>
          </p15:clr>
        </p15:guide>
        <p15:guide id="4" pos="6095" userDrawn="1">
          <p15:clr>
            <a:srgbClr val="FBAE40"/>
          </p15:clr>
        </p15:guide>
        <p15:guide id="5" pos="2977" userDrawn="1">
          <p15:clr>
            <a:srgbClr val="FBAE40"/>
          </p15:clr>
        </p15:guide>
        <p15:guide id="6" pos="5670" userDrawn="1">
          <p15:clr>
            <a:srgbClr val="FBAE40"/>
          </p15:clr>
        </p15:guide>
        <p15:guide id="7" orient="horz" pos="1393" userDrawn="1">
          <p15:clr>
            <a:srgbClr val="FBAE40"/>
          </p15:clr>
        </p15:guide>
        <p15:guide id="8" orient="horz" pos="1584" userDrawn="1">
          <p15:clr>
            <a:srgbClr val="FBAE40"/>
          </p15:clr>
        </p15:guide>
        <p15:guide id="10" orient="horz" pos="62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78" y="438911"/>
            <a:ext cx="5760720" cy="3511296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600" b="1" i="0" spc="93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397390" y="1"/>
            <a:ext cx="6404210" cy="6505865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854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078" y="4852855"/>
            <a:ext cx="5760720" cy="175564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24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734"/>
            </a:lvl2pPr>
            <a:lvl3pPr>
              <a:defRPr sz="3734"/>
            </a:lvl3pPr>
            <a:lvl4pPr>
              <a:defRPr sz="3734"/>
            </a:lvl4pPr>
            <a:lvl5pPr>
              <a:defRPr sz="3734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4078" y="4213555"/>
            <a:ext cx="2240280" cy="4258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889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1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078" y="1947333"/>
            <a:ext cx="10901363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79" y="389467"/>
            <a:ext cx="10921365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0330" y="6754370"/>
            <a:ext cx="1378839" cy="2641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27" b="0" i="0">
                <a:solidFill>
                  <a:schemeClr val="bg1"/>
                </a:solidFill>
                <a:latin typeface="+mn-lt"/>
              </a:defRPr>
            </a:lvl1pPr>
          </a:lstStyle>
          <a:p>
            <a:fld id="{E3BC92F9-ED9E-45FE-947B-14976A8B1B40}" type="datetime1">
              <a:rPr lang="en-US" smtClean="0">
                <a:latin typeface="+mn-lt"/>
              </a:rPr>
              <a:t>1/22/2025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4078" y="6754370"/>
            <a:ext cx="549402" cy="2641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27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518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853451" rtl="0" eaLnBrk="1" latinLnBrk="0" hangingPunct="1">
        <a:lnSpc>
          <a:spcPct val="80000"/>
        </a:lnSpc>
        <a:spcBef>
          <a:spcPct val="0"/>
        </a:spcBef>
        <a:buNone/>
        <a:defRPr sz="4107" b="1" i="0" kern="1200" spc="93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3363" indent="-264570" algn="l" defTabSz="853451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2613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40088" indent="-264570" algn="l" defTabSz="853451" rtl="0" eaLnBrk="1" latinLnBrk="0" hangingPunct="1">
        <a:lnSpc>
          <a:spcPct val="90000"/>
        </a:lnSpc>
        <a:spcBef>
          <a:spcPts val="466"/>
        </a:spcBef>
        <a:buFont typeface="Arial" panose="020B0604020202020204" pitchFamily="34" charset="0"/>
        <a:buChar char="•"/>
        <a:defRPr sz="224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066814" indent="-264570" algn="l" defTabSz="853451" rtl="0" eaLnBrk="1" latinLnBrk="0" hangingPunct="1">
        <a:lnSpc>
          <a:spcPct val="90000"/>
        </a:lnSpc>
        <a:spcBef>
          <a:spcPts val="466"/>
        </a:spcBef>
        <a:buFont typeface="Arial" panose="020B0604020202020204" pitchFamily="34" charset="0"/>
        <a:buChar char="•"/>
        <a:defRPr sz="1867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493539" indent="-264570" algn="l" defTabSz="853451" rtl="0" eaLnBrk="1" latinLnBrk="0" hangingPunct="1">
        <a:lnSpc>
          <a:spcPct val="90000"/>
        </a:lnSpc>
        <a:spcBef>
          <a:spcPts val="466"/>
        </a:spcBef>
        <a:buFont typeface="Arial" panose="020B0604020202020204" pitchFamily="34" charset="0"/>
        <a:buChar char="•"/>
        <a:defRPr sz="168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920264" indent="-264570" algn="l" defTabSz="853451" rtl="0" eaLnBrk="1" latinLnBrk="0" hangingPunct="1">
        <a:lnSpc>
          <a:spcPct val="90000"/>
        </a:lnSpc>
        <a:spcBef>
          <a:spcPts val="466"/>
        </a:spcBef>
        <a:buFont typeface="Arial" panose="020B0604020202020204" pitchFamily="34" charset="0"/>
        <a:buChar char="•"/>
        <a:defRPr sz="168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346989" indent="-213363" algn="l" defTabSz="853451" rtl="0" eaLnBrk="1" latinLnBrk="0" hangingPunct="1">
        <a:lnSpc>
          <a:spcPct val="90000"/>
        </a:lnSpc>
        <a:spcBef>
          <a:spcPts val="466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73715" indent="-213363" algn="l" defTabSz="853451" rtl="0" eaLnBrk="1" latinLnBrk="0" hangingPunct="1">
        <a:lnSpc>
          <a:spcPct val="90000"/>
        </a:lnSpc>
        <a:spcBef>
          <a:spcPts val="466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indent="-213363" algn="l" defTabSz="853451" rtl="0" eaLnBrk="1" latinLnBrk="0" hangingPunct="1">
        <a:lnSpc>
          <a:spcPct val="90000"/>
        </a:lnSpc>
        <a:spcBef>
          <a:spcPts val="466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27165" indent="-213363" algn="l" defTabSz="853451" rtl="0" eaLnBrk="1" latinLnBrk="0" hangingPunct="1">
        <a:lnSpc>
          <a:spcPct val="90000"/>
        </a:lnSpc>
        <a:spcBef>
          <a:spcPts val="466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3451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25" algn="l" defTabSz="853451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51" algn="l" defTabSz="853451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76" algn="l" defTabSz="853451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901" algn="l" defTabSz="853451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626" algn="l" defTabSz="853451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352" algn="l" defTabSz="853451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7078" algn="l" defTabSz="853451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803" algn="l" defTabSz="853451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58" userDrawn="1">
          <p15:clr>
            <a:srgbClr val="A4A3A4"/>
          </p15:clr>
        </p15:guide>
        <p15:guide id="2" pos="4536" userDrawn="1">
          <p15:clr>
            <a:srgbClr val="A4A3A4"/>
          </p15:clr>
        </p15:guide>
        <p15:guide id="3" pos="284" userDrawn="1">
          <p15:clr>
            <a:srgbClr val="547EBF"/>
          </p15:clr>
        </p15:guide>
        <p15:guide id="4" orient="horz" pos="273" userDrawn="1">
          <p15:clr>
            <a:srgbClr val="547EBF"/>
          </p15:clr>
        </p15:guide>
        <p15:guide id="5" pos="8789" userDrawn="1">
          <p15:clr>
            <a:srgbClr val="547EBF"/>
          </p15:clr>
        </p15:guide>
        <p15:guide id="6" orient="horz" pos="4642" userDrawn="1">
          <p15:clr>
            <a:srgbClr val="547EBF"/>
          </p15:clr>
        </p15:guide>
        <p15:guide id="7" pos="709" userDrawn="1">
          <p15:clr>
            <a:srgbClr val="547EBF"/>
          </p15:clr>
        </p15:guide>
        <p15:guide id="8" pos="4394" userDrawn="1">
          <p15:clr>
            <a:srgbClr val="547EBF"/>
          </p15:clr>
        </p15:guide>
        <p15:guide id="9" pos="2495" userDrawn="1">
          <p15:clr>
            <a:srgbClr val="547EBF"/>
          </p15:clr>
        </p15:guide>
        <p15:guide id="10" pos="2183" userDrawn="1">
          <p15:clr>
            <a:srgbClr val="547EBF"/>
          </p15:clr>
        </p15:guide>
        <p15:guide id="11" pos="6577" userDrawn="1">
          <p15:clr>
            <a:srgbClr val="547EBF"/>
          </p15:clr>
        </p15:guide>
        <p15:guide id="12" pos="6889" userDrawn="1">
          <p15:clr>
            <a:srgbClr val="547EBF"/>
          </p15:clr>
        </p15:guide>
        <p15:guide id="13" pos="5868" userDrawn="1">
          <p15:clr>
            <a:srgbClr val="9FCC3B"/>
          </p15:clr>
        </p15:guide>
        <p15:guide id="14" pos="6152" userDrawn="1">
          <p15:clr>
            <a:srgbClr val="9FCC3B"/>
          </p15:clr>
        </p15:guide>
        <p15:guide id="15" pos="3204" userDrawn="1">
          <p15:clr>
            <a:srgbClr val="9FCC3B"/>
          </p15:clr>
        </p15:guide>
        <p15:guide id="16" pos="2920" userDrawn="1">
          <p15:clr>
            <a:srgbClr val="9FCC3B"/>
          </p15:clr>
        </p15:guide>
        <p15:guide id="17" pos="46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44" y="841247"/>
            <a:ext cx="5120640" cy="3072384"/>
          </a:xfrm>
        </p:spPr>
        <p:txBody>
          <a:bodyPr/>
          <a:lstStyle/>
          <a:p>
            <a:r>
              <a:rPr lang="en-US"/>
              <a:t>Lecture 01-02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0445" y="4703451"/>
            <a:ext cx="4168586" cy="762726"/>
          </a:xfrm>
        </p:spPr>
        <p:txBody>
          <a:bodyPr>
            <a:normAutofit/>
          </a:bodyPr>
          <a:lstStyle/>
          <a:p>
            <a:r>
              <a:rPr lang="en-US" dirty="0"/>
              <a:t>Introduction &amp; revision of basic concepts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C230368-557F-784A-0938-D34B9D616AC0}"/>
              </a:ext>
            </a:extLst>
          </p:cNvPr>
          <p:cNvSpPr txBox="1">
            <a:spLocks/>
          </p:cNvSpPr>
          <p:nvPr/>
        </p:nvSpPr>
        <p:spPr>
          <a:xfrm>
            <a:off x="9963213" y="5770652"/>
            <a:ext cx="2422908" cy="1195775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60120">
              <a:spcBef>
                <a:spcPts val="1050"/>
              </a:spcBef>
              <a:buNone/>
              <a:defRPr/>
            </a:pPr>
            <a:r>
              <a:rPr lang="en-US" sz="2940" dirty="0">
                <a:solidFill>
                  <a:srgbClr val="0070C0"/>
                </a:solidFill>
                <a:latin typeface="Franklin Gothic Book"/>
              </a:rPr>
              <a:t>Samin Ahmed</a:t>
            </a:r>
          </a:p>
          <a:p>
            <a:pPr marL="0" indent="0" defTabSz="960120">
              <a:spcBef>
                <a:spcPts val="1050"/>
              </a:spcBef>
              <a:buNone/>
              <a:defRPr/>
            </a:pPr>
            <a:r>
              <a:rPr lang="en-US" sz="2940" dirty="0">
                <a:solidFill>
                  <a:srgbClr val="0070C0"/>
                </a:solidFill>
                <a:latin typeface="Franklin Gothic Book"/>
              </a:rPr>
              <a:t>FAST-NUCES</a:t>
            </a:r>
          </a:p>
          <a:p>
            <a:pPr marL="0" indent="0" defTabSz="960120">
              <a:spcBef>
                <a:spcPts val="1050"/>
              </a:spcBef>
              <a:buNone/>
              <a:defRPr/>
            </a:pPr>
            <a:r>
              <a:rPr lang="en-US" sz="2940" dirty="0">
                <a:solidFill>
                  <a:srgbClr val="0070C0"/>
                </a:solidFill>
                <a:latin typeface="Franklin Gothic Book"/>
              </a:rPr>
              <a:t>Peshawar Campus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07EFF6-EC86-2F24-0BF0-8AD08D46DDFF}"/>
              </a:ext>
            </a:extLst>
          </p:cNvPr>
          <p:cNvSpPr txBox="1">
            <a:spLocks/>
          </p:cNvSpPr>
          <p:nvPr/>
        </p:nvSpPr>
        <p:spPr>
          <a:xfrm>
            <a:off x="5811690" y="548286"/>
            <a:ext cx="5486400" cy="22465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853451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600" b="1" i="0" kern="1200" spc="93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Data Structures</a:t>
            </a:r>
          </a:p>
          <a:p>
            <a:r>
              <a:rPr lang="en-US" dirty="0"/>
              <a:t>Code: CS2001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432895">
        <p:random/>
      </p:transition>
    </mc:Choice>
    <mc:Fallback xmlns="">
      <p:transition spd="slow" advTm="143289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build="p"/>
      <p:bldP spid="2" grpId="0" uiExpand="1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79" y="256201"/>
            <a:ext cx="7127134" cy="1673182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11" y="2452451"/>
            <a:ext cx="8233023" cy="3895486"/>
          </a:xfrm>
        </p:spPr>
        <p:txBody>
          <a:bodyPr vert="horz" lIns="0" tIns="480060" rIns="0" bIns="0" rtlCol="0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Objective of the Course</a:t>
            </a:r>
          </a:p>
          <a:p>
            <a:r>
              <a:rPr lang="en-US" dirty="0"/>
              <a:t>Course Outlines</a:t>
            </a:r>
          </a:p>
          <a:p>
            <a:r>
              <a:rPr lang="en-US" dirty="0"/>
              <a:t>Marks Distribution</a:t>
            </a:r>
          </a:p>
          <a:p>
            <a:r>
              <a:rPr lang="en-US" dirty="0"/>
              <a:t>Attendance, Assessments, Assignments, Quizzes, </a:t>
            </a:r>
            <a:r>
              <a:rPr lang="en-US" dirty="0" err="1"/>
              <a:t>Sessionals</a:t>
            </a:r>
            <a:r>
              <a:rPr lang="en-US" dirty="0"/>
              <a:t>, Final Exam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4C2C9-50FF-CE87-9740-EE574772113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defTabSz="960120">
              <a:defRPr/>
            </a:pPr>
            <a:fld id="{294A09A9-5501-47C1-A89A-A340965A2BE2}" type="slidenum">
              <a:rPr lang="en-US" sz="1155">
                <a:solidFill>
                  <a:srgbClr val="000000"/>
                </a:solidFill>
                <a:latin typeface="Franklin Gothic Book"/>
              </a:rPr>
              <a:pPr defTabSz="960120">
                <a:defRPr/>
              </a:pPr>
              <a:t>2</a:t>
            </a:fld>
            <a:endParaRPr lang="en-US" sz="1155" dirty="0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E473F-7746-FA7B-7A34-CCCD3C402364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defTabSz="960120">
              <a:defRPr/>
            </a:pPr>
            <a:fld id="{2E2B16D4-1635-4BA8-92ED-6888B345F171}" type="datetime1">
              <a:rPr lang="en-US" sz="1155">
                <a:solidFill>
                  <a:srgbClr val="000000"/>
                </a:solidFill>
                <a:latin typeface="Franklin Gothic Book"/>
              </a:rPr>
              <a:pPr defTabSz="960120">
                <a:defRPr/>
              </a:pPr>
              <a:t>1/22/2025</a:t>
            </a:fld>
            <a:endParaRPr lang="en-US" sz="1155" dirty="0">
              <a:solidFill>
                <a:srgbClr val="000000"/>
              </a:solidFill>
              <a:latin typeface="Franklin Gothic Book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FD28574-55ED-8911-5735-96DBAC959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080367"/>
              </p:ext>
            </p:extLst>
          </p:nvPr>
        </p:nvGraphicFramePr>
        <p:xfrm>
          <a:off x="5428714" y="275432"/>
          <a:ext cx="7024836" cy="4663768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3512418">
                  <a:extLst>
                    <a:ext uri="{9D8B030D-6E8A-4147-A177-3AD203B41FA5}">
                      <a16:colId xmlns:a16="http://schemas.microsoft.com/office/drawing/2014/main" val="1429590128"/>
                    </a:ext>
                  </a:extLst>
                </a:gridCol>
                <a:gridCol w="3512418">
                  <a:extLst>
                    <a:ext uri="{9D8B030D-6E8A-4147-A177-3AD203B41FA5}">
                      <a16:colId xmlns:a16="http://schemas.microsoft.com/office/drawing/2014/main" val="2388352528"/>
                    </a:ext>
                  </a:extLst>
                </a:gridCol>
              </a:tblGrid>
              <a:tr h="5829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u="sng" kern="100" dirty="0">
                          <a:effectLst/>
                        </a:rPr>
                        <a:t>Formative Assessment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u="sng" kern="100" dirty="0">
                          <a:effectLst/>
                        </a:rPr>
                        <a:t>20%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1576891685"/>
                  </a:ext>
                </a:extLst>
              </a:tr>
              <a:tr h="5829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Quizzes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10%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3015700180"/>
                  </a:ext>
                </a:extLst>
              </a:tr>
              <a:tr h="5829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Assignments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5% or 10%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3372945122"/>
                  </a:ext>
                </a:extLst>
              </a:tr>
              <a:tr h="5829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Presentations/Project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5% or 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718899857"/>
                  </a:ext>
                </a:extLst>
              </a:tr>
              <a:tr h="5829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u="sng" kern="100">
                          <a:effectLst/>
                        </a:rPr>
                        <a:t>Summative Assessment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u="sng" kern="100">
                          <a:effectLst/>
                        </a:rPr>
                        <a:t>80%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906950057"/>
                  </a:ext>
                </a:extLst>
              </a:tr>
              <a:tr h="5829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Sessional 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15%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1970833242"/>
                  </a:ext>
                </a:extLst>
              </a:tr>
              <a:tr h="5829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Sessional II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15%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413179990"/>
                  </a:ext>
                </a:extLst>
              </a:tr>
              <a:tr h="5829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Final Exams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50%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111686138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B5694F6-523D-F333-CD4E-72252F681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932743"/>
              </p:ext>
            </p:extLst>
          </p:nvPr>
        </p:nvGraphicFramePr>
        <p:xfrm>
          <a:off x="5428714" y="5796756"/>
          <a:ext cx="7194233" cy="1164336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7194233">
                  <a:extLst>
                    <a:ext uri="{9D8B030D-6E8A-4147-A177-3AD203B41FA5}">
                      <a16:colId xmlns:a16="http://schemas.microsoft.com/office/drawing/2014/main" val="2203044562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Text Books: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3011212938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	</a:t>
                      </a:r>
                      <a:r>
                        <a:rPr lang="en-US" sz="168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Structures Using C++ By DS Malik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4293270538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Reference Books: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141255374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              </a:t>
                      </a:r>
                      <a:r>
                        <a:rPr lang="en-US" sz="168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Fundamental of Data Structure in C++ Elli </a:t>
                      </a:r>
                      <a:r>
                        <a:rPr lang="en-US" sz="168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Horowith</a:t>
                      </a:r>
                      <a:r>
                        <a:rPr lang="en-US" sz="168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8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Sarta</a:t>
                      </a:r>
                      <a:r>
                        <a:rPr lang="en-US" sz="168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8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Sahn</a:t>
                      </a:r>
                      <a:r>
                        <a:rPr lang="en-US" sz="168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Dines </a:t>
                      </a:r>
                      <a:r>
                        <a:rPr lang="en-US" sz="168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Meht</a:t>
                      </a:r>
                      <a:r>
                        <a:rPr lang="en-US" sz="168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9" marR="72009" marT="0" marB="0"/>
                </a:tc>
                <a:extLst>
                  <a:ext uri="{0D108BD9-81ED-4DB2-BD59-A6C34878D82A}">
                    <a16:rowId xmlns:a16="http://schemas.microsoft.com/office/drawing/2014/main" val="3457690214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B6D2DB-761C-4D06-FF33-229496272D75}"/>
              </a:ext>
            </a:extLst>
          </p:cNvPr>
          <p:cNvSpPr txBox="1">
            <a:spLocks/>
          </p:cNvSpPr>
          <p:nvPr/>
        </p:nvSpPr>
        <p:spPr>
          <a:xfrm>
            <a:off x="623411" y="5796756"/>
            <a:ext cx="4686596" cy="75439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6012" tIns="48006" rIns="96012" bIns="48006" rtlCol="0" anchor="ctr">
            <a:normAutofit fontScale="92500" lnSpcReduction="2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60120">
              <a:spcBef>
                <a:spcPts val="1050"/>
              </a:spcBef>
              <a:buNone/>
              <a:defRPr/>
            </a:pPr>
            <a:r>
              <a:rPr lang="en-US" sz="2100" dirty="0">
                <a:solidFill>
                  <a:srgbClr val="000000"/>
                </a:solidFill>
                <a:latin typeface="Franklin Gothic Book"/>
              </a:rPr>
              <a:t>100% Attendance is necessary, only 20% Attendance may be condoned by the </a:t>
            </a:r>
            <a:r>
              <a:rPr lang="en-US" sz="2100" dirty="0" err="1">
                <a:solidFill>
                  <a:srgbClr val="000000"/>
                </a:solidFill>
                <a:latin typeface="Franklin Gothic Book"/>
              </a:rPr>
              <a:t>HoD</a:t>
            </a:r>
            <a:r>
              <a:rPr lang="en-US" sz="2100" dirty="0">
                <a:solidFill>
                  <a:srgbClr val="000000"/>
                </a:solidFill>
                <a:latin typeface="Franklin Gothic Book"/>
              </a:rPr>
              <a:t> in exigent cases.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1F1F36-7CCB-C44A-F5D4-772B83A6C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14" y="94427"/>
            <a:ext cx="7020905" cy="546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AE2A26E-35B0-DFD4-0450-E17CD813B30E}"/>
              </a:ext>
            </a:extLst>
          </p:cNvPr>
          <p:cNvGrpSpPr/>
          <p:nvPr/>
        </p:nvGrpSpPr>
        <p:grpSpPr>
          <a:xfrm>
            <a:off x="245746" y="867843"/>
            <a:ext cx="2975154" cy="135631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F2A7685-A870-FB73-556E-2DB36EAC59A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08AD06AB-46B1-7131-9C54-ECE451A9BE0C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Data Structure</a:t>
              </a:r>
              <a:endParaRPr lang="en-PK" sz="2600" b="1" kern="1200" dirty="0"/>
            </a:p>
          </p:txBody>
        </p:sp>
      </p:grp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3D873F4-6FB9-8BCF-0FEA-B4B32738BAEE}"/>
              </a:ext>
            </a:extLst>
          </p:cNvPr>
          <p:cNvSpPr txBox="1">
            <a:spLocks/>
          </p:cNvSpPr>
          <p:nvPr/>
        </p:nvSpPr>
        <p:spPr>
          <a:xfrm>
            <a:off x="3691256" y="1873832"/>
            <a:ext cx="7154779" cy="70065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Organizing data or giving shape / structure to data.</a:t>
            </a:r>
          </a:p>
          <a:p>
            <a:pPr marL="0" indent="0">
              <a:buClr>
                <a:srgbClr val="00B0F0"/>
              </a:buClr>
              <a:buNone/>
            </a:pP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9D65742-C213-97FA-96F4-BD11BBF4E7B8}"/>
              </a:ext>
            </a:extLst>
          </p:cNvPr>
          <p:cNvSpPr txBox="1">
            <a:spLocks/>
          </p:cNvSpPr>
          <p:nvPr/>
        </p:nvSpPr>
        <p:spPr>
          <a:xfrm>
            <a:off x="3691255" y="2805165"/>
            <a:ext cx="7154779" cy="70065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Clr>
                <a:srgbClr val="00B0F0"/>
              </a:buClr>
              <a:buFont typeface="Wingdings" panose="05000000000000000000" pitchFamily="2" charset="2"/>
              <a:buChar char="q"/>
              <a:defRPr sz="2400" b="1" i="0">
                <a:solidFill>
                  <a:schemeClr val="bg2">
                    <a:lumMod val="10000"/>
                  </a:schemeClr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en-US" dirty="0"/>
              <a:t>To write efficient algorithms / programs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EDC7E3C-5AB9-E1DA-8B84-8B5281F4F55F}"/>
              </a:ext>
            </a:extLst>
          </p:cNvPr>
          <p:cNvSpPr txBox="1">
            <a:spLocks/>
          </p:cNvSpPr>
          <p:nvPr/>
        </p:nvSpPr>
        <p:spPr>
          <a:xfrm>
            <a:off x="3691255" y="3759323"/>
            <a:ext cx="7154779" cy="2065743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Efficient ? :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Time: faster algorithms / programs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Space: Use Less memory space</a:t>
            </a:r>
          </a:p>
        </p:txBody>
      </p:sp>
    </p:spTree>
    <p:extLst>
      <p:ext uri="{BB962C8B-B14F-4D97-AF65-F5344CB8AC3E}">
        <p14:creationId xmlns:p14="http://schemas.microsoft.com/office/powerpoint/2010/main" val="260238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D01A0BF-F5A9-2E88-4974-5D5501A9DA1A}"/>
              </a:ext>
            </a:extLst>
          </p:cNvPr>
          <p:cNvGrpSpPr/>
          <p:nvPr/>
        </p:nvGrpSpPr>
        <p:grpSpPr>
          <a:xfrm>
            <a:off x="245746" y="867843"/>
            <a:ext cx="2975154" cy="135631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288DB59-FA39-EF84-A94B-BE4C44B0639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F931F457-AAF0-1FE4-7DD6-737F069EA0C1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Categories</a:t>
              </a:r>
              <a:endParaRPr lang="en-PK" sz="2600" b="1" kern="1200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066C75C-9769-15E1-3C0B-A9AFA64C6137}"/>
              </a:ext>
            </a:extLst>
          </p:cNvPr>
          <p:cNvSpPr/>
          <p:nvPr/>
        </p:nvSpPr>
        <p:spPr>
          <a:xfrm rot="16200000">
            <a:off x="6259768" y="3403277"/>
            <a:ext cx="282062" cy="508646"/>
          </a:xfrm>
          <a:custGeom>
            <a:avLst/>
            <a:gdLst>
              <a:gd name="connsiteX0" fmla="*/ 0 w 282062"/>
              <a:gd name="connsiteY0" fmla="*/ 101729 h 508646"/>
              <a:gd name="connsiteX1" fmla="*/ 141031 w 282062"/>
              <a:gd name="connsiteY1" fmla="*/ 101729 h 508646"/>
              <a:gd name="connsiteX2" fmla="*/ 141031 w 282062"/>
              <a:gd name="connsiteY2" fmla="*/ 0 h 508646"/>
              <a:gd name="connsiteX3" fmla="*/ 282062 w 282062"/>
              <a:gd name="connsiteY3" fmla="*/ 254323 h 508646"/>
              <a:gd name="connsiteX4" fmla="*/ 141031 w 282062"/>
              <a:gd name="connsiteY4" fmla="*/ 508646 h 508646"/>
              <a:gd name="connsiteX5" fmla="*/ 141031 w 282062"/>
              <a:gd name="connsiteY5" fmla="*/ 406917 h 508646"/>
              <a:gd name="connsiteX6" fmla="*/ 0 w 282062"/>
              <a:gd name="connsiteY6" fmla="*/ 406917 h 508646"/>
              <a:gd name="connsiteX7" fmla="*/ 0 w 282062"/>
              <a:gd name="connsiteY7" fmla="*/ 101729 h 50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062" h="508646">
                <a:moveTo>
                  <a:pt x="0" y="101729"/>
                </a:moveTo>
                <a:lnTo>
                  <a:pt x="141031" y="101729"/>
                </a:lnTo>
                <a:lnTo>
                  <a:pt x="141031" y="0"/>
                </a:lnTo>
                <a:lnTo>
                  <a:pt x="282062" y="254323"/>
                </a:lnTo>
                <a:lnTo>
                  <a:pt x="141031" y="508646"/>
                </a:lnTo>
                <a:lnTo>
                  <a:pt x="141031" y="406917"/>
                </a:lnTo>
                <a:lnTo>
                  <a:pt x="0" y="406917"/>
                </a:lnTo>
                <a:lnTo>
                  <a:pt x="0" y="101729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z="-80000" prstMaterial="plastic">
            <a:bevelT w="50800" h="50800"/>
            <a:bevelB w="25400" h="2540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-1" tIns="101729" rIns="84619" bIns="101728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800" b="1" kern="12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E5E0D3B-0E55-4A60-0B97-C03A95BBC4EB}"/>
              </a:ext>
            </a:extLst>
          </p:cNvPr>
          <p:cNvSpPr/>
          <p:nvPr/>
        </p:nvSpPr>
        <p:spPr>
          <a:xfrm>
            <a:off x="5652789" y="2909589"/>
            <a:ext cx="1496020" cy="1496020"/>
          </a:xfrm>
          <a:custGeom>
            <a:avLst/>
            <a:gdLst>
              <a:gd name="connsiteX0" fmla="*/ 0 w 1496020"/>
              <a:gd name="connsiteY0" fmla="*/ 748010 h 1496020"/>
              <a:gd name="connsiteX1" fmla="*/ 748010 w 1496020"/>
              <a:gd name="connsiteY1" fmla="*/ 0 h 1496020"/>
              <a:gd name="connsiteX2" fmla="*/ 1496020 w 1496020"/>
              <a:gd name="connsiteY2" fmla="*/ 748010 h 1496020"/>
              <a:gd name="connsiteX3" fmla="*/ 748010 w 1496020"/>
              <a:gd name="connsiteY3" fmla="*/ 1496020 h 1496020"/>
              <a:gd name="connsiteX4" fmla="*/ 0 w 1496020"/>
              <a:gd name="connsiteY4" fmla="*/ 748010 h 14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20" h="1496020">
                <a:moveTo>
                  <a:pt x="0" y="748010"/>
                </a:moveTo>
                <a:cubicBezTo>
                  <a:pt x="0" y="334895"/>
                  <a:pt x="334895" y="0"/>
                  <a:pt x="748010" y="0"/>
                </a:cubicBezTo>
                <a:cubicBezTo>
                  <a:pt x="1161125" y="0"/>
                  <a:pt x="1496020" y="334895"/>
                  <a:pt x="1496020" y="748010"/>
                </a:cubicBezTo>
                <a:cubicBezTo>
                  <a:pt x="1496020" y="1161125"/>
                  <a:pt x="1161125" y="1496020"/>
                  <a:pt x="748010" y="1496020"/>
                </a:cubicBezTo>
                <a:cubicBezTo>
                  <a:pt x="334895" y="1496020"/>
                  <a:pt x="0" y="1161125"/>
                  <a:pt x="0" y="748010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4647" tIns="254647" rIns="254647" bIns="25464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Linear</a:t>
            </a:r>
            <a:endParaRPr lang="en-PK" sz="2800" b="1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F75FA6-6AD9-BC8E-C2B5-A094329AD026}"/>
              </a:ext>
            </a:extLst>
          </p:cNvPr>
          <p:cNvSpPr/>
          <p:nvPr/>
        </p:nvSpPr>
        <p:spPr>
          <a:xfrm rot="5400000">
            <a:off x="6259768" y="3403276"/>
            <a:ext cx="282062" cy="508646"/>
          </a:xfrm>
          <a:custGeom>
            <a:avLst/>
            <a:gdLst>
              <a:gd name="connsiteX0" fmla="*/ 0 w 282062"/>
              <a:gd name="connsiteY0" fmla="*/ 101729 h 508646"/>
              <a:gd name="connsiteX1" fmla="*/ 141031 w 282062"/>
              <a:gd name="connsiteY1" fmla="*/ 101729 h 508646"/>
              <a:gd name="connsiteX2" fmla="*/ 141031 w 282062"/>
              <a:gd name="connsiteY2" fmla="*/ 0 h 508646"/>
              <a:gd name="connsiteX3" fmla="*/ 282062 w 282062"/>
              <a:gd name="connsiteY3" fmla="*/ 254323 h 508646"/>
              <a:gd name="connsiteX4" fmla="*/ 141031 w 282062"/>
              <a:gd name="connsiteY4" fmla="*/ 508646 h 508646"/>
              <a:gd name="connsiteX5" fmla="*/ 141031 w 282062"/>
              <a:gd name="connsiteY5" fmla="*/ 406917 h 508646"/>
              <a:gd name="connsiteX6" fmla="*/ 0 w 282062"/>
              <a:gd name="connsiteY6" fmla="*/ 406917 h 508646"/>
              <a:gd name="connsiteX7" fmla="*/ 0 w 282062"/>
              <a:gd name="connsiteY7" fmla="*/ 101729 h 50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062" h="508646">
                <a:moveTo>
                  <a:pt x="0" y="101729"/>
                </a:moveTo>
                <a:lnTo>
                  <a:pt x="141031" y="101729"/>
                </a:lnTo>
                <a:lnTo>
                  <a:pt x="141031" y="0"/>
                </a:lnTo>
                <a:lnTo>
                  <a:pt x="282062" y="254323"/>
                </a:lnTo>
                <a:lnTo>
                  <a:pt x="141031" y="508646"/>
                </a:lnTo>
                <a:lnTo>
                  <a:pt x="141031" y="406917"/>
                </a:lnTo>
                <a:lnTo>
                  <a:pt x="0" y="406917"/>
                </a:lnTo>
                <a:lnTo>
                  <a:pt x="0" y="101729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z="-80000" prstMaterial="plastic">
            <a:bevelT w="50800" h="50800"/>
            <a:bevelB w="25400" h="2540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01728" rIns="84618" bIns="101729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800" b="1" kern="12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15AED02-57DE-013A-10B1-77FBF480D69F}"/>
              </a:ext>
            </a:extLst>
          </p:cNvPr>
          <p:cNvSpPr/>
          <p:nvPr/>
        </p:nvSpPr>
        <p:spPr>
          <a:xfrm>
            <a:off x="5652789" y="2909589"/>
            <a:ext cx="1496020" cy="1496020"/>
          </a:xfrm>
          <a:custGeom>
            <a:avLst/>
            <a:gdLst>
              <a:gd name="connsiteX0" fmla="*/ 0 w 1496020"/>
              <a:gd name="connsiteY0" fmla="*/ 748010 h 1496020"/>
              <a:gd name="connsiteX1" fmla="*/ 748010 w 1496020"/>
              <a:gd name="connsiteY1" fmla="*/ 0 h 1496020"/>
              <a:gd name="connsiteX2" fmla="*/ 1496020 w 1496020"/>
              <a:gd name="connsiteY2" fmla="*/ 748010 h 1496020"/>
              <a:gd name="connsiteX3" fmla="*/ 748010 w 1496020"/>
              <a:gd name="connsiteY3" fmla="*/ 1496020 h 1496020"/>
              <a:gd name="connsiteX4" fmla="*/ 0 w 1496020"/>
              <a:gd name="connsiteY4" fmla="*/ 748010 h 14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20" h="1496020">
                <a:moveTo>
                  <a:pt x="0" y="748010"/>
                </a:moveTo>
                <a:cubicBezTo>
                  <a:pt x="0" y="334895"/>
                  <a:pt x="334895" y="0"/>
                  <a:pt x="748010" y="0"/>
                </a:cubicBezTo>
                <a:cubicBezTo>
                  <a:pt x="1161125" y="0"/>
                  <a:pt x="1496020" y="334895"/>
                  <a:pt x="1496020" y="748010"/>
                </a:cubicBezTo>
                <a:cubicBezTo>
                  <a:pt x="1496020" y="1161125"/>
                  <a:pt x="1161125" y="1496020"/>
                  <a:pt x="748010" y="1496020"/>
                </a:cubicBezTo>
                <a:cubicBezTo>
                  <a:pt x="334895" y="1496020"/>
                  <a:pt x="0" y="1161125"/>
                  <a:pt x="0" y="748010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4647" tIns="254647" rIns="254647" bIns="25464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Non Linear</a:t>
            </a:r>
            <a:endParaRPr lang="en-PK" sz="2800" b="1" kern="12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91505EE-A76E-F82E-A726-B7AB8BF3CB00}"/>
              </a:ext>
            </a:extLst>
          </p:cNvPr>
          <p:cNvSpPr/>
          <p:nvPr/>
        </p:nvSpPr>
        <p:spPr>
          <a:xfrm>
            <a:off x="5164668" y="2844797"/>
            <a:ext cx="2472263" cy="1625605"/>
          </a:xfrm>
          <a:custGeom>
            <a:avLst/>
            <a:gdLst>
              <a:gd name="connsiteX0" fmla="*/ 0 w 2472263"/>
              <a:gd name="connsiteY0" fmla="*/ 812803 h 1625605"/>
              <a:gd name="connsiteX1" fmla="*/ 1236132 w 2472263"/>
              <a:gd name="connsiteY1" fmla="*/ 0 h 1625605"/>
              <a:gd name="connsiteX2" fmla="*/ 2472264 w 2472263"/>
              <a:gd name="connsiteY2" fmla="*/ 812803 h 1625605"/>
              <a:gd name="connsiteX3" fmla="*/ 1236132 w 2472263"/>
              <a:gd name="connsiteY3" fmla="*/ 1625606 h 1625605"/>
              <a:gd name="connsiteX4" fmla="*/ 0 w 2472263"/>
              <a:gd name="connsiteY4" fmla="*/ 812803 h 162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2263" h="1625605">
                <a:moveTo>
                  <a:pt x="0" y="812803"/>
                </a:moveTo>
                <a:cubicBezTo>
                  <a:pt x="0" y="363904"/>
                  <a:pt x="553435" y="0"/>
                  <a:pt x="1236132" y="0"/>
                </a:cubicBezTo>
                <a:cubicBezTo>
                  <a:pt x="1918829" y="0"/>
                  <a:pt x="2472264" y="363904"/>
                  <a:pt x="2472264" y="812803"/>
                </a:cubicBezTo>
                <a:cubicBezTo>
                  <a:pt x="2472264" y="1261702"/>
                  <a:pt x="1918829" y="1625606"/>
                  <a:pt x="1236132" y="1625606"/>
                </a:cubicBezTo>
                <a:cubicBezTo>
                  <a:pt x="553435" y="1625606"/>
                  <a:pt x="0" y="1261702"/>
                  <a:pt x="0" y="812803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7615" tIns="273624" rIns="397615" bIns="273624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Data Structures</a:t>
            </a:r>
            <a:endParaRPr lang="en-PK" sz="2800" b="1" kern="1200" dirty="0"/>
          </a:p>
        </p:txBody>
      </p:sp>
    </p:spTree>
    <p:extLst>
      <p:ext uri="{BB962C8B-B14F-4D97-AF65-F5344CB8AC3E}">
        <p14:creationId xmlns:p14="http://schemas.microsoft.com/office/powerpoint/2010/main" val="2963553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0CF9F-70FF-F9D3-D3D0-226301FB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EF9362B-2D71-B5CB-BCAF-D0D04C54CDCD}"/>
              </a:ext>
            </a:extLst>
          </p:cNvPr>
          <p:cNvGrpSpPr/>
          <p:nvPr/>
        </p:nvGrpSpPr>
        <p:grpSpPr>
          <a:xfrm>
            <a:off x="245746" y="867843"/>
            <a:ext cx="2975154" cy="135631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AA852AD-E4E4-3CE8-A616-FA6C739972B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295BCA5E-3E93-6835-0A77-25467B48E326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Categories</a:t>
              </a:r>
              <a:endParaRPr lang="en-PK" sz="2600" b="1" kern="1200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FC21E2-0B12-FC80-D8F1-1ADE5A1E0AFA}"/>
              </a:ext>
            </a:extLst>
          </p:cNvPr>
          <p:cNvSpPr/>
          <p:nvPr/>
        </p:nvSpPr>
        <p:spPr>
          <a:xfrm rot="16200000">
            <a:off x="6259768" y="2332359"/>
            <a:ext cx="282062" cy="508646"/>
          </a:xfrm>
          <a:custGeom>
            <a:avLst/>
            <a:gdLst>
              <a:gd name="connsiteX0" fmla="*/ 0 w 282062"/>
              <a:gd name="connsiteY0" fmla="*/ 101729 h 508646"/>
              <a:gd name="connsiteX1" fmla="*/ 141031 w 282062"/>
              <a:gd name="connsiteY1" fmla="*/ 101729 h 508646"/>
              <a:gd name="connsiteX2" fmla="*/ 141031 w 282062"/>
              <a:gd name="connsiteY2" fmla="*/ 0 h 508646"/>
              <a:gd name="connsiteX3" fmla="*/ 282062 w 282062"/>
              <a:gd name="connsiteY3" fmla="*/ 254323 h 508646"/>
              <a:gd name="connsiteX4" fmla="*/ 141031 w 282062"/>
              <a:gd name="connsiteY4" fmla="*/ 508646 h 508646"/>
              <a:gd name="connsiteX5" fmla="*/ 141031 w 282062"/>
              <a:gd name="connsiteY5" fmla="*/ 406917 h 508646"/>
              <a:gd name="connsiteX6" fmla="*/ 0 w 282062"/>
              <a:gd name="connsiteY6" fmla="*/ 406917 h 508646"/>
              <a:gd name="connsiteX7" fmla="*/ 0 w 282062"/>
              <a:gd name="connsiteY7" fmla="*/ 101729 h 50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062" h="508646">
                <a:moveTo>
                  <a:pt x="0" y="101729"/>
                </a:moveTo>
                <a:lnTo>
                  <a:pt x="141031" y="101729"/>
                </a:lnTo>
                <a:lnTo>
                  <a:pt x="141031" y="0"/>
                </a:lnTo>
                <a:lnTo>
                  <a:pt x="282062" y="254323"/>
                </a:lnTo>
                <a:lnTo>
                  <a:pt x="141031" y="508646"/>
                </a:lnTo>
                <a:lnTo>
                  <a:pt x="141031" y="406917"/>
                </a:lnTo>
                <a:lnTo>
                  <a:pt x="0" y="406917"/>
                </a:lnTo>
                <a:lnTo>
                  <a:pt x="0" y="101729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z="-80000" prstMaterial="plastic">
            <a:bevelT w="50800" h="50800"/>
            <a:bevelB w="25400" h="2540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-1" tIns="101729" rIns="84619" bIns="101728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800" b="1" kern="12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82B1C5-A61C-DC5B-94F5-6E14AC92DA6F}"/>
              </a:ext>
            </a:extLst>
          </p:cNvPr>
          <p:cNvSpPr/>
          <p:nvPr/>
        </p:nvSpPr>
        <p:spPr>
          <a:xfrm>
            <a:off x="5652789" y="816583"/>
            <a:ext cx="1496020" cy="1496020"/>
          </a:xfrm>
          <a:custGeom>
            <a:avLst/>
            <a:gdLst>
              <a:gd name="connsiteX0" fmla="*/ 0 w 1496020"/>
              <a:gd name="connsiteY0" fmla="*/ 748010 h 1496020"/>
              <a:gd name="connsiteX1" fmla="*/ 748010 w 1496020"/>
              <a:gd name="connsiteY1" fmla="*/ 0 h 1496020"/>
              <a:gd name="connsiteX2" fmla="*/ 1496020 w 1496020"/>
              <a:gd name="connsiteY2" fmla="*/ 748010 h 1496020"/>
              <a:gd name="connsiteX3" fmla="*/ 748010 w 1496020"/>
              <a:gd name="connsiteY3" fmla="*/ 1496020 h 1496020"/>
              <a:gd name="connsiteX4" fmla="*/ 0 w 1496020"/>
              <a:gd name="connsiteY4" fmla="*/ 748010 h 14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20" h="1496020">
                <a:moveTo>
                  <a:pt x="0" y="748010"/>
                </a:moveTo>
                <a:cubicBezTo>
                  <a:pt x="0" y="334895"/>
                  <a:pt x="334895" y="0"/>
                  <a:pt x="748010" y="0"/>
                </a:cubicBezTo>
                <a:cubicBezTo>
                  <a:pt x="1161125" y="0"/>
                  <a:pt x="1496020" y="334895"/>
                  <a:pt x="1496020" y="748010"/>
                </a:cubicBezTo>
                <a:cubicBezTo>
                  <a:pt x="1496020" y="1161125"/>
                  <a:pt x="1161125" y="1496020"/>
                  <a:pt x="748010" y="1496020"/>
                </a:cubicBezTo>
                <a:cubicBezTo>
                  <a:pt x="334895" y="1496020"/>
                  <a:pt x="0" y="1161125"/>
                  <a:pt x="0" y="748010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4647" tIns="254647" rIns="254647" bIns="25464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Linear</a:t>
            </a:r>
            <a:endParaRPr lang="en-PK" sz="2800" b="1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A602F0F-5A87-8469-9AF1-30F7DAA06566}"/>
              </a:ext>
            </a:extLst>
          </p:cNvPr>
          <p:cNvSpPr/>
          <p:nvPr/>
        </p:nvSpPr>
        <p:spPr>
          <a:xfrm rot="5400000">
            <a:off x="6259768" y="4474193"/>
            <a:ext cx="282062" cy="508646"/>
          </a:xfrm>
          <a:custGeom>
            <a:avLst/>
            <a:gdLst>
              <a:gd name="connsiteX0" fmla="*/ 0 w 282062"/>
              <a:gd name="connsiteY0" fmla="*/ 101729 h 508646"/>
              <a:gd name="connsiteX1" fmla="*/ 141031 w 282062"/>
              <a:gd name="connsiteY1" fmla="*/ 101729 h 508646"/>
              <a:gd name="connsiteX2" fmla="*/ 141031 w 282062"/>
              <a:gd name="connsiteY2" fmla="*/ 0 h 508646"/>
              <a:gd name="connsiteX3" fmla="*/ 282062 w 282062"/>
              <a:gd name="connsiteY3" fmla="*/ 254323 h 508646"/>
              <a:gd name="connsiteX4" fmla="*/ 141031 w 282062"/>
              <a:gd name="connsiteY4" fmla="*/ 508646 h 508646"/>
              <a:gd name="connsiteX5" fmla="*/ 141031 w 282062"/>
              <a:gd name="connsiteY5" fmla="*/ 406917 h 508646"/>
              <a:gd name="connsiteX6" fmla="*/ 0 w 282062"/>
              <a:gd name="connsiteY6" fmla="*/ 406917 h 508646"/>
              <a:gd name="connsiteX7" fmla="*/ 0 w 282062"/>
              <a:gd name="connsiteY7" fmla="*/ 101729 h 50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062" h="508646">
                <a:moveTo>
                  <a:pt x="0" y="101729"/>
                </a:moveTo>
                <a:lnTo>
                  <a:pt x="141031" y="101729"/>
                </a:lnTo>
                <a:lnTo>
                  <a:pt x="141031" y="0"/>
                </a:lnTo>
                <a:lnTo>
                  <a:pt x="282062" y="254323"/>
                </a:lnTo>
                <a:lnTo>
                  <a:pt x="141031" y="508646"/>
                </a:lnTo>
                <a:lnTo>
                  <a:pt x="141031" y="406917"/>
                </a:lnTo>
                <a:lnTo>
                  <a:pt x="0" y="406917"/>
                </a:lnTo>
                <a:lnTo>
                  <a:pt x="0" y="101729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z="-80000" prstMaterial="plastic">
            <a:bevelT w="50800" h="50800"/>
            <a:bevelB w="25400" h="2540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01728" rIns="84618" bIns="101729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800" b="1" kern="12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BE0C3BA-4946-7FA0-23A7-55A640CF92E4}"/>
              </a:ext>
            </a:extLst>
          </p:cNvPr>
          <p:cNvSpPr/>
          <p:nvPr/>
        </p:nvSpPr>
        <p:spPr>
          <a:xfrm>
            <a:off x="5652789" y="5002596"/>
            <a:ext cx="1496020" cy="1496020"/>
          </a:xfrm>
          <a:custGeom>
            <a:avLst/>
            <a:gdLst>
              <a:gd name="connsiteX0" fmla="*/ 0 w 1496020"/>
              <a:gd name="connsiteY0" fmla="*/ 748010 h 1496020"/>
              <a:gd name="connsiteX1" fmla="*/ 748010 w 1496020"/>
              <a:gd name="connsiteY1" fmla="*/ 0 h 1496020"/>
              <a:gd name="connsiteX2" fmla="*/ 1496020 w 1496020"/>
              <a:gd name="connsiteY2" fmla="*/ 748010 h 1496020"/>
              <a:gd name="connsiteX3" fmla="*/ 748010 w 1496020"/>
              <a:gd name="connsiteY3" fmla="*/ 1496020 h 1496020"/>
              <a:gd name="connsiteX4" fmla="*/ 0 w 1496020"/>
              <a:gd name="connsiteY4" fmla="*/ 748010 h 14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20" h="1496020">
                <a:moveTo>
                  <a:pt x="0" y="748010"/>
                </a:moveTo>
                <a:cubicBezTo>
                  <a:pt x="0" y="334895"/>
                  <a:pt x="334895" y="0"/>
                  <a:pt x="748010" y="0"/>
                </a:cubicBezTo>
                <a:cubicBezTo>
                  <a:pt x="1161125" y="0"/>
                  <a:pt x="1496020" y="334895"/>
                  <a:pt x="1496020" y="748010"/>
                </a:cubicBezTo>
                <a:cubicBezTo>
                  <a:pt x="1496020" y="1161125"/>
                  <a:pt x="1161125" y="1496020"/>
                  <a:pt x="748010" y="1496020"/>
                </a:cubicBezTo>
                <a:cubicBezTo>
                  <a:pt x="334895" y="1496020"/>
                  <a:pt x="0" y="1161125"/>
                  <a:pt x="0" y="748010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4647" tIns="254647" rIns="254647" bIns="25464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Non Linear</a:t>
            </a:r>
            <a:endParaRPr lang="en-PK" sz="2800" b="1" kern="12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4EDAE5D-51CA-A570-5374-FE2B6F46B1D4}"/>
              </a:ext>
            </a:extLst>
          </p:cNvPr>
          <p:cNvSpPr/>
          <p:nvPr/>
        </p:nvSpPr>
        <p:spPr>
          <a:xfrm>
            <a:off x="5164668" y="2844797"/>
            <a:ext cx="2472263" cy="1625605"/>
          </a:xfrm>
          <a:custGeom>
            <a:avLst/>
            <a:gdLst>
              <a:gd name="connsiteX0" fmla="*/ 0 w 2472263"/>
              <a:gd name="connsiteY0" fmla="*/ 812803 h 1625605"/>
              <a:gd name="connsiteX1" fmla="*/ 1236132 w 2472263"/>
              <a:gd name="connsiteY1" fmla="*/ 0 h 1625605"/>
              <a:gd name="connsiteX2" fmla="*/ 2472264 w 2472263"/>
              <a:gd name="connsiteY2" fmla="*/ 812803 h 1625605"/>
              <a:gd name="connsiteX3" fmla="*/ 1236132 w 2472263"/>
              <a:gd name="connsiteY3" fmla="*/ 1625606 h 1625605"/>
              <a:gd name="connsiteX4" fmla="*/ 0 w 2472263"/>
              <a:gd name="connsiteY4" fmla="*/ 812803 h 162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2263" h="1625605">
                <a:moveTo>
                  <a:pt x="0" y="812803"/>
                </a:moveTo>
                <a:cubicBezTo>
                  <a:pt x="0" y="363904"/>
                  <a:pt x="553435" y="0"/>
                  <a:pt x="1236132" y="0"/>
                </a:cubicBezTo>
                <a:cubicBezTo>
                  <a:pt x="1918829" y="0"/>
                  <a:pt x="2472264" y="363904"/>
                  <a:pt x="2472264" y="812803"/>
                </a:cubicBezTo>
                <a:cubicBezTo>
                  <a:pt x="2472264" y="1261702"/>
                  <a:pt x="1918829" y="1625606"/>
                  <a:pt x="1236132" y="1625606"/>
                </a:cubicBezTo>
                <a:cubicBezTo>
                  <a:pt x="553435" y="1625606"/>
                  <a:pt x="0" y="1261702"/>
                  <a:pt x="0" y="812803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7615" tIns="273624" rIns="397615" bIns="273624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Data Structures</a:t>
            </a:r>
            <a:endParaRPr lang="en-PK" sz="2800" b="1" kern="1200" dirty="0"/>
          </a:p>
        </p:txBody>
      </p:sp>
    </p:spTree>
    <p:extLst>
      <p:ext uri="{BB962C8B-B14F-4D97-AF65-F5344CB8AC3E}">
        <p14:creationId xmlns:p14="http://schemas.microsoft.com/office/powerpoint/2010/main" val="2466255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ACDF-5BC6-64A5-9754-DACF8CE7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935FB3-3B19-C3CD-2EFE-D42CCB1ABDF7}"/>
              </a:ext>
            </a:extLst>
          </p:cNvPr>
          <p:cNvSpPr/>
          <p:nvPr/>
        </p:nvSpPr>
        <p:spPr>
          <a:xfrm rot="16200000">
            <a:off x="4323896" y="3463999"/>
            <a:ext cx="357182" cy="573464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0" y="114693"/>
                </a:moveTo>
                <a:lnTo>
                  <a:pt x="178591" y="114693"/>
                </a:lnTo>
                <a:lnTo>
                  <a:pt x="178591" y="0"/>
                </a:lnTo>
                <a:lnTo>
                  <a:pt x="357182" y="286732"/>
                </a:lnTo>
                <a:lnTo>
                  <a:pt x="178591" y="573464"/>
                </a:lnTo>
                <a:lnTo>
                  <a:pt x="178591" y="458771"/>
                </a:lnTo>
                <a:lnTo>
                  <a:pt x="0" y="458771"/>
                </a:lnTo>
                <a:lnTo>
                  <a:pt x="0" y="114693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-1" tIns="114693" rIns="107155" bIns="114692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CED29C-B0E0-3C24-299E-2452F2D5BC89}"/>
              </a:ext>
            </a:extLst>
          </p:cNvPr>
          <p:cNvSpPr/>
          <p:nvPr/>
        </p:nvSpPr>
        <p:spPr>
          <a:xfrm>
            <a:off x="3659157" y="2907400"/>
            <a:ext cx="1686661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Array</a:t>
            </a:r>
            <a:endParaRPr lang="en-PK" sz="31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631AB3F-EE94-BFB5-E0A6-8DD29A31650F}"/>
              </a:ext>
            </a:extLst>
          </p:cNvPr>
          <p:cNvSpPr/>
          <p:nvPr/>
        </p:nvSpPr>
        <p:spPr>
          <a:xfrm>
            <a:off x="4323896" y="3463998"/>
            <a:ext cx="357182" cy="573464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0" y="114693"/>
                </a:moveTo>
                <a:lnTo>
                  <a:pt x="178591" y="114693"/>
                </a:lnTo>
                <a:lnTo>
                  <a:pt x="178591" y="0"/>
                </a:lnTo>
                <a:lnTo>
                  <a:pt x="357182" y="286732"/>
                </a:lnTo>
                <a:lnTo>
                  <a:pt x="178591" y="573464"/>
                </a:lnTo>
                <a:lnTo>
                  <a:pt x="178591" y="458771"/>
                </a:lnTo>
                <a:lnTo>
                  <a:pt x="0" y="458771"/>
                </a:lnTo>
                <a:lnTo>
                  <a:pt x="0" y="114693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6318991"/>
              <a:satOff val="13093"/>
              <a:lumOff val="2091"/>
              <a:alphaOff val="0"/>
            </a:schemeClr>
          </a:fillRef>
          <a:effectRef idx="0">
            <a:schemeClr val="accent4">
              <a:hueOff val="-6318991"/>
              <a:satOff val="13093"/>
              <a:lumOff val="209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4693" rIns="107155" bIns="11469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F69C336-672F-A767-A4BC-1A1A25D1D174}"/>
              </a:ext>
            </a:extLst>
          </p:cNvPr>
          <p:cNvSpPr/>
          <p:nvPr/>
        </p:nvSpPr>
        <p:spPr>
          <a:xfrm>
            <a:off x="3659157" y="2907400"/>
            <a:ext cx="1686661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6318991"/>
              <a:satOff val="13093"/>
              <a:lumOff val="2091"/>
              <a:alphaOff val="0"/>
            </a:schemeClr>
          </a:fillRef>
          <a:effectRef idx="2">
            <a:schemeClr val="accent4">
              <a:hueOff val="-6318991"/>
              <a:satOff val="13093"/>
              <a:lumOff val="209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Linked List</a:t>
            </a:r>
            <a:endParaRPr lang="en-PK" sz="3100" kern="12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588E16-AD1B-7B5B-3297-82D324E57129}"/>
              </a:ext>
            </a:extLst>
          </p:cNvPr>
          <p:cNvSpPr/>
          <p:nvPr/>
        </p:nvSpPr>
        <p:spPr>
          <a:xfrm rot="5400000">
            <a:off x="4323896" y="3463998"/>
            <a:ext cx="357182" cy="573464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0" y="114693"/>
                </a:moveTo>
                <a:lnTo>
                  <a:pt x="178591" y="114693"/>
                </a:lnTo>
                <a:lnTo>
                  <a:pt x="178591" y="0"/>
                </a:lnTo>
                <a:lnTo>
                  <a:pt x="357182" y="286732"/>
                </a:lnTo>
                <a:lnTo>
                  <a:pt x="178591" y="573464"/>
                </a:lnTo>
                <a:lnTo>
                  <a:pt x="178591" y="458771"/>
                </a:lnTo>
                <a:lnTo>
                  <a:pt x="0" y="458771"/>
                </a:lnTo>
                <a:lnTo>
                  <a:pt x="0" y="114693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2637982"/>
              <a:satOff val="26185"/>
              <a:lumOff val="4183"/>
              <a:alphaOff val="0"/>
            </a:schemeClr>
          </a:fillRef>
          <a:effectRef idx="0">
            <a:schemeClr val="accent4">
              <a:hueOff val="-12637982"/>
              <a:satOff val="26185"/>
              <a:lumOff val="418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4692" rIns="107154" bIns="11469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844F5DA-E054-27C2-449E-9FF3201E07C3}"/>
              </a:ext>
            </a:extLst>
          </p:cNvPr>
          <p:cNvSpPr/>
          <p:nvPr/>
        </p:nvSpPr>
        <p:spPr>
          <a:xfrm>
            <a:off x="3659157" y="2907400"/>
            <a:ext cx="1686661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2637982"/>
              <a:satOff val="26185"/>
              <a:lumOff val="4183"/>
              <a:alphaOff val="0"/>
            </a:schemeClr>
          </a:fillRef>
          <a:effectRef idx="2">
            <a:schemeClr val="accent4">
              <a:hueOff val="-12637982"/>
              <a:satOff val="26185"/>
              <a:lumOff val="418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Stack</a:t>
            </a:r>
            <a:endParaRPr lang="en-PK" sz="3100" kern="1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FC76D6-8D64-BF3B-C379-213225C118EE}"/>
              </a:ext>
            </a:extLst>
          </p:cNvPr>
          <p:cNvSpPr/>
          <p:nvPr/>
        </p:nvSpPr>
        <p:spPr>
          <a:xfrm>
            <a:off x="4323896" y="3463998"/>
            <a:ext cx="357183" cy="573465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357182" y="458771"/>
                </a:moveTo>
                <a:lnTo>
                  <a:pt x="178591" y="458771"/>
                </a:lnTo>
                <a:lnTo>
                  <a:pt x="178591" y="573464"/>
                </a:lnTo>
                <a:lnTo>
                  <a:pt x="0" y="286732"/>
                </a:lnTo>
                <a:lnTo>
                  <a:pt x="178591" y="0"/>
                </a:lnTo>
                <a:lnTo>
                  <a:pt x="178591" y="114693"/>
                </a:lnTo>
                <a:lnTo>
                  <a:pt x="357182" y="114693"/>
                </a:lnTo>
                <a:lnTo>
                  <a:pt x="357182" y="458771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8956971"/>
              <a:satOff val="39278"/>
              <a:lumOff val="6274"/>
              <a:alphaOff val="0"/>
            </a:schemeClr>
          </a:fillRef>
          <a:effectRef idx="0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7155" tIns="114694" rIns="1" bIns="11469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8252818-AB96-4BD9-141A-FC75F72A2D9F}"/>
              </a:ext>
            </a:extLst>
          </p:cNvPr>
          <p:cNvSpPr/>
          <p:nvPr/>
        </p:nvSpPr>
        <p:spPr>
          <a:xfrm>
            <a:off x="3659157" y="2907400"/>
            <a:ext cx="1686661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Queue</a:t>
            </a:r>
            <a:endParaRPr lang="en-PK" sz="3100" kern="1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28D36A-A82F-799E-3204-6A363546FBD5}"/>
              </a:ext>
            </a:extLst>
          </p:cNvPr>
          <p:cNvGrpSpPr/>
          <p:nvPr/>
        </p:nvGrpSpPr>
        <p:grpSpPr>
          <a:xfrm>
            <a:off x="321735" y="931333"/>
            <a:ext cx="2746767" cy="129282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15DB940-7904-BB83-338B-5FF1E3856C9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BFE8756-A3CF-15AD-99DE-04A4367D7F46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Linear Data Structures</a:t>
              </a:r>
              <a:endParaRPr lang="en-PK" sz="2600" b="1" kern="1200" dirty="0"/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B64A4DE-65D7-BE1F-0687-7F2F9D14C8BC}"/>
              </a:ext>
            </a:extLst>
          </p:cNvPr>
          <p:cNvSpPr/>
          <p:nvPr/>
        </p:nvSpPr>
        <p:spPr>
          <a:xfrm>
            <a:off x="3557559" y="2771936"/>
            <a:ext cx="1894976" cy="1901666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8916" tIns="288916" rIns="288916" bIns="288916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Linear</a:t>
            </a:r>
            <a:endParaRPr lang="en-PK" sz="3300" b="1" kern="1200" dirty="0"/>
          </a:p>
        </p:txBody>
      </p:sp>
    </p:spTree>
    <p:extLst>
      <p:ext uri="{BB962C8B-B14F-4D97-AF65-F5344CB8AC3E}">
        <p14:creationId xmlns:p14="http://schemas.microsoft.com/office/powerpoint/2010/main" val="1143318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48E30-172B-2C84-0FB0-3025BE8AD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2810DD4-02C8-FCC4-842E-FC43DB043AD0}"/>
              </a:ext>
            </a:extLst>
          </p:cNvPr>
          <p:cNvSpPr/>
          <p:nvPr/>
        </p:nvSpPr>
        <p:spPr>
          <a:xfrm rot="16200000">
            <a:off x="3697356" y="2293811"/>
            <a:ext cx="357182" cy="573464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0" y="114693"/>
                </a:moveTo>
                <a:lnTo>
                  <a:pt x="178591" y="114693"/>
                </a:lnTo>
                <a:lnTo>
                  <a:pt x="178591" y="0"/>
                </a:lnTo>
                <a:lnTo>
                  <a:pt x="357182" y="286732"/>
                </a:lnTo>
                <a:lnTo>
                  <a:pt x="178591" y="573464"/>
                </a:lnTo>
                <a:lnTo>
                  <a:pt x="178591" y="458771"/>
                </a:lnTo>
                <a:lnTo>
                  <a:pt x="0" y="458771"/>
                </a:lnTo>
                <a:lnTo>
                  <a:pt x="0" y="114693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-1" tIns="114693" rIns="107155" bIns="114692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EAAF325-9DA7-027B-521F-9CC2DBF031B4}"/>
              </a:ext>
            </a:extLst>
          </p:cNvPr>
          <p:cNvSpPr/>
          <p:nvPr/>
        </p:nvSpPr>
        <p:spPr>
          <a:xfrm>
            <a:off x="3032617" y="546808"/>
            <a:ext cx="1686661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Array</a:t>
            </a:r>
            <a:endParaRPr lang="en-PK" sz="31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CDD254-FE95-D9CA-6ADC-D0D8EE475E82}"/>
              </a:ext>
            </a:extLst>
          </p:cNvPr>
          <p:cNvSpPr/>
          <p:nvPr/>
        </p:nvSpPr>
        <p:spPr>
          <a:xfrm>
            <a:off x="4867543" y="3463998"/>
            <a:ext cx="357182" cy="573464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0" y="114693"/>
                </a:moveTo>
                <a:lnTo>
                  <a:pt x="178591" y="114693"/>
                </a:lnTo>
                <a:lnTo>
                  <a:pt x="178591" y="0"/>
                </a:lnTo>
                <a:lnTo>
                  <a:pt x="357182" y="286732"/>
                </a:lnTo>
                <a:lnTo>
                  <a:pt x="178591" y="573464"/>
                </a:lnTo>
                <a:lnTo>
                  <a:pt x="178591" y="458771"/>
                </a:lnTo>
                <a:lnTo>
                  <a:pt x="0" y="458771"/>
                </a:lnTo>
                <a:lnTo>
                  <a:pt x="0" y="114693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6318991"/>
              <a:satOff val="13093"/>
              <a:lumOff val="2091"/>
              <a:alphaOff val="0"/>
            </a:schemeClr>
          </a:fillRef>
          <a:effectRef idx="0">
            <a:schemeClr val="accent4">
              <a:hueOff val="-6318991"/>
              <a:satOff val="13093"/>
              <a:lumOff val="209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4693" rIns="107155" bIns="11469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1AD78F-6F24-70F8-0261-70E69997181D}"/>
              </a:ext>
            </a:extLst>
          </p:cNvPr>
          <p:cNvSpPr/>
          <p:nvPr/>
        </p:nvSpPr>
        <p:spPr>
          <a:xfrm>
            <a:off x="5393208" y="2907399"/>
            <a:ext cx="1686661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6318991"/>
              <a:satOff val="13093"/>
              <a:lumOff val="2091"/>
              <a:alphaOff val="0"/>
            </a:schemeClr>
          </a:fillRef>
          <a:effectRef idx="2">
            <a:schemeClr val="accent4">
              <a:hueOff val="-6318991"/>
              <a:satOff val="13093"/>
              <a:lumOff val="209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Linked List</a:t>
            </a:r>
            <a:endParaRPr lang="en-PK" sz="3100" kern="12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CB7D014-D31F-023B-D403-005F35E52F3B}"/>
              </a:ext>
            </a:extLst>
          </p:cNvPr>
          <p:cNvSpPr/>
          <p:nvPr/>
        </p:nvSpPr>
        <p:spPr>
          <a:xfrm rot="5400000">
            <a:off x="3697356" y="4634184"/>
            <a:ext cx="357182" cy="573464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0" y="114693"/>
                </a:moveTo>
                <a:lnTo>
                  <a:pt x="178591" y="114693"/>
                </a:lnTo>
                <a:lnTo>
                  <a:pt x="178591" y="0"/>
                </a:lnTo>
                <a:lnTo>
                  <a:pt x="357182" y="286732"/>
                </a:lnTo>
                <a:lnTo>
                  <a:pt x="178591" y="573464"/>
                </a:lnTo>
                <a:lnTo>
                  <a:pt x="178591" y="458771"/>
                </a:lnTo>
                <a:lnTo>
                  <a:pt x="0" y="458771"/>
                </a:lnTo>
                <a:lnTo>
                  <a:pt x="0" y="114693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2637982"/>
              <a:satOff val="26185"/>
              <a:lumOff val="4183"/>
              <a:alphaOff val="0"/>
            </a:schemeClr>
          </a:fillRef>
          <a:effectRef idx="0">
            <a:schemeClr val="accent4">
              <a:hueOff val="-12637982"/>
              <a:satOff val="26185"/>
              <a:lumOff val="418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4692" rIns="107154" bIns="11469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C1FECB3-9A6C-7C50-5CBD-8A29D4F82281}"/>
              </a:ext>
            </a:extLst>
          </p:cNvPr>
          <p:cNvSpPr/>
          <p:nvPr/>
        </p:nvSpPr>
        <p:spPr>
          <a:xfrm>
            <a:off x="3032617" y="5267991"/>
            <a:ext cx="1686661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2637982"/>
              <a:satOff val="26185"/>
              <a:lumOff val="4183"/>
              <a:alphaOff val="0"/>
            </a:schemeClr>
          </a:fillRef>
          <a:effectRef idx="2">
            <a:schemeClr val="accent4">
              <a:hueOff val="-12637982"/>
              <a:satOff val="26185"/>
              <a:lumOff val="418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Stack</a:t>
            </a:r>
            <a:endParaRPr lang="en-PK" sz="3100" kern="1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8D64DC4-7F2F-4588-F494-B113FC08CE44}"/>
              </a:ext>
            </a:extLst>
          </p:cNvPr>
          <p:cNvSpPr/>
          <p:nvPr/>
        </p:nvSpPr>
        <p:spPr>
          <a:xfrm>
            <a:off x="2527169" y="3463997"/>
            <a:ext cx="357183" cy="573465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357182" y="458771"/>
                </a:moveTo>
                <a:lnTo>
                  <a:pt x="178591" y="458771"/>
                </a:lnTo>
                <a:lnTo>
                  <a:pt x="178591" y="573464"/>
                </a:lnTo>
                <a:lnTo>
                  <a:pt x="0" y="286732"/>
                </a:lnTo>
                <a:lnTo>
                  <a:pt x="178591" y="0"/>
                </a:lnTo>
                <a:lnTo>
                  <a:pt x="178591" y="114693"/>
                </a:lnTo>
                <a:lnTo>
                  <a:pt x="357182" y="114693"/>
                </a:lnTo>
                <a:lnTo>
                  <a:pt x="357182" y="458771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8956971"/>
              <a:satOff val="39278"/>
              <a:lumOff val="6274"/>
              <a:alphaOff val="0"/>
            </a:schemeClr>
          </a:fillRef>
          <a:effectRef idx="0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7155" tIns="114694" rIns="1" bIns="11469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A725D30-A3D7-5FB7-930E-96A1575BC407}"/>
              </a:ext>
            </a:extLst>
          </p:cNvPr>
          <p:cNvSpPr/>
          <p:nvPr/>
        </p:nvSpPr>
        <p:spPr>
          <a:xfrm>
            <a:off x="672025" y="2907399"/>
            <a:ext cx="1686661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Queue</a:t>
            </a:r>
            <a:endParaRPr lang="en-PK" sz="3100" kern="1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3B2FD6-E6EE-E015-13B8-B6F284F4D90E}"/>
              </a:ext>
            </a:extLst>
          </p:cNvPr>
          <p:cNvGrpSpPr/>
          <p:nvPr/>
        </p:nvGrpSpPr>
        <p:grpSpPr>
          <a:xfrm>
            <a:off x="499741" y="1074505"/>
            <a:ext cx="2446654" cy="1149653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BB30542-38D0-8EA7-F1D3-00F1183B034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0726B64-5D7F-A97F-DC18-D9C6EA1B14DD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Linear Data Structures</a:t>
              </a:r>
              <a:endParaRPr lang="en-PK" sz="2600" b="1" kern="1200" dirty="0"/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6E5F099-22A6-8472-7096-13072BC6E084}"/>
              </a:ext>
            </a:extLst>
          </p:cNvPr>
          <p:cNvSpPr/>
          <p:nvPr/>
        </p:nvSpPr>
        <p:spPr>
          <a:xfrm>
            <a:off x="2898820" y="2759134"/>
            <a:ext cx="1968723" cy="1956959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8916" tIns="288916" rIns="288916" bIns="288916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Linear</a:t>
            </a:r>
            <a:endParaRPr lang="en-PK" sz="3300" b="1" kern="1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5DD22-3892-8D3D-AF9D-5DEF096EEFC4}"/>
              </a:ext>
            </a:extLst>
          </p:cNvPr>
          <p:cNvSpPr txBox="1">
            <a:spLocks/>
          </p:cNvSpPr>
          <p:nvPr/>
        </p:nvSpPr>
        <p:spPr>
          <a:xfrm>
            <a:off x="7619996" y="245233"/>
            <a:ext cx="4893733" cy="727675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/>
              <a:t>Data stored in sequence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C048A7-9817-C4C8-0902-7C069CC1B5AC}"/>
              </a:ext>
            </a:extLst>
          </p:cNvPr>
          <p:cNvSpPr txBox="1">
            <a:spLocks/>
          </p:cNvSpPr>
          <p:nvPr/>
        </p:nvSpPr>
        <p:spPr>
          <a:xfrm>
            <a:off x="7603066" y="1261233"/>
            <a:ext cx="4893733" cy="727675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/>
              <a:t>Easy implementation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759ADEC-F54F-B287-77A2-C663B87E52DC}"/>
              </a:ext>
            </a:extLst>
          </p:cNvPr>
          <p:cNvSpPr txBox="1">
            <a:spLocks/>
          </p:cNvSpPr>
          <p:nvPr/>
        </p:nvSpPr>
        <p:spPr>
          <a:xfrm>
            <a:off x="7620002" y="2277235"/>
            <a:ext cx="4893733" cy="727675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Single Layer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949D92E-0385-6791-207F-14C52F134801}"/>
              </a:ext>
            </a:extLst>
          </p:cNvPr>
          <p:cNvSpPr txBox="1">
            <a:spLocks/>
          </p:cNvSpPr>
          <p:nvPr/>
        </p:nvSpPr>
        <p:spPr>
          <a:xfrm>
            <a:off x="7603066" y="3293235"/>
            <a:ext cx="4893733" cy="1049868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All data can be accessed/</a:t>
            </a:r>
            <a:r>
              <a:rPr lang="en-US" sz="2800" b="1" u="sng" dirty="0">
                <a:solidFill>
                  <a:schemeClr val="bg1"/>
                </a:solidFill>
              </a:rPr>
              <a:t>traversed</a:t>
            </a:r>
            <a:r>
              <a:rPr lang="en-US" sz="2800" b="1" dirty="0">
                <a:solidFill>
                  <a:schemeClr val="tx1"/>
                </a:solidFill>
              </a:rPr>
              <a:t> in one go.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F7B8207-B7A9-8607-3390-B075C070CCF0}"/>
              </a:ext>
            </a:extLst>
          </p:cNvPr>
          <p:cNvSpPr txBox="1">
            <a:spLocks/>
          </p:cNvSpPr>
          <p:nvPr/>
        </p:nvSpPr>
        <p:spPr>
          <a:xfrm>
            <a:off x="7619996" y="4631428"/>
            <a:ext cx="4893733" cy="1049868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Run-Time increases with data size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CEAEF0-69DE-E609-7DAF-73188E6BF341}"/>
              </a:ext>
            </a:extLst>
          </p:cNvPr>
          <p:cNvSpPr txBox="1">
            <a:spLocks/>
          </p:cNvSpPr>
          <p:nvPr/>
        </p:nvSpPr>
        <p:spPr>
          <a:xfrm>
            <a:off x="7619996" y="5952226"/>
            <a:ext cx="4893733" cy="1049868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Inefficient memory utilization</a:t>
            </a:r>
          </a:p>
        </p:txBody>
      </p:sp>
    </p:spTree>
    <p:extLst>
      <p:ext uri="{BB962C8B-B14F-4D97-AF65-F5344CB8AC3E}">
        <p14:creationId xmlns:p14="http://schemas.microsoft.com/office/powerpoint/2010/main" val="3470441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89630-06FE-63BF-D56B-F4EB5A76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CA17344-34A3-7F14-DEAF-2FDA6C7B97D8}"/>
              </a:ext>
            </a:extLst>
          </p:cNvPr>
          <p:cNvGrpSpPr/>
          <p:nvPr/>
        </p:nvGrpSpPr>
        <p:grpSpPr>
          <a:xfrm>
            <a:off x="245746" y="867843"/>
            <a:ext cx="2975154" cy="135631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E3AAF49-C39C-04F2-78A9-BB16EE1EDE0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312C74FE-9000-C9F6-32EF-4D2223742F0D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Categories</a:t>
              </a:r>
              <a:endParaRPr lang="en-PK" sz="2600" b="1" kern="1200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AC8A302-FB3E-1294-E819-708F8E214C16}"/>
              </a:ext>
            </a:extLst>
          </p:cNvPr>
          <p:cNvSpPr/>
          <p:nvPr/>
        </p:nvSpPr>
        <p:spPr>
          <a:xfrm rot="16200000">
            <a:off x="6259768" y="3403277"/>
            <a:ext cx="282062" cy="508646"/>
          </a:xfrm>
          <a:custGeom>
            <a:avLst/>
            <a:gdLst>
              <a:gd name="connsiteX0" fmla="*/ 0 w 282062"/>
              <a:gd name="connsiteY0" fmla="*/ 101729 h 508646"/>
              <a:gd name="connsiteX1" fmla="*/ 141031 w 282062"/>
              <a:gd name="connsiteY1" fmla="*/ 101729 h 508646"/>
              <a:gd name="connsiteX2" fmla="*/ 141031 w 282062"/>
              <a:gd name="connsiteY2" fmla="*/ 0 h 508646"/>
              <a:gd name="connsiteX3" fmla="*/ 282062 w 282062"/>
              <a:gd name="connsiteY3" fmla="*/ 254323 h 508646"/>
              <a:gd name="connsiteX4" fmla="*/ 141031 w 282062"/>
              <a:gd name="connsiteY4" fmla="*/ 508646 h 508646"/>
              <a:gd name="connsiteX5" fmla="*/ 141031 w 282062"/>
              <a:gd name="connsiteY5" fmla="*/ 406917 h 508646"/>
              <a:gd name="connsiteX6" fmla="*/ 0 w 282062"/>
              <a:gd name="connsiteY6" fmla="*/ 406917 h 508646"/>
              <a:gd name="connsiteX7" fmla="*/ 0 w 282062"/>
              <a:gd name="connsiteY7" fmla="*/ 101729 h 50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062" h="508646">
                <a:moveTo>
                  <a:pt x="0" y="101729"/>
                </a:moveTo>
                <a:lnTo>
                  <a:pt x="141031" y="101729"/>
                </a:lnTo>
                <a:lnTo>
                  <a:pt x="141031" y="0"/>
                </a:lnTo>
                <a:lnTo>
                  <a:pt x="282062" y="254323"/>
                </a:lnTo>
                <a:lnTo>
                  <a:pt x="141031" y="508646"/>
                </a:lnTo>
                <a:lnTo>
                  <a:pt x="141031" y="406917"/>
                </a:lnTo>
                <a:lnTo>
                  <a:pt x="0" y="406917"/>
                </a:lnTo>
                <a:lnTo>
                  <a:pt x="0" y="101729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z="-80000" prstMaterial="plastic">
            <a:bevelT w="50800" h="50800"/>
            <a:bevelB w="25400" h="2540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-1" tIns="101729" rIns="84619" bIns="101728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800" b="1" kern="12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262B31F-9F16-0146-6FE1-38AA7145BB73}"/>
              </a:ext>
            </a:extLst>
          </p:cNvPr>
          <p:cNvSpPr/>
          <p:nvPr/>
        </p:nvSpPr>
        <p:spPr>
          <a:xfrm>
            <a:off x="5652789" y="2909589"/>
            <a:ext cx="1496020" cy="1496020"/>
          </a:xfrm>
          <a:custGeom>
            <a:avLst/>
            <a:gdLst>
              <a:gd name="connsiteX0" fmla="*/ 0 w 1496020"/>
              <a:gd name="connsiteY0" fmla="*/ 748010 h 1496020"/>
              <a:gd name="connsiteX1" fmla="*/ 748010 w 1496020"/>
              <a:gd name="connsiteY1" fmla="*/ 0 h 1496020"/>
              <a:gd name="connsiteX2" fmla="*/ 1496020 w 1496020"/>
              <a:gd name="connsiteY2" fmla="*/ 748010 h 1496020"/>
              <a:gd name="connsiteX3" fmla="*/ 748010 w 1496020"/>
              <a:gd name="connsiteY3" fmla="*/ 1496020 h 1496020"/>
              <a:gd name="connsiteX4" fmla="*/ 0 w 1496020"/>
              <a:gd name="connsiteY4" fmla="*/ 748010 h 14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20" h="1496020">
                <a:moveTo>
                  <a:pt x="0" y="748010"/>
                </a:moveTo>
                <a:cubicBezTo>
                  <a:pt x="0" y="334895"/>
                  <a:pt x="334895" y="0"/>
                  <a:pt x="748010" y="0"/>
                </a:cubicBezTo>
                <a:cubicBezTo>
                  <a:pt x="1161125" y="0"/>
                  <a:pt x="1496020" y="334895"/>
                  <a:pt x="1496020" y="748010"/>
                </a:cubicBezTo>
                <a:cubicBezTo>
                  <a:pt x="1496020" y="1161125"/>
                  <a:pt x="1161125" y="1496020"/>
                  <a:pt x="748010" y="1496020"/>
                </a:cubicBezTo>
                <a:cubicBezTo>
                  <a:pt x="334895" y="1496020"/>
                  <a:pt x="0" y="1161125"/>
                  <a:pt x="0" y="748010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4647" tIns="254647" rIns="254647" bIns="25464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Linear</a:t>
            </a:r>
            <a:endParaRPr lang="en-PK" sz="2800" b="1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89F0D0-5B32-189B-FE7F-B3D91E440D39}"/>
              </a:ext>
            </a:extLst>
          </p:cNvPr>
          <p:cNvSpPr/>
          <p:nvPr/>
        </p:nvSpPr>
        <p:spPr>
          <a:xfrm rot="5400000">
            <a:off x="6259768" y="3403276"/>
            <a:ext cx="282062" cy="508646"/>
          </a:xfrm>
          <a:custGeom>
            <a:avLst/>
            <a:gdLst>
              <a:gd name="connsiteX0" fmla="*/ 0 w 282062"/>
              <a:gd name="connsiteY0" fmla="*/ 101729 h 508646"/>
              <a:gd name="connsiteX1" fmla="*/ 141031 w 282062"/>
              <a:gd name="connsiteY1" fmla="*/ 101729 h 508646"/>
              <a:gd name="connsiteX2" fmla="*/ 141031 w 282062"/>
              <a:gd name="connsiteY2" fmla="*/ 0 h 508646"/>
              <a:gd name="connsiteX3" fmla="*/ 282062 w 282062"/>
              <a:gd name="connsiteY3" fmla="*/ 254323 h 508646"/>
              <a:gd name="connsiteX4" fmla="*/ 141031 w 282062"/>
              <a:gd name="connsiteY4" fmla="*/ 508646 h 508646"/>
              <a:gd name="connsiteX5" fmla="*/ 141031 w 282062"/>
              <a:gd name="connsiteY5" fmla="*/ 406917 h 508646"/>
              <a:gd name="connsiteX6" fmla="*/ 0 w 282062"/>
              <a:gd name="connsiteY6" fmla="*/ 406917 h 508646"/>
              <a:gd name="connsiteX7" fmla="*/ 0 w 282062"/>
              <a:gd name="connsiteY7" fmla="*/ 101729 h 50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062" h="508646">
                <a:moveTo>
                  <a:pt x="0" y="101729"/>
                </a:moveTo>
                <a:lnTo>
                  <a:pt x="141031" y="101729"/>
                </a:lnTo>
                <a:lnTo>
                  <a:pt x="141031" y="0"/>
                </a:lnTo>
                <a:lnTo>
                  <a:pt x="282062" y="254323"/>
                </a:lnTo>
                <a:lnTo>
                  <a:pt x="141031" y="508646"/>
                </a:lnTo>
                <a:lnTo>
                  <a:pt x="141031" y="406917"/>
                </a:lnTo>
                <a:lnTo>
                  <a:pt x="0" y="406917"/>
                </a:lnTo>
                <a:lnTo>
                  <a:pt x="0" y="101729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z="-80000" prstMaterial="plastic">
            <a:bevelT w="50800" h="50800"/>
            <a:bevelB w="25400" h="2540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01728" rIns="84618" bIns="101729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800" b="1" kern="12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6FDF72B-2A5A-2298-1929-CA37527E9AB0}"/>
              </a:ext>
            </a:extLst>
          </p:cNvPr>
          <p:cNvSpPr/>
          <p:nvPr/>
        </p:nvSpPr>
        <p:spPr>
          <a:xfrm>
            <a:off x="5652789" y="2909589"/>
            <a:ext cx="1496020" cy="1496020"/>
          </a:xfrm>
          <a:custGeom>
            <a:avLst/>
            <a:gdLst>
              <a:gd name="connsiteX0" fmla="*/ 0 w 1496020"/>
              <a:gd name="connsiteY0" fmla="*/ 748010 h 1496020"/>
              <a:gd name="connsiteX1" fmla="*/ 748010 w 1496020"/>
              <a:gd name="connsiteY1" fmla="*/ 0 h 1496020"/>
              <a:gd name="connsiteX2" fmla="*/ 1496020 w 1496020"/>
              <a:gd name="connsiteY2" fmla="*/ 748010 h 1496020"/>
              <a:gd name="connsiteX3" fmla="*/ 748010 w 1496020"/>
              <a:gd name="connsiteY3" fmla="*/ 1496020 h 1496020"/>
              <a:gd name="connsiteX4" fmla="*/ 0 w 1496020"/>
              <a:gd name="connsiteY4" fmla="*/ 748010 h 14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20" h="1496020">
                <a:moveTo>
                  <a:pt x="0" y="748010"/>
                </a:moveTo>
                <a:cubicBezTo>
                  <a:pt x="0" y="334895"/>
                  <a:pt x="334895" y="0"/>
                  <a:pt x="748010" y="0"/>
                </a:cubicBezTo>
                <a:cubicBezTo>
                  <a:pt x="1161125" y="0"/>
                  <a:pt x="1496020" y="334895"/>
                  <a:pt x="1496020" y="748010"/>
                </a:cubicBezTo>
                <a:cubicBezTo>
                  <a:pt x="1496020" y="1161125"/>
                  <a:pt x="1161125" y="1496020"/>
                  <a:pt x="748010" y="1496020"/>
                </a:cubicBezTo>
                <a:cubicBezTo>
                  <a:pt x="334895" y="1496020"/>
                  <a:pt x="0" y="1161125"/>
                  <a:pt x="0" y="748010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4647" tIns="254647" rIns="254647" bIns="25464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Non Linear</a:t>
            </a:r>
            <a:endParaRPr lang="en-PK" sz="2800" b="1" kern="12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8B7787B-9798-45DB-2EB7-FD99A8AC1CC0}"/>
              </a:ext>
            </a:extLst>
          </p:cNvPr>
          <p:cNvSpPr/>
          <p:nvPr/>
        </p:nvSpPr>
        <p:spPr>
          <a:xfrm>
            <a:off x="5164668" y="2844797"/>
            <a:ext cx="2472263" cy="1625605"/>
          </a:xfrm>
          <a:custGeom>
            <a:avLst/>
            <a:gdLst>
              <a:gd name="connsiteX0" fmla="*/ 0 w 2472263"/>
              <a:gd name="connsiteY0" fmla="*/ 812803 h 1625605"/>
              <a:gd name="connsiteX1" fmla="*/ 1236132 w 2472263"/>
              <a:gd name="connsiteY1" fmla="*/ 0 h 1625605"/>
              <a:gd name="connsiteX2" fmla="*/ 2472264 w 2472263"/>
              <a:gd name="connsiteY2" fmla="*/ 812803 h 1625605"/>
              <a:gd name="connsiteX3" fmla="*/ 1236132 w 2472263"/>
              <a:gd name="connsiteY3" fmla="*/ 1625606 h 1625605"/>
              <a:gd name="connsiteX4" fmla="*/ 0 w 2472263"/>
              <a:gd name="connsiteY4" fmla="*/ 812803 h 162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2263" h="1625605">
                <a:moveTo>
                  <a:pt x="0" y="812803"/>
                </a:moveTo>
                <a:cubicBezTo>
                  <a:pt x="0" y="363904"/>
                  <a:pt x="553435" y="0"/>
                  <a:pt x="1236132" y="0"/>
                </a:cubicBezTo>
                <a:cubicBezTo>
                  <a:pt x="1918829" y="0"/>
                  <a:pt x="2472264" y="363904"/>
                  <a:pt x="2472264" y="812803"/>
                </a:cubicBezTo>
                <a:cubicBezTo>
                  <a:pt x="2472264" y="1261702"/>
                  <a:pt x="1918829" y="1625606"/>
                  <a:pt x="1236132" y="1625606"/>
                </a:cubicBezTo>
                <a:cubicBezTo>
                  <a:pt x="553435" y="1625606"/>
                  <a:pt x="0" y="1261702"/>
                  <a:pt x="0" y="812803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7615" tIns="273624" rIns="397615" bIns="273624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Data Structures</a:t>
            </a:r>
            <a:endParaRPr lang="en-PK" sz="2800" b="1" kern="1200" dirty="0"/>
          </a:p>
        </p:txBody>
      </p:sp>
    </p:spTree>
    <p:extLst>
      <p:ext uri="{BB962C8B-B14F-4D97-AF65-F5344CB8AC3E}">
        <p14:creationId xmlns:p14="http://schemas.microsoft.com/office/powerpoint/2010/main" val="94820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02E54-09EF-48CE-BE6C-2053597B8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27E1960-31C2-5711-CEB4-A66AA69D8A94}"/>
              </a:ext>
            </a:extLst>
          </p:cNvPr>
          <p:cNvGrpSpPr/>
          <p:nvPr/>
        </p:nvGrpSpPr>
        <p:grpSpPr>
          <a:xfrm>
            <a:off x="245746" y="867843"/>
            <a:ext cx="2975154" cy="135631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247BAB5-B15D-4944-D4EC-C2DBD91FA85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0B18D09B-1AC7-9D52-E98D-358036EB60CE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Categories</a:t>
              </a:r>
              <a:endParaRPr lang="en-PK" sz="2600" b="1" kern="1200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7900B70-B7D3-2D1C-826A-0DBE95D9C4BF}"/>
              </a:ext>
            </a:extLst>
          </p:cNvPr>
          <p:cNvSpPr/>
          <p:nvPr/>
        </p:nvSpPr>
        <p:spPr>
          <a:xfrm rot="16200000">
            <a:off x="6259768" y="2332359"/>
            <a:ext cx="282062" cy="508646"/>
          </a:xfrm>
          <a:custGeom>
            <a:avLst/>
            <a:gdLst>
              <a:gd name="connsiteX0" fmla="*/ 0 w 282062"/>
              <a:gd name="connsiteY0" fmla="*/ 101729 h 508646"/>
              <a:gd name="connsiteX1" fmla="*/ 141031 w 282062"/>
              <a:gd name="connsiteY1" fmla="*/ 101729 h 508646"/>
              <a:gd name="connsiteX2" fmla="*/ 141031 w 282062"/>
              <a:gd name="connsiteY2" fmla="*/ 0 h 508646"/>
              <a:gd name="connsiteX3" fmla="*/ 282062 w 282062"/>
              <a:gd name="connsiteY3" fmla="*/ 254323 h 508646"/>
              <a:gd name="connsiteX4" fmla="*/ 141031 w 282062"/>
              <a:gd name="connsiteY4" fmla="*/ 508646 h 508646"/>
              <a:gd name="connsiteX5" fmla="*/ 141031 w 282062"/>
              <a:gd name="connsiteY5" fmla="*/ 406917 h 508646"/>
              <a:gd name="connsiteX6" fmla="*/ 0 w 282062"/>
              <a:gd name="connsiteY6" fmla="*/ 406917 h 508646"/>
              <a:gd name="connsiteX7" fmla="*/ 0 w 282062"/>
              <a:gd name="connsiteY7" fmla="*/ 101729 h 50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062" h="508646">
                <a:moveTo>
                  <a:pt x="0" y="101729"/>
                </a:moveTo>
                <a:lnTo>
                  <a:pt x="141031" y="101729"/>
                </a:lnTo>
                <a:lnTo>
                  <a:pt x="141031" y="0"/>
                </a:lnTo>
                <a:lnTo>
                  <a:pt x="282062" y="254323"/>
                </a:lnTo>
                <a:lnTo>
                  <a:pt x="141031" y="508646"/>
                </a:lnTo>
                <a:lnTo>
                  <a:pt x="141031" y="406917"/>
                </a:lnTo>
                <a:lnTo>
                  <a:pt x="0" y="406917"/>
                </a:lnTo>
                <a:lnTo>
                  <a:pt x="0" y="101729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z="-80000" prstMaterial="plastic">
            <a:bevelT w="50800" h="50800"/>
            <a:bevelB w="25400" h="2540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-1" tIns="101729" rIns="84619" bIns="101728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800" b="1" kern="12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55DBEF-D824-C430-85A6-E66E2E9D0ABD}"/>
              </a:ext>
            </a:extLst>
          </p:cNvPr>
          <p:cNvSpPr/>
          <p:nvPr/>
        </p:nvSpPr>
        <p:spPr>
          <a:xfrm>
            <a:off x="5652789" y="816583"/>
            <a:ext cx="1496020" cy="1496020"/>
          </a:xfrm>
          <a:custGeom>
            <a:avLst/>
            <a:gdLst>
              <a:gd name="connsiteX0" fmla="*/ 0 w 1496020"/>
              <a:gd name="connsiteY0" fmla="*/ 748010 h 1496020"/>
              <a:gd name="connsiteX1" fmla="*/ 748010 w 1496020"/>
              <a:gd name="connsiteY1" fmla="*/ 0 h 1496020"/>
              <a:gd name="connsiteX2" fmla="*/ 1496020 w 1496020"/>
              <a:gd name="connsiteY2" fmla="*/ 748010 h 1496020"/>
              <a:gd name="connsiteX3" fmla="*/ 748010 w 1496020"/>
              <a:gd name="connsiteY3" fmla="*/ 1496020 h 1496020"/>
              <a:gd name="connsiteX4" fmla="*/ 0 w 1496020"/>
              <a:gd name="connsiteY4" fmla="*/ 748010 h 14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20" h="1496020">
                <a:moveTo>
                  <a:pt x="0" y="748010"/>
                </a:moveTo>
                <a:cubicBezTo>
                  <a:pt x="0" y="334895"/>
                  <a:pt x="334895" y="0"/>
                  <a:pt x="748010" y="0"/>
                </a:cubicBezTo>
                <a:cubicBezTo>
                  <a:pt x="1161125" y="0"/>
                  <a:pt x="1496020" y="334895"/>
                  <a:pt x="1496020" y="748010"/>
                </a:cubicBezTo>
                <a:cubicBezTo>
                  <a:pt x="1496020" y="1161125"/>
                  <a:pt x="1161125" y="1496020"/>
                  <a:pt x="748010" y="1496020"/>
                </a:cubicBezTo>
                <a:cubicBezTo>
                  <a:pt x="334895" y="1496020"/>
                  <a:pt x="0" y="1161125"/>
                  <a:pt x="0" y="748010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4647" tIns="254647" rIns="254647" bIns="25464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Linear</a:t>
            </a:r>
            <a:endParaRPr lang="en-PK" sz="2800" b="1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067CD43-8DC8-1D4A-E621-6E260BFE3B79}"/>
              </a:ext>
            </a:extLst>
          </p:cNvPr>
          <p:cNvSpPr/>
          <p:nvPr/>
        </p:nvSpPr>
        <p:spPr>
          <a:xfrm rot="5400000">
            <a:off x="6259768" y="4474193"/>
            <a:ext cx="282062" cy="508646"/>
          </a:xfrm>
          <a:custGeom>
            <a:avLst/>
            <a:gdLst>
              <a:gd name="connsiteX0" fmla="*/ 0 w 282062"/>
              <a:gd name="connsiteY0" fmla="*/ 101729 h 508646"/>
              <a:gd name="connsiteX1" fmla="*/ 141031 w 282062"/>
              <a:gd name="connsiteY1" fmla="*/ 101729 h 508646"/>
              <a:gd name="connsiteX2" fmla="*/ 141031 w 282062"/>
              <a:gd name="connsiteY2" fmla="*/ 0 h 508646"/>
              <a:gd name="connsiteX3" fmla="*/ 282062 w 282062"/>
              <a:gd name="connsiteY3" fmla="*/ 254323 h 508646"/>
              <a:gd name="connsiteX4" fmla="*/ 141031 w 282062"/>
              <a:gd name="connsiteY4" fmla="*/ 508646 h 508646"/>
              <a:gd name="connsiteX5" fmla="*/ 141031 w 282062"/>
              <a:gd name="connsiteY5" fmla="*/ 406917 h 508646"/>
              <a:gd name="connsiteX6" fmla="*/ 0 w 282062"/>
              <a:gd name="connsiteY6" fmla="*/ 406917 h 508646"/>
              <a:gd name="connsiteX7" fmla="*/ 0 w 282062"/>
              <a:gd name="connsiteY7" fmla="*/ 101729 h 50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062" h="508646">
                <a:moveTo>
                  <a:pt x="0" y="101729"/>
                </a:moveTo>
                <a:lnTo>
                  <a:pt x="141031" y="101729"/>
                </a:lnTo>
                <a:lnTo>
                  <a:pt x="141031" y="0"/>
                </a:lnTo>
                <a:lnTo>
                  <a:pt x="282062" y="254323"/>
                </a:lnTo>
                <a:lnTo>
                  <a:pt x="141031" y="508646"/>
                </a:lnTo>
                <a:lnTo>
                  <a:pt x="141031" y="406917"/>
                </a:lnTo>
                <a:lnTo>
                  <a:pt x="0" y="406917"/>
                </a:lnTo>
                <a:lnTo>
                  <a:pt x="0" y="101729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z="-80000" prstMaterial="plastic">
            <a:bevelT w="50800" h="50800"/>
            <a:bevelB w="25400" h="2540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01728" rIns="84618" bIns="101729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800" b="1" kern="12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5CEBAA0-7132-054B-04B8-C86BDB50D434}"/>
              </a:ext>
            </a:extLst>
          </p:cNvPr>
          <p:cNvSpPr/>
          <p:nvPr/>
        </p:nvSpPr>
        <p:spPr>
          <a:xfrm>
            <a:off x="5652789" y="5002596"/>
            <a:ext cx="1496020" cy="1496020"/>
          </a:xfrm>
          <a:custGeom>
            <a:avLst/>
            <a:gdLst>
              <a:gd name="connsiteX0" fmla="*/ 0 w 1496020"/>
              <a:gd name="connsiteY0" fmla="*/ 748010 h 1496020"/>
              <a:gd name="connsiteX1" fmla="*/ 748010 w 1496020"/>
              <a:gd name="connsiteY1" fmla="*/ 0 h 1496020"/>
              <a:gd name="connsiteX2" fmla="*/ 1496020 w 1496020"/>
              <a:gd name="connsiteY2" fmla="*/ 748010 h 1496020"/>
              <a:gd name="connsiteX3" fmla="*/ 748010 w 1496020"/>
              <a:gd name="connsiteY3" fmla="*/ 1496020 h 1496020"/>
              <a:gd name="connsiteX4" fmla="*/ 0 w 1496020"/>
              <a:gd name="connsiteY4" fmla="*/ 748010 h 14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20" h="1496020">
                <a:moveTo>
                  <a:pt x="0" y="748010"/>
                </a:moveTo>
                <a:cubicBezTo>
                  <a:pt x="0" y="334895"/>
                  <a:pt x="334895" y="0"/>
                  <a:pt x="748010" y="0"/>
                </a:cubicBezTo>
                <a:cubicBezTo>
                  <a:pt x="1161125" y="0"/>
                  <a:pt x="1496020" y="334895"/>
                  <a:pt x="1496020" y="748010"/>
                </a:cubicBezTo>
                <a:cubicBezTo>
                  <a:pt x="1496020" y="1161125"/>
                  <a:pt x="1161125" y="1496020"/>
                  <a:pt x="748010" y="1496020"/>
                </a:cubicBezTo>
                <a:cubicBezTo>
                  <a:pt x="334895" y="1496020"/>
                  <a:pt x="0" y="1161125"/>
                  <a:pt x="0" y="748010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4647" tIns="254647" rIns="254647" bIns="254647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Non Linear</a:t>
            </a:r>
            <a:endParaRPr lang="en-PK" sz="2800" b="1" kern="12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17A052-8278-DAF6-4387-FEF307C844F9}"/>
              </a:ext>
            </a:extLst>
          </p:cNvPr>
          <p:cNvSpPr/>
          <p:nvPr/>
        </p:nvSpPr>
        <p:spPr>
          <a:xfrm>
            <a:off x="5164668" y="2844797"/>
            <a:ext cx="2472263" cy="1625605"/>
          </a:xfrm>
          <a:custGeom>
            <a:avLst/>
            <a:gdLst>
              <a:gd name="connsiteX0" fmla="*/ 0 w 2472263"/>
              <a:gd name="connsiteY0" fmla="*/ 812803 h 1625605"/>
              <a:gd name="connsiteX1" fmla="*/ 1236132 w 2472263"/>
              <a:gd name="connsiteY1" fmla="*/ 0 h 1625605"/>
              <a:gd name="connsiteX2" fmla="*/ 2472264 w 2472263"/>
              <a:gd name="connsiteY2" fmla="*/ 812803 h 1625605"/>
              <a:gd name="connsiteX3" fmla="*/ 1236132 w 2472263"/>
              <a:gd name="connsiteY3" fmla="*/ 1625606 h 1625605"/>
              <a:gd name="connsiteX4" fmla="*/ 0 w 2472263"/>
              <a:gd name="connsiteY4" fmla="*/ 812803 h 162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2263" h="1625605">
                <a:moveTo>
                  <a:pt x="0" y="812803"/>
                </a:moveTo>
                <a:cubicBezTo>
                  <a:pt x="0" y="363904"/>
                  <a:pt x="553435" y="0"/>
                  <a:pt x="1236132" y="0"/>
                </a:cubicBezTo>
                <a:cubicBezTo>
                  <a:pt x="1918829" y="0"/>
                  <a:pt x="2472264" y="363904"/>
                  <a:pt x="2472264" y="812803"/>
                </a:cubicBezTo>
                <a:cubicBezTo>
                  <a:pt x="2472264" y="1261702"/>
                  <a:pt x="1918829" y="1625606"/>
                  <a:pt x="1236132" y="1625606"/>
                </a:cubicBezTo>
                <a:cubicBezTo>
                  <a:pt x="553435" y="1625606"/>
                  <a:pt x="0" y="1261702"/>
                  <a:pt x="0" y="812803"/>
                </a:cubicBez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7615" tIns="273624" rIns="397615" bIns="273624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Data Structures</a:t>
            </a:r>
            <a:endParaRPr lang="en-PK" sz="2800" b="1" kern="1200" dirty="0"/>
          </a:p>
        </p:txBody>
      </p:sp>
    </p:spTree>
    <p:extLst>
      <p:ext uri="{BB962C8B-B14F-4D97-AF65-F5344CB8AC3E}">
        <p14:creationId xmlns:p14="http://schemas.microsoft.com/office/powerpoint/2010/main" val="3446679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81BA5-12E1-41C5-101E-5922D19F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9D278C-E341-4E7F-31AA-BFC38A6DE17C}"/>
              </a:ext>
            </a:extLst>
          </p:cNvPr>
          <p:cNvSpPr/>
          <p:nvPr/>
        </p:nvSpPr>
        <p:spPr>
          <a:xfrm>
            <a:off x="3490207" y="3400082"/>
            <a:ext cx="357182" cy="573464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0" y="114693"/>
                </a:moveTo>
                <a:lnTo>
                  <a:pt x="178591" y="114693"/>
                </a:lnTo>
                <a:lnTo>
                  <a:pt x="178591" y="0"/>
                </a:lnTo>
                <a:lnTo>
                  <a:pt x="357182" y="286732"/>
                </a:lnTo>
                <a:lnTo>
                  <a:pt x="178591" y="573464"/>
                </a:lnTo>
                <a:lnTo>
                  <a:pt x="178591" y="458771"/>
                </a:lnTo>
                <a:lnTo>
                  <a:pt x="0" y="458771"/>
                </a:lnTo>
                <a:lnTo>
                  <a:pt x="0" y="114693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6318991"/>
              <a:satOff val="13093"/>
              <a:lumOff val="2091"/>
              <a:alphaOff val="0"/>
            </a:schemeClr>
          </a:fillRef>
          <a:effectRef idx="0">
            <a:schemeClr val="accent4">
              <a:hueOff val="-6318991"/>
              <a:satOff val="13093"/>
              <a:lumOff val="209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4693" rIns="107155" bIns="11469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7587EA3-0E0D-00E5-36AA-A55F490CDF52}"/>
              </a:ext>
            </a:extLst>
          </p:cNvPr>
          <p:cNvSpPr/>
          <p:nvPr/>
        </p:nvSpPr>
        <p:spPr>
          <a:xfrm>
            <a:off x="2768678" y="2843484"/>
            <a:ext cx="1800240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6318991"/>
              <a:satOff val="13093"/>
              <a:lumOff val="2091"/>
              <a:alphaOff val="0"/>
            </a:schemeClr>
          </a:fillRef>
          <a:effectRef idx="2">
            <a:schemeClr val="accent4">
              <a:hueOff val="-6318991"/>
              <a:satOff val="13093"/>
              <a:lumOff val="209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Trees</a:t>
            </a:r>
            <a:endParaRPr lang="en-PK" sz="3100" kern="1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6C35006-6174-1D3B-13F8-487BF9FB0931}"/>
              </a:ext>
            </a:extLst>
          </p:cNvPr>
          <p:cNvSpPr/>
          <p:nvPr/>
        </p:nvSpPr>
        <p:spPr>
          <a:xfrm>
            <a:off x="3490207" y="3400082"/>
            <a:ext cx="357183" cy="573465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357182" y="458771"/>
                </a:moveTo>
                <a:lnTo>
                  <a:pt x="178591" y="458771"/>
                </a:lnTo>
                <a:lnTo>
                  <a:pt x="178591" y="573464"/>
                </a:lnTo>
                <a:lnTo>
                  <a:pt x="0" y="286732"/>
                </a:lnTo>
                <a:lnTo>
                  <a:pt x="178591" y="0"/>
                </a:lnTo>
                <a:lnTo>
                  <a:pt x="178591" y="114693"/>
                </a:lnTo>
                <a:lnTo>
                  <a:pt x="357182" y="114693"/>
                </a:lnTo>
                <a:lnTo>
                  <a:pt x="357182" y="458771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8956971"/>
              <a:satOff val="39278"/>
              <a:lumOff val="6274"/>
              <a:alphaOff val="0"/>
            </a:schemeClr>
          </a:fillRef>
          <a:effectRef idx="0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7155" tIns="114694" rIns="1" bIns="11469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A5AB3A8-2FAC-62F5-C1F5-E37387ECC70F}"/>
              </a:ext>
            </a:extLst>
          </p:cNvPr>
          <p:cNvSpPr/>
          <p:nvPr/>
        </p:nvSpPr>
        <p:spPr>
          <a:xfrm>
            <a:off x="2739326" y="2843484"/>
            <a:ext cx="1858945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Graphs</a:t>
            </a:r>
            <a:endParaRPr lang="en-PK" sz="3100" kern="1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354E48D-DEB9-D865-BFD4-3546FC8C7314}"/>
              </a:ext>
            </a:extLst>
          </p:cNvPr>
          <p:cNvGrpSpPr/>
          <p:nvPr/>
        </p:nvGrpSpPr>
        <p:grpSpPr>
          <a:xfrm>
            <a:off x="499741" y="1074505"/>
            <a:ext cx="2446654" cy="1149653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5C82DFB-FCE1-829E-79B8-B9739F14CCC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1994472-1A17-F9F5-794D-C0139650F0E0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Non Linear Data Structures</a:t>
              </a:r>
              <a:endParaRPr lang="en-PK" sz="2600" b="1" kern="1200" dirty="0"/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86200FC-A6F0-2371-9928-90024FFD0734}"/>
              </a:ext>
            </a:extLst>
          </p:cNvPr>
          <p:cNvSpPr/>
          <p:nvPr/>
        </p:nvSpPr>
        <p:spPr>
          <a:xfrm>
            <a:off x="2684437" y="2708335"/>
            <a:ext cx="1968723" cy="1956959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8916" tIns="288916" rIns="288916" bIns="288916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Non Linear</a:t>
            </a:r>
            <a:endParaRPr lang="en-PK" sz="3300" b="1" kern="1200" dirty="0"/>
          </a:p>
        </p:txBody>
      </p:sp>
    </p:spTree>
    <p:extLst>
      <p:ext uri="{BB962C8B-B14F-4D97-AF65-F5344CB8AC3E}">
        <p14:creationId xmlns:p14="http://schemas.microsoft.com/office/powerpoint/2010/main" val="1984385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EDA5B-A1C3-F624-A5B9-3510AC69F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C5531206-0A7E-E5C4-7011-2441FD0B8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37" y="4267202"/>
            <a:ext cx="5069270" cy="2929467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2260059-D58C-EF85-EE01-B9EAE574D9ED}"/>
              </a:ext>
            </a:extLst>
          </p:cNvPr>
          <p:cNvSpPr/>
          <p:nvPr/>
        </p:nvSpPr>
        <p:spPr>
          <a:xfrm>
            <a:off x="4749012" y="3396266"/>
            <a:ext cx="357182" cy="573464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0" y="114693"/>
                </a:moveTo>
                <a:lnTo>
                  <a:pt x="178591" y="114693"/>
                </a:lnTo>
                <a:lnTo>
                  <a:pt x="178591" y="0"/>
                </a:lnTo>
                <a:lnTo>
                  <a:pt x="357182" y="286732"/>
                </a:lnTo>
                <a:lnTo>
                  <a:pt x="178591" y="573464"/>
                </a:lnTo>
                <a:lnTo>
                  <a:pt x="178591" y="458771"/>
                </a:lnTo>
                <a:lnTo>
                  <a:pt x="0" y="458771"/>
                </a:lnTo>
                <a:lnTo>
                  <a:pt x="0" y="114693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6318991"/>
              <a:satOff val="13093"/>
              <a:lumOff val="2091"/>
              <a:alphaOff val="0"/>
            </a:schemeClr>
          </a:fillRef>
          <a:effectRef idx="0">
            <a:schemeClr val="accent4">
              <a:hueOff val="-6318991"/>
              <a:satOff val="13093"/>
              <a:lumOff val="209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4693" rIns="107155" bIns="11469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9D90B96-1B17-20CB-F7F1-9421812E878F}"/>
              </a:ext>
            </a:extLst>
          </p:cNvPr>
          <p:cNvSpPr/>
          <p:nvPr/>
        </p:nvSpPr>
        <p:spPr>
          <a:xfrm>
            <a:off x="5190012" y="2839667"/>
            <a:ext cx="1800240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6318991"/>
              <a:satOff val="13093"/>
              <a:lumOff val="2091"/>
              <a:alphaOff val="0"/>
            </a:schemeClr>
          </a:fillRef>
          <a:effectRef idx="2">
            <a:schemeClr val="accent4">
              <a:hueOff val="-6318991"/>
              <a:satOff val="13093"/>
              <a:lumOff val="209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Trees</a:t>
            </a:r>
            <a:endParaRPr lang="en-PK" sz="3100" kern="1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A493C1C-A6C2-9E9A-5B4A-BD973E4CCB22}"/>
              </a:ext>
            </a:extLst>
          </p:cNvPr>
          <p:cNvSpPr/>
          <p:nvPr/>
        </p:nvSpPr>
        <p:spPr>
          <a:xfrm>
            <a:off x="2408638" y="3396265"/>
            <a:ext cx="357183" cy="573465"/>
          </a:xfrm>
          <a:custGeom>
            <a:avLst/>
            <a:gdLst>
              <a:gd name="connsiteX0" fmla="*/ 0 w 357182"/>
              <a:gd name="connsiteY0" fmla="*/ 114693 h 573464"/>
              <a:gd name="connsiteX1" fmla="*/ 178591 w 357182"/>
              <a:gd name="connsiteY1" fmla="*/ 114693 h 573464"/>
              <a:gd name="connsiteX2" fmla="*/ 178591 w 357182"/>
              <a:gd name="connsiteY2" fmla="*/ 0 h 573464"/>
              <a:gd name="connsiteX3" fmla="*/ 357182 w 357182"/>
              <a:gd name="connsiteY3" fmla="*/ 286732 h 573464"/>
              <a:gd name="connsiteX4" fmla="*/ 178591 w 357182"/>
              <a:gd name="connsiteY4" fmla="*/ 573464 h 573464"/>
              <a:gd name="connsiteX5" fmla="*/ 178591 w 357182"/>
              <a:gd name="connsiteY5" fmla="*/ 458771 h 573464"/>
              <a:gd name="connsiteX6" fmla="*/ 0 w 357182"/>
              <a:gd name="connsiteY6" fmla="*/ 458771 h 573464"/>
              <a:gd name="connsiteX7" fmla="*/ 0 w 357182"/>
              <a:gd name="connsiteY7" fmla="*/ 114693 h 57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182" h="573464">
                <a:moveTo>
                  <a:pt x="357182" y="458771"/>
                </a:moveTo>
                <a:lnTo>
                  <a:pt x="178591" y="458771"/>
                </a:lnTo>
                <a:lnTo>
                  <a:pt x="178591" y="573464"/>
                </a:lnTo>
                <a:lnTo>
                  <a:pt x="0" y="286732"/>
                </a:lnTo>
                <a:lnTo>
                  <a:pt x="178591" y="0"/>
                </a:lnTo>
                <a:lnTo>
                  <a:pt x="178591" y="114693"/>
                </a:lnTo>
                <a:lnTo>
                  <a:pt x="357182" y="114693"/>
                </a:lnTo>
                <a:lnTo>
                  <a:pt x="357182" y="458771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8956971"/>
              <a:satOff val="39278"/>
              <a:lumOff val="6274"/>
              <a:alphaOff val="0"/>
            </a:schemeClr>
          </a:fillRef>
          <a:effectRef idx="0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7155" tIns="114694" rIns="1" bIns="114693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PK" sz="2600" kern="12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C1DE8B6-B7D2-71D7-5309-C61E28835AD2}"/>
              </a:ext>
            </a:extLst>
          </p:cNvPr>
          <p:cNvSpPr/>
          <p:nvPr/>
        </p:nvSpPr>
        <p:spPr>
          <a:xfrm>
            <a:off x="482808" y="2839667"/>
            <a:ext cx="1858945" cy="1686661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8956971"/>
              <a:satOff val="39278"/>
              <a:lumOff val="6274"/>
              <a:alphaOff val="0"/>
            </a:schemeClr>
          </a:fillRef>
          <a:effectRef idx="2">
            <a:schemeClr val="accent4">
              <a:hueOff val="-18956971"/>
              <a:satOff val="39278"/>
              <a:lumOff val="6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376" tIns="286376" rIns="286376" bIns="286376" numCol="1" spcCol="1270" anchor="ctr" anchorCtr="0">
            <a:noAutofit/>
          </a:bodyPr>
          <a:lstStyle/>
          <a:p>
            <a:pPr marL="0" lvl="0" indent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/>
              <a:t>Graphs</a:t>
            </a:r>
            <a:endParaRPr lang="en-PK" sz="3100" kern="1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465911-E0F7-37F8-B9CF-71DAF862E69F}"/>
              </a:ext>
            </a:extLst>
          </p:cNvPr>
          <p:cNvGrpSpPr/>
          <p:nvPr/>
        </p:nvGrpSpPr>
        <p:grpSpPr>
          <a:xfrm>
            <a:off x="499741" y="1074505"/>
            <a:ext cx="2446654" cy="1149653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83FAA49-4857-6884-6D9E-9EF7B04D506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03E8E82-7DCA-4ACC-5490-030A76537703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Non Linear Data Structures</a:t>
              </a:r>
              <a:endParaRPr lang="en-PK" sz="2600" b="1" kern="1200" dirty="0"/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E9DD592-C599-387D-E20F-06D18A057DBC}"/>
              </a:ext>
            </a:extLst>
          </p:cNvPr>
          <p:cNvSpPr/>
          <p:nvPr/>
        </p:nvSpPr>
        <p:spPr>
          <a:xfrm>
            <a:off x="2780289" y="2691402"/>
            <a:ext cx="1968723" cy="1956959"/>
          </a:xfrm>
          <a:custGeom>
            <a:avLst/>
            <a:gdLst>
              <a:gd name="connsiteX0" fmla="*/ 0 w 1686661"/>
              <a:gd name="connsiteY0" fmla="*/ 843331 h 1686661"/>
              <a:gd name="connsiteX1" fmla="*/ 843331 w 1686661"/>
              <a:gd name="connsiteY1" fmla="*/ 0 h 1686661"/>
              <a:gd name="connsiteX2" fmla="*/ 1686662 w 1686661"/>
              <a:gd name="connsiteY2" fmla="*/ 843331 h 1686661"/>
              <a:gd name="connsiteX3" fmla="*/ 843331 w 1686661"/>
              <a:gd name="connsiteY3" fmla="*/ 1686662 h 1686661"/>
              <a:gd name="connsiteX4" fmla="*/ 0 w 1686661"/>
              <a:gd name="connsiteY4" fmla="*/ 843331 h 168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661" h="1686661">
                <a:moveTo>
                  <a:pt x="0" y="843331"/>
                </a:moveTo>
                <a:cubicBezTo>
                  <a:pt x="0" y="377572"/>
                  <a:pt x="377572" y="0"/>
                  <a:pt x="843331" y="0"/>
                </a:cubicBezTo>
                <a:cubicBezTo>
                  <a:pt x="1309090" y="0"/>
                  <a:pt x="1686662" y="377572"/>
                  <a:pt x="1686662" y="843331"/>
                </a:cubicBezTo>
                <a:cubicBezTo>
                  <a:pt x="1686662" y="1309090"/>
                  <a:pt x="1309090" y="1686662"/>
                  <a:pt x="843331" y="1686662"/>
                </a:cubicBezTo>
                <a:cubicBezTo>
                  <a:pt x="377572" y="1686662"/>
                  <a:pt x="0" y="1309090"/>
                  <a:pt x="0" y="843331"/>
                </a:cubicBez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8916" tIns="288916" rIns="288916" bIns="288916" numCol="1" spcCol="1270" anchor="ctr" anchorCtr="0">
            <a:noAutofit/>
          </a:bodyPr>
          <a:lstStyle/>
          <a:p>
            <a:pPr marL="0" lvl="0" indent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300" b="1" kern="1200" dirty="0"/>
              <a:t>Non Linear</a:t>
            </a:r>
            <a:endParaRPr lang="en-PK" sz="3300" b="1" kern="1200" dirty="0"/>
          </a:p>
        </p:txBody>
      </p:sp>
      <p:pic>
        <p:nvPicPr>
          <p:cNvPr id="8" name="Picture 7" descr="A diagram of a network&#10;&#10;Description automatically generated">
            <a:extLst>
              <a:ext uri="{FF2B5EF4-FFF2-40B4-BE49-F238E27FC236}">
                <a16:creationId xmlns:a16="http://schemas.microsoft.com/office/drawing/2014/main" id="{26ED60F0-4F48-B136-A2F1-3E9CC6396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631" y="151426"/>
            <a:ext cx="4410075" cy="24035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711D613-EF00-B0D3-5126-6C00B296A74E}"/>
              </a:ext>
            </a:extLst>
          </p:cNvPr>
          <p:cNvSpPr txBox="1">
            <a:spLocks/>
          </p:cNvSpPr>
          <p:nvPr/>
        </p:nvSpPr>
        <p:spPr>
          <a:xfrm>
            <a:off x="7619996" y="245233"/>
            <a:ext cx="4893733" cy="1218794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Non-Sequential / Hierarchical storage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AF9B700-00FE-37A8-A1CB-3E131CE7699E}"/>
              </a:ext>
            </a:extLst>
          </p:cNvPr>
          <p:cNvSpPr txBox="1">
            <a:spLocks/>
          </p:cNvSpPr>
          <p:nvPr/>
        </p:nvSpPr>
        <p:spPr>
          <a:xfrm>
            <a:off x="7628942" y="1747563"/>
            <a:ext cx="4893733" cy="562433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/>
              <a:t>difficult implementation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1DC40C0-53F7-E887-021B-B74CFBAFF510}"/>
              </a:ext>
            </a:extLst>
          </p:cNvPr>
          <p:cNvSpPr txBox="1">
            <a:spLocks/>
          </p:cNvSpPr>
          <p:nvPr/>
        </p:nvSpPr>
        <p:spPr>
          <a:xfrm>
            <a:off x="7619996" y="2602767"/>
            <a:ext cx="4893733" cy="562432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Multiple Layers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8918474-FD38-F6BC-533F-A06F3513AEA6}"/>
              </a:ext>
            </a:extLst>
          </p:cNvPr>
          <p:cNvSpPr txBox="1">
            <a:spLocks/>
          </p:cNvSpPr>
          <p:nvPr/>
        </p:nvSpPr>
        <p:spPr>
          <a:xfrm>
            <a:off x="7619996" y="3460023"/>
            <a:ext cx="4893733" cy="1049868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All data cannot be accessed/</a:t>
            </a:r>
            <a:r>
              <a:rPr lang="en-US" sz="2800" b="1" u="sng" dirty="0">
                <a:solidFill>
                  <a:schemeClr val="bg1"/>
                </a:solidFill>
              </a:rPr>
              <a:t>traversed</a:t>
            </a:r>
            <a:r>
              <a:rPr lang="en-US" sz="2800" b="1" dirty="0">
                <a:solidFill>
                  <a:schemeClr val="tx1"/>
                </a:solidFill>
              </a:rPr>
              <a:t> in one go.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DB11D56-2F8E-99AF-1877-F8AD70C44A72}"/>
              </a:ext>
            </a:extLst>
          </p:cNvPr>
          <p:cNvSpPr txBox="1">
            <a:spLocks/>
          </p:cNvSpPr>
          <p:nvPr/>
        </p:nvSpPr>
        <p:spPr>
          <a:xfrm>
            <a:off x="7619996" y="4810606"/>
            <a:ext cx="4893733" cy="1049868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Run-Time remains same with increase in data size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189AC41-452B-D3FF-9C34-C8EFAC917383}"/>
              </a:ext>
            </a:extLst>
          </p:cNvPr>
          <p:cNvSpPr txBox="1">
            <a:spLocks/>
          </p:cNvSpPr>
          <p:nvPr/>
        </p:nvSpPr>
        <p:spPr>
          <a:xfrm>
            <a:off x="7619996" y="6148799"/>
            <a:ext cx="4893733" cy="787241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Efficient memory utilization</a:t>
            </a:r>
          </a:p>
        </p:txBody>
      </p:sp>
    </p:spTree>
    <p:extLst>
      <p:ext uri="{BB962C8B-B14F-4D97-AF65-F5344CB8AC3E}">
        <p14:creationId xmlns:p14="http://schemas.microsoft.com/office/powerpoint/2010/main" val="3490684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 descr="A planet in the mountains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F02D4876-0300-C6EB-16AB-95859A1B603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3311" b="-1"/>
          <a:stretch/>
        </p:blipFill>
        <p:spPr>
          <a:xfrm>
            <a:off x="20" y="10"/>
            <a:ext cx="12801580" cy="731519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D4068E-33C0-E6E5-B878-4AA8B4EC2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0"/>
            <a:ext cx="2057399" cy="9554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3781A37-D8CB-2DD5-CCEC-6288A5C6E645}"/>
              </a:ext>
            </a:extLst>
          </p:cNvPr>
          <p:cNvSpPr/>
          <p:nvPr/>
        </p:nvSpPr>
        <p:spPr>
          <a:xfrm>
            <a:off x="1548063" y="32084"/>
            <a:ext cx="89495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  <a:reflection blurRad="6350" stA="53000" endA="300" endPos="35500" dir="5400000" sy="-90000" algn="bl" rotWithShape="0"/>
                </a:effectLst>
              </a:rPr>
              <a:t>MULTI-DIMENSIONAL ARRAY</a:t>
            </a:r>
          </a:p>
        </p:txBody>
      </p:sp>
    </p:spTree>
    <p:extLst>
      <p:ext uri="{BB962C8B-B14F-4D97-AF65-F5344CB8AC3E}">
        <p14:creationId xmlns:p14="http://schemas.microsoft.com/office/powerpoint/2010/main" val="395833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7C83C-FD88-144C-BE76-E391DB9B586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B3601-0DAC-FD74-CA67-042A445D91DF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1/22/2025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Cube">
                <a:extLst>
                  <a:ext uri="{FF2B5EF4-FFF2-40B4-BE49-F238E27FC236}">
                    <a16:creationId xmlns:a16="http://schemas.microsoft.com/office/drawing/2014/main" id="{4D263BF9-7F6D-2DE5-EE62-2CF6701C81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5137308"/>
                  </p:ext>
                </p:extLst>
              </p:nvPr>
            </p:nvGraphicFramePr>
            <p:xfrm>
              <a:off x="315173" y="2080187"/>
              <a:ext cx="4083250" cy="457016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083250" cy="4570160"/>
                    </a:xfrm>
                    <a:prstGeom prst="rect">
                      <a:avLst/>
                    </a:prstGeom>
                  </am3d:spPr>
                  <am3d:camera>
                    <am3d:pos x="0" y="0" z="804307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38783" d="1000000"/>
                    <am3d:preTrans dx="-1522430" dy="-17645326" dz="345286"/>
                    <am3d:scale>
                      <am3d:sx n="1000000" d="1000000"/>
                      <am3d:sy n="1000000" d="1000000"/>
                      <am3d:sz n="1000000" d="1000000"/>
                    </am3d:scale>
                    <am3d:rot ax="-8242155" ay="2703169" az="198509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6653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Cube">
                <a:extLst>
                  <a:ext uri="{FF2B5EF4-FFF2-40B4-BE49-F238E27FC236}">
                    <a16:creationId xmlns:a16="http://schemas.microsoft.com/office/drawing/2014/main" id="{4D263BF9-7F6D-2DE5-EE62-2CF6701C81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173" y="2080187"/>
                <a:ext cx="4083250" cy="45701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7D15C9-365E-4ABA-2497-6B5886C7059C}"/>
              </a:ext>
            </a:extLst>
          </p:cNvPr>
          <p:cNvSpPr txBox="1">
            <a:spLocks/>
          </p:cNvSpPr>
          <p:nvPr/>
        </p:nvSpPr>
        <p:spPr>
          <a:xfrm>
            <a:off x="4825789" y="517516"/>
            <a:ext cx="7154779" cy="70065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Multidimensional Array is simply an array of arrays.</a:t>
            </a:r>
          </a:p>
          <a:p>
            <a:pPr marL="0" indent="0">
              <a:buClr>
                <a:srgbClr val="00B0F0"/>
              </a:buClr>
              <a:buNone/>
            </a:pP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980935B-E6CE-3AB3-E639-EC0AAE14C2D0}"/>
              </a:ext>
            </a:extLst>
          </p:cNvPr>
          <p:cNvSpPr txBox="1">
            <a:spLocks/>
          </p:cNvSpPr>
          <p:nvPr/>
        </p:nvSpPr>
        <p:spPr>
          <a:xfrm>
            <a:off x="4825789" y="1359728"/>
            <a:ext cx="7154779" cy="70065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Where each dimension is mapped to a concept.</a:t>
            </a:r>
          </a:p>
          <a:p>
            <a:pPr marL="0" indent="0">
              <a:buClr>
                <a:srgbClr val="00B0F0"/>
              </a:buClr>
              <a:buNone/>
            </a:pP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927A855-F55E-6703-32C3-8BDA4F592C16}"/>
              </a:ext>
            </a:extLst>
          </p:cNvPr>
          <p:cNvSpPr txBox="1">
            <a:spLocks/>
          </p:cNvSpPr>
          <p:nvPr/>
        </p:nvSpPr>
        <p:spPr>
          <a:xfrm>
            <a:off x="4825789" y="2193921"/>
            <a:ext cx="7154779" cy="70065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Data is mapped to the last dimension.</a:t>
            </a:r>
          </a:p>
          <a:p>
            <a:pPr marL="0" indent="0">
              <a:buClr>
                <a:srgbClr val="00B0F0"/>
              </a:buClr>
              <a:buNone/>
            </a:pP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6C5828-4F31-784D-3CF5-4B8C422AA156}"/>
              </a:ext>
            </a:extLst>
          </p:cNvPr>
          <p:cNvGrpSpPr/>
          <p:nvPr/>
        </p:nvGrpSpPr>
        <p:grpSpPr>
          <a:xfrm>
            <a:off x="313478" y="867843"/>
            <a:ext cx="2975154" cy="135631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F29970E-FEBC-EF41-0FDB-F0DB1D425C8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EDC37BB6-C9C4-BD53-237A-E57441839CA0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Multidimensional Arrays</a:t>
              </a:r>
              <a:endParaRPr lang="en-PK" sz="2600" b="1" kern="1200" dirty="0"/>
            </a:p>
          </p:txBody>
        </p:sp>
      </p:grp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A5F48DD-D3A0-D4A4-E389-D897C4094626}"/>
              </a:ext>
            </a:extLst>
          </p:cNvPr>
          <p:cNvSpPr txBox="1">
            <a:spLocks/>
          </p:cNvSpPr>
          <p:nvPr/>
        </p:nvSpPr>
        <p:spPr>
          <a:xfrm>
            <a:off x="4833811" y="3084260"/>
            <a:ext cx="7154779" cy="123004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Total number of locations in a multidimensional array is the product of number of locations in each dimension.</a:t>
            </a:r>
          </a:p>
          <a:p>
            <a:pPr marL="0" indent="0">
              <a:buClr>
                <a:srgbClr val="00B0F0"/>
              </a:buClr>
              <a:buNone/>
            </a:pP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5FA70ED-EF8F-7F8B-81A0-8E0881427BB2}"/>
              </a:ext>
            </a:extLst>
          </p:cNvPr>
          <p:cNvSpPr txBox="1">
            <a:spLocks/>
          </p:cNvSpPr>
          <p:nvPr/>
        </p:nvSpPr>
        <p:spPr>
          <a:xfrm>
            <a:off x="4825791" y="4471898"/>
            <a:ext cx="7154779" cy="228247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 fontScale="85000" lnSpcReduction="2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Total number of locations = D1 x D2 x D3 …….x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</a:rPr>
              <a:t>Dn</a:t>
            </a: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78" b="1" dirty="0">
                <a:solidFill>
                  <a:schemeClr val="bg2">
                    <a:lumMod val="10000"/>
                  </a:schemeClr>
                </a:solidFill>
              </a:rPr>
              <a:t>Where:</a:t>
            </a: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78" b="1" dirty="0">
                <a:solidFill>
                  <a:schemeClr val="bg2">
                    <a:lumMod val="10000"/>
                  </a:schemeClr>
                </a:solidFill>
              </a:rPr>
              <a:t>D1 = size or locations in first dimension</a:t>
            </a: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78" b="1" dirty="0">
                <a:solidFill>
                  <a:schemeClr val="bg2">
                    <a:lumMod val="10000"/>
                  </a:schemeClr>
                </a:solidFill>
              </a:rPr>
              <a:t>D2 = size or locations of second dimension </a:t>
            </a: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78" b="1" dirty="0">
                <a:solidFill>
                  <a:schemeClr val="bg2">
                    <a:lumMod val="10000"/>
                  </a:schemeClr>
                </a:solidFill>
              </a:rPr>
              <a:t>…………….</a:t>
            </a: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78" b="1" dirty="0">
                <a:solidFill>
                  <a:schemeClr val="bg2">
                    <a:lumMod val="10000"/>
                  </a:schemeClr>
                </a:solidFill>
              </a:rPr>
              <a:t>…………….</a:t>
            </a: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78" b="1" dirty="0">
                <a:solidFill>
                  <a:schemeClr val="bg2">
                    <a:lumMod val="10000"/>
                  </a:schemeClr>
                </a:solidFill>
              </a:rPr>
              <a:t>……………..</a:t>
            </a: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78" b="1" dirty="0" err="1">
                <a:solidFill>
                  <a:schemeClr val="bg2">
                    <a:lumMod val="10000"/>
                  </a:schemeClr>
                </a:solidFill>
              </a:rPr>
              <a:t>Dn</a:t>
            </a:r>
            <a:r>
              <a:rPr lang="en-US" sz="2178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= size or locations of nth (last) dimension </a:t>
            </a: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15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7" presetClass="emph" presetSubtype="128" repeatCount="indefinite" accel="10000" decel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7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1B498-32BE-CB7A-82AD-12EEBF7B0BD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3B43EE3-1232-97F4-4B2C-7CC7DFAAF6B0}"/>
              </a:ext>
            </a:extLst>
          </p:cNvPr>
          <p:cNvSpPr txBox="1">
            <a:spLocks/>
          </p:cNvSpPr>
          <p:nvPr/>
        </p:nvSpPr>
        <p:spPr>
          <a:xfrm>
            <a:off x="235433" y="2518612"/>
            <a:ext cx="3245704" cy="727675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3780" b="1" dirty="0"/>
              <a:t>2-Dimensions</a:t>
            </a:r>
            <a:endParaRPr lang="en-US" sz="3780" b="1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AB23B4-E3EB-B0D4-F80C-D8BC17165F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034" y="679068"/>
            <a:ext cx="4095041" cy="15938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8128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333" b="1" i="0" kern="1200" spc="89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700" dirty="0"/>
              <a:t>Declaration &amp; Mapping concepts(D&amp;MC)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90E758C-8788-7353-DACD-C9B2199E42A3}"/>
              </a:ext>
            </a:extLst>
          </p:cNvPr>
          <p:cNvSpPr/>
          <p:nvPr/>
        </p:nvSpPr>
        <p:spPr>
          <a:xfrm>
            <a:off x="4120637" y="444914"/>
            <a:ext cx="204383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Data type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9664AC-59FB-75E8-9D0C-45D38122F01C}"/>
              </a:ext>
            </a:extLst>
          </p:cNvPr>
          <p:cNvSpPr/>
          <p:nvPr/>
        </p:nvSpPr>
        <p:spPr>
          <a:xfrm>
            <a:off x="8467300" y="444914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7F33F8-92C9-87C0-4FCB-9DD4F14515B5}"/>
              </a:ext>
            </a:extLst>
          </p:cNvPr>
          <p:cNvSpPr/>
          <p:nvPr/>
        </p:nvSpPr>
        <p:spPr>
          <a:xfrm>
            <a:off x="9001774" y="444914"/>
            <a:ext cx="992460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size1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CF844D-AEA7-D85B-9DA3-210DDCC5A57D}"/>
              </a:ext>
            </a:extLst>
          </p:cNvPr>
          <p:cNvSpPr/>
          <p:nvPr/>
        </p:nvSpPr>
        <p:spPr>
          <a:xfrm>
            <a:off x="10020243" y="444914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A4FE6E-D564-6CAC-C3C9-8301810F7085}"/>
              </a:ext>
            </a:extLst>
          </p:cNvPr>
          <p:cNvSpPr/>
          <p:nvPr/>
        </p:nvSpPr>
        <p:spPr>
          <a:xfrm>
            <a:off x="6183592" y="444914"/>
            <a:ext cx="225995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Array Name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33CE04-AD1F-442E-A088-BC731B39560E}"/>
              </a:ext>
            </a:extLst>
          </p:cNvPr>
          <p:cNvSpPr/>
          <p:nvPr/>
        </p:nvSpPr>
        <p:spPr>
          <a:xfrm>
            <a:off x="10555918" y="444914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AB47A5-7BBB-CEDF-CF0E-ACEF01758F72}"/>
              </a:ext>
            </a:extLst>
          </p:cNvPr>
          <p:cNvSpPr/>
          <p:nvPr/>
        </p:nvSpPr>
        <p:spPr>
          <a:xfrm>
            <a:off x="11090392" y="444914"/>
            <a:ext cx="992460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size2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E15B66-2EEC-28F4-3416-1A47D489FE3F}"/>
              </a:ext>
            </a:extLst>
          </p:cNvPr>
          <p:cNvSpPr/>
          <p:nvPr/>
        </p:nvSpPr>
        <p:spPr>
          <a:xfrm>
            <a:off x="12108861" y="444914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65CA9B-11AB-7486-323F-5F6BD6EA3D5F}"/>
              </a:ext>
            </a:extLst>
          </p:cNvPr>
          <p:cNvSpPr/>
          <p:nvPr/>
        </p:nvSpPr>
        <p:spPr>
          <a:xfrm>
            <a:off x="4128659" y="1062534"/>
            <a:ext cx="204383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FD364AA-11DD-7C34-5596-787F0020827B}"/>
              </a:ext>
            </a:extLst>
          </p:cNvPr>
          <p:cNvSpPr/>
          <p:nvPr/>
        </p:nvSpPr>
        <p:spPr>
          <a:xfrm>
            <a:off x="8459280" y="1062534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FC1A1DD-6E37-E43D-11BB-8FAED257E524}"/>
              </a:ext>
            </a:extLst>
          </p:cNvPr>
          <p:cNvSpPr/>
          <p:nvPr/>
        </p:nvSpPr>
        <p:spPr>
          <a:xfrm>
            <a:off x="8993754" y="1062534"/>
            <a:ext cx="992460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06E47B-002E-C08D-40B1-8ABD787485CB}"/>
              </a:ext>
            </a:extLst>
          </p:cNvPr>
          <p:cNvSpPr/>
          <p:nvPr/>
        </p:nvSpPr>
        <p:spPr>
          <a:xfrm>
            <a:off x="10012223" y="1062534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39A26D-AA1B-2615-248A-727704C1ECAB}"/>
              </a:ext>
            </a:extLst>
          </p:cNvPr>
          <p:cNvSpPr/>
          <p:nvPr/>
        </p:nvSpPr>
        <p:spPr>
          <a:xfrm>
            <a:off x="6191614" y="1062534"/>
            <a:ext cx="225995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twoD</a:t>
            </a:r>
            <a:endParaRPr lang="en-US" sz="3200" b="1" dirty="0">
              <a:ln>
                <a:solidFill>
                  <a:schemeClr val="bg1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BD7BD4A-A20F-E35C-0FBA-95BC960172C6}"/>
              </a:ext>
            </a:extLst>
          </p:cNvPr>
          <p:cNvSpPr/>
          <p:nvPr/>
        </p:nvSpPr>
        <p:spPr>
          <a:xfrm>
            <a:off x="10531856" y="1062534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C47A7B-A87A-E7CA-BE00-624BF5D83CEF}"/>
              </a:ext>
            </a:extLst>
          </p:cNvPr>
          <p:cNvSpPr/>
          <p:nvPr/>
        </p:nvSpPr>
        <p:spPr>
          <a:xfrm>
            <a:off x="11066330" y="1062534"/>
            <a:ext cx="992460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B696362-6BE1-96E3-89AA-FFE4CF9F06CB}"/>
              </a:ext>
            </a:extLst>
          </p:cNvPr>
          <p:cNvSpPr/>
          <p:nvPr/>
        </p:nvSpPr>
        <p:spPr>
          <a:xfrm>
            <a:off x="12084799" y="1062534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138FEF6-5AEE-9D14-2F3B-723768962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988180"/>
              </p:ext>
            </p:extLst>
          </p:nvPr>
        </p:nvGraphicFramePr>
        <p:xfrm>
          <a:off x="4601768" y="3965358"/>
          <a:ext cx="7890155" cy="772953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674461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801158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414536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77295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97A7BDDA-7C23-E7B3-7E0B-5B4F3C31EF31}"/>
              </a:ext>
            </a:extLst>
          </p:cNvPr>
          <p:cNvGrpSpPr/>
          <p:nvPr/>
        </p:nvGrpSpPr>
        <p:grpSpPr>
          <a:xfrm>
            <a:off x="2759345" y="3788211"/>
            <a:ext cx="919566" cy="3466265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DD357F9-B45E-40CD-4DBB-CD74565A47E9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4800"/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0181BACF-9931-96D0-3CA4-3177735C0715}"/>
                </a:ext>
              </a:extLst>
            </p:cNvPr>
            <p:cNvSpPr txBox="1"/>
            <p:nvPr/>
          </p:nvSpPr>
          <p:spPr>
            <a:xfrm>
              <a:off x="712920" y="552116"/>
              <a:ext cx="2111436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b="1" dirty="0" err="1"/>
                <a:t>twoD</a:t>
              </a:r>
              <a:endParaRPr lang="en-PK" sz="4800" b="1" kern="1200" dirty="0"/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A133F16-EE89-56DE-F76F-A51FA7841368}"/>
              </a:ext>
            </a:extLst>
          </p:cNvPr>
          <p:cNvSpPr/>
          <p:nvPr/>
        </p:nvSpPr>
        <p:spPr>
          <a:xfrm>
            <a:off x="3728833" y="4120033"/>
            <a:ext cx="840851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813C9D6-F576-16D8-0A1A-BF877E9D9FAB}"/>
              </a:ext>
            </a:extLst>
          </p:cNvPr>
          <p:cNvSpPr/>
          <p:nvPr/>
        </p:nvSpPr>
        <p:spPr>
          <a:xfrm>
            <a:off x="3728832" y="4912717"/>
            <a:ext cx="840851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41FE8A0-AEB6-EF23-66CE-C2292DDFF7F6}"/>
              </a:ext>
            </a:extLst>
          </p:cNvPr>
          <p:cNvSpPr/>
          <p:nvPr/>
        </p:nvSpPr>
        <p:spPr>
          <a:xfrm>
            <a:off x="3728831" y="5705401"/>
            <a:ext cx="840851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0576147F-5F0A-1612-C725-1C840D820743}"/>
              </a:ext>
            </a:extLst>
          </p:cNvPr>
          <p:cNvSpPr txBox="1">
            <a:spLocks/>
          </p:cNvSpPr>
          <p:nvPr/>
        </p:nvSpPr>
        <p:spPr>
          <a:xfrm>
            <a:off x="4219075" y="2529084"/>
            <a:ext cx="7439389" cy="40947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 lnSpcReduction="1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Map the outer dimension to rows (i.e. 4 rows).</a:t>
            </a:r>
          </a:p>
          <a:p>
            <a:pPr marL="0" indent="0">
              <a:buClr>
                <a:srgbClr val="00B0F0"/>
              </a:buClr>
              <a:buNone/>
            </a:pP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1D83F49-830E-5BD7-63E3-6553772E75F2}"/>
              </a:ext>
            </a:extLst>
          </p:cNvPr>
          <p:cNvGrpSpPr/>
          <p:nvPr/>
        </p:nvGrpSpPr>
        <p:grpSpPr>
          <a:xfrm>
            <a:off x="8582527" y="1664112"/>
            <a:ext cx="1939362" cy="700654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F766B2F-4374-37A1-F4D3-95A878D0DD1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068D9F97-2C9C-AC6E-660C-F7F781DC7004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>
                  <a:solidFill>
                    <a:srgbClr val="7030A0"/>
                  </a:solidFill>
                </a:rPr>
                <a:t>Rows</a:t>
              </a:r>
              <a:endParaRPr lang="en-PK" sz="2600" b="1" kern="1200" dirty="0">
                <a:solidFill>
                  <a:srgbClr val="7030A0"/>
                </a:solidFill>
              </a:endParaRPr>
            </a:p>
          </p:txBody>
        </p:sp>
      </p:grp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E57BC3F5-E833-137D-7277-223106307054}"/>
              </a:ext>
            </a:extLst>
          </p:cNvPr>
          <p:cNvSpPr txBox="1">
            <a:spLocks/>
          </p:cNvSpPr>
          <p:nvPr/>
        </p:nvSpPr>
        <p:spPr>
          <a:xfrm>
            <a:off x="4227097" y="2989578"/>
            <a:ext cx="7439389" cy="40947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 lnSpcReduction="1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Map the inner dimension to columns (i.e. 3 columns).</a:t>
            </a:r>
          </a:p>
          <a:p>
            <a:pPr marL="0" indent="0">
              <a:buClr>
                <a:srgbClr val="00B0F0"/>
              </a:buClr>
              <a:buNone/>
            </a:pP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EA5345D-75FF-36CE-306D-B1399D24EB70}"/>
              </a:ext>
            </a:extLst>
          </p:cNvPr>
          <p:cNvGrpSpPr/>
          <p:nvPr/>
        </p:nvGrpSpPr>
        <p:grpSpPr>
          <a:xfrm>
            <a:off x="10616941" y="1655860"/>
            <a:ext cx="1939362" cy="700654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7F21139-B7E9-B56E-65CF-8A7FF28FE17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42" name="Rectangle: Rounded Corners 4">
              <a:extLst>
                <a:ext uri="{FF2B5EF4-FFF2-40B4-BE49-F238E27FC236}">
                  <a16:creationId xmlns:a16="http://schemas.microsoft.com/office/drawing/2014/main" id="{971ACEB9-D3B4-63F3-3C9A-64F721FC5B5A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7030A0"/>
                  </a:solidFill>
                </a:rPr>
                <a:t>columns</a:t>
              </a:r>
              <a:endParaRPr lang="en-PK" sz="2600" b="1" kern="1200" dirty="0">
                <a:solidFill>
                  <a:srgbClr val="7030A0"/>
                </a:solidFill>
              </a:endParaRPr>
            </a:p>
          </p:txBody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F9F5579-411A-0D0F-2BE4-76EE2E27B77F}"/>
              </a:ext>
            </a:extLst>
          </p:cNvPr>
          <p:cNvSpPr/>
          <p:nvPr/>
        </p:nvSpPr>
        <p:spPr>
          <a:xfrm>
            <a:off x="3728831" y="6594683"/>
            <a:ext cx="840851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3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503EB319-8F7A-AF8D-7B0C-EF429A106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04968"/>
              </p:ext>
            </p:extLst>
          </p:nvPr>
        </p:nvGraphicFramePr>
        <p:xfrm>
          <a:off x="4616227" y="4772646"/>
          <a:ext cx="7890155" cy="772953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674461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801158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414536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77295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BD1B7AAF-E04F-49A4-84D7-81FF71382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458840"/>
              </p:ext>
            </p:extLst>
          </p:nvPr>
        </p:nvGraphicFramePr>
        <p:xfrm>
          <a:off x="4624874" y="5599776"/>
          <a:ext cx="7890155" cy="772953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674461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801158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414536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77295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CFB820F4-46BF-620F-933F-4CC2BE83A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503063"/>
              </p:ext>
            </p:extLst>
          </p:nvPr>
        </p:nvGraphicFramePr>
        <p:xfrm>
          <a:off x="4628147" y="6421991"/>
          <a:ext cx="7890155" cy="772953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674461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801158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414536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77295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4EE45C5-02DB-72CA-4CAD-FA1364E22CA0}"/>
              </a:ext>
            </a:extLst>
          </p:cNvPr>
          <p:cNvSpPr/>
          <p:nvPr/>
        </p:nvSpPr>
        <p:spPr>
          <a:xfrm>
            <a:off x="5509220" y="3532067"/>
            <a:ext cx="840851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1BFD793-905D-6FE5-66DD-E8200A5BD980}"/>
              </a:ext>
            </a:extLst>
          </p:cNvPr>
          <p:cNvSpPr/>
          <p:nvPr/>
        </p:nvSpPr>
        <p:spPr>
          <a:xfrm>
            <a:off x="8234181" y="3528889"/>
            <a:ext cx="840851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4F062A1-DA63-E48C-1114-E00574AFF9C5}"/>
              </a:ext>
            </a:extLst>
          </p:cNvPr>
          <p:cNvSpPr/>
          <p:nvPr/>
        </p:nvSpPr>
        <p:spPr>
          <a:xfrm>
            <a:off x="10935753" y="3516886"/>
            <a:ext cx="840851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E5C7DBA-DE2A-756C-B475-3B311C9682F9}"/>
              </a:ext>
            </a:extLst>
          </p:cNvPr>
          <p:cNvSpPr/>
          <p:nvPr/>
        </p:nvSpPr>
        <p:spPr>
          <a:xfrm>
            <a:off x="4876278" y="4137751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95ADFAE-A665-7A7A-5179-F1707FA757A9}"/>
              </a:ext>
            </a:extLst>
          </p:cNvPr>
          <p:cNvSpPr/>
          <p:nvPr/>
        </p:nvSpPr>
        <p:spPr>
          <a:xfrm>
            <a:off x="5218248" y="4137751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5F803A3-6D0B-5D75-49D9-F0AD320A1CD8}"/>
              </a:ext>
            </a:extLst>
          </p:cNvPr>
          <p:cNvSpPr/>
          <p:nvPr/>
        </p:nvSpPr>
        <p:spPr>
          <a:xfrm>
            <a:off x="5594705" y="4137751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8CCC678-4101-7476-20B7-3DCD2FFA4D94}"/>
              </a:ext>
            </a:extLst>
          </p:cNvPr>
          <p:cNvSpPr/>
          <p:nvPr/>
        </p:nvSpPr>
        <p:spPr>
          <a:xfrm>
            <a:off x="5987523" y="4123727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47831DE-F3B1-31C7-1151-EA86AAB1C5AB}"/>
              </a:ext>
            </a:extLst>
          </p:cNvPr>
          <p:cNvSpPr/>
          <p:nvPr/>
        </p:nvSpPr>
        <p:spPr>
          <a:xfrm>
            <a:off x="6329493" y="4123727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AD7D17F-3DC8-76D5-2DBD-A8440B277D3B}"/>
              </a:ext>
            </a:extLst>
          </p:cNvPr>
          <p:cNvSpPr/>
          <p:nvPr/>
        </p:nvSpPr>
        <p:spPr>
          <a:xfrm>
            <a:off x="6705950" y="4123727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C291C92-0EC7-5AC4-6F3B-01267474BD57}"/>
              </a:ext>
            </a:extLst>
          </p:cNvPr>
          <p:cNvSpPr/>
          <p:nvPr/>
        </p:nvSpPr>
        <p:spPr>
          <a:xfrm>
            <a:off x="7613255" y="414217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DE810F0-C736-7CEA-1695-4075BB5F54FF}"/>
              </a:ext>
            </a:extLst>
          </p:cNvPr>
          <p:cNvSpPr/>
          <p:nvPr/>
        </p:nvSpPr>
        <p:spPr>
          <a:xfrm>
            <a:off x="7955225" y="4142174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2250AD4-67E3-E074-3BC8-C2214C6990A1}"/>
              </a:ext>
            </a:extLst>
          </p:cNvPr>
          <p:cNvSpPr/>
          <p:nvPr/>
        </p:nvSpPr>
        <p:spPr>
          <a:xfrm>
            <a:off x="8331682" y="414217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9307CD5-7CD9-9240-8D80-D16F024E1678}"/>
              </a:ext>
            </a:extLst>
          </p:cNvPr>
          <p:cNvSpPr/>
          <p:nvPr/>
        </p:nvSpPr>
        <p:spPr>
          <a:xfrm>
            <a:off x="8724500" y="4128150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99F7DF0-811E-5F71-62C8-87C9D3FAFCA3}"/>
              </a:ext>
            </a:extLst>
          </p:cNvPr>
          <p:cNvSpPr/>
          <p:nvPr/>
        </p:nvSpPr>
        <p:spPr>
          <a:xfrm>
            <a:off x="9066470" y="4128150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9972700-CFF6-6AFB-E332-21C9B7E5ED00}"/>
              </a:ext>
            </a:extLst>
          </p:cNvPr>
          <p:cNvSpPr/>
          <p:nvPr/>
        </p:nvSpPr>
        <p:spPr>
          <a:xfrm>
            <a:off x="9442927" y="4128150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8E4B359-A15B-117F-C5D0-E2FBDC4D1B3C}"/>
              </a:ext>
            </a:extLst>
          </p:cNvPr>
          <p:cNvSpPr/>
          <p:nvPr/>
        </p:nvSpPr>
        <p:spPr>
          <a:xfrm>
            <a:off x="10197897" y="4128150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0998318-06DA-15F8-C14E-B6916758260A}"/>
              </a:ext>
            </a:extLst>
          </p:cNvPr>
          <p:cNvSpPr/>
          <p:nvPr/>
        </p:nvSpPr>
        <p:spPr>
          <a:xfrm>
            <a:off x="10539867" y="4128150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EE41E8A-94EF-2826-93DA-4DBFBA092959}"/>
              </a:ext>
            </a:extLst>
          </p:cNvPr>
          <p:cNvSpPr/>
          <p:nvPr/>
        </p:nvSpPr>
        <p:spPr>
          <a:xfrm>
            <a:off x="10916324" y="4128150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0035306-5522-044B-64FC-68400219CCDE}"/>
              </a:ext>
            </a:extLst>
          </p:cNvPr>
          <p:cNvSpPr/>
          <p:nvPr/>
        </p:nvSpPr>
        <p:spPr>
          <a:xfrm>
            <a:off x="11309142" y="4114126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45C18E0-D4A2-C9FD-AD84-5B34837F4AE5}"/>
              </a:ext>
            </a:extLst>
          </p:cNvPr>
          <p:cNvSpPr/>
          <p:nvPr/>
        </p:nvSpPr>
        <p:spPr>
          <a:xfrm>
            <a:off x="11651112" y="4114126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4FD9CE8-C847-3AB9-E23C-0B75D3032DBD}"/>
              </a:ext>
            </a:extLst>
          </p:cNvPr>
          <p:cNvSpPr/>
          <p:nvPr/>
        </p:nvSpPr>
        <p:spPr>
          <a:xfrm>
            <a:off x="12027569" y="4114126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93EDDE4-FBC3-A08D-C142-5CB39AA4819B}"/>
              </a:ext>
            </a:extLst>
          </p:cNvPr>
          <p:cNvSpPr/>
          <p:nvPr/>
        </p:nvSpPr>
        <p:spPr>
          <a:xfrm>
            <a:off x="4856468" y="492932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6C1D08D-5248-2128-077C-F894E60435CC}"/>
              </a:ext>
            </a:extLst>
          </p:cNvPr>
          <p:cNvSpPr/>
          <p:nvPr/>
        </p:nvSpPr>
        <p:spPr>
          <a:xfrm>
            <a:off x="5198438" y="4929328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792D4836-D1A7-86CF-ABE4-EF58849BA69D}"/>
              </a:ext>
            </a:extLst>
          </p:cNvPr>
          <p:cNvSpPr/>
          <p:nvPr/>
        </p:nvSpPr>
        <p:spPr>
          <a:xfrm>
            <a:off x="5574895" y="492932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728875A-FB31-105D-342D-E0DBA222BC36}"/>
              </a:ext>
            </a:extLst>
          </p:cNvPr>
          <p:cNvSpPr/>
          <p:nvPr/>
        </p:nvSpPr>
        <p:spPr>
          <a:xfrm>
            <a:off x="5967713" y="491530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F915CD0-93A9-FFF0-97E4-EA01D1450993}"/>
              </a:ext>
            </a:extLst>
          </p:cNvPr>
          <p:cNvSpPr/>
          <p:nvPr/>
        </p:nvSpPr>
        <p:spPr>
          <a:xfrm>
            <a:off x="6309683" y="4915304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A3152D8A-3486-F6A1-5040-5661B10286DF}"/>
              </a:ext>
            </a:extLst>
          </p:cNvPr>
          <p:cNvSpPr/>
          <p:nvPr/>
        </p:nvSpPr>
        <p:spPr>
          <a:xfrm>
            <a:off x="6686140" y="491530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31A773F-1741-DC74-F559-A851D6DAEB05}"/>
              </a:ext>
            </a:extLst>
          </p:cNvPr>
          <p:cNvSpPr/>
          <p:nvPr/>
        </p:nvSpPr>
        <p:spPr>
          <a:xfrm>
            <a:off x="7618434" y="492932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717DA88-0231-DB67-D838-90632350EDD2}"/>
              </a:ext>
            </a:extLst>
          </p:cNvPr>
          <p:cNvSpPr/>
          <p:nvPr/>
        </p:nvSpPr>
        <p:spPr>
          <a:xfrm>
            <a:off x="7960404" y="4929328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AE72F42F-6106-1207-A22F-C06349FBF2D1}"/>
              </a:ext>
            </a:extLst>
          </p:cNvPr>
          <p:cNvSpPr/>
          <p:nvPr/>
        </p:nvSpPr>
        <p:spPr>
          <a:xfrm>
            <a:off x="8336861" y="492932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63F69AD-4893-1507-0DC9-FCE6D408879A}"/>
              </a:ext>
            </a:extLst>
          </p:cNvPr>
          <p:cNvSpPr/>
          <p:nvPr/>
        </p:nvSpPr>
        <p:spPr>
          <a:xfrm>
            <a:off x="8729679" y="491530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2972CAC-C51B-D62F-6B07-B3714F75E1C9}"/>
              </a:ext>
            </a:extLst>
          </p:cNvPr>
          <p:cNvSpPr/>
          <p:nvPr/>
        </p:nvSpPr>
        <p:spPr>
          <a:xfrm>
            <a:off x="9071649" y="4915304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2A77D314-45BA-25E7-EFB5-C1E298F85B84}"/>
              </a:ext>
            </a:extLst>
          </p:cNvPr>
          <p:cNvSpPr/>
          <p:nvPr/>
        </p:nvSpPr>
        <p:spPr>
          <a:xfrm>
            <a:off x="9448106" y="491530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C9EFD7A1-9191-4830-5477-112FA66DC7D5}"/>
              </a:ext>
            </a:extLst>
          </p:cNvPr>
          <p:cNvSpPr/>
          <p:nvPr/>
        </p:nvSpPr>
        <p:spPr>
          <a:xfrm>
            <a:off x="10243139" y="4944412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5C91876F-54EC-2EA8-C212-F1A857E154F8}"/>
              </a:ext>
            </a:extLst>
          </p:cNvPr>
          <p:cNvSpPr/>
          <p:nvPr/>
        </p:nvSpPr>
        <p:spPr>
          <a:xfrm>
            <a:off x="10585109" y="4944412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9636A53-93EC-75C6-6131-9BAC92155014}"/>
              </a:ext>
            </a:extLst>
          </p:cNvPr>
          <p:cNvSpPr/>
          <p:nvPr/>
        </p:nvSpPr>
        <p:spPr>
          <a:xfrm>
            <a:off x="10961566" y="4944412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219BAAB-3A23-EF08-AE0A-2E6ECDDD9CF9}"/>
              </a:ext>
            </a:extLst>
          </p:cNvPr>
          <p:cNvSpPr/>
          <p:nvPr/>
        </p:nvSpPr>
        <p:spPr>
          <a:xfrm>
            <a:off x="11354384" y="493038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72710EE2-E163-0B7F-432C-1D4FA2024BEE}"/>
              </a:ext>
            </a:extLst>
          </p:cNvPr>
          <p:cNvSpPr/>
          <p:nvPr/>
        </p:nvSpPr>
        <p:spPr>
          <a:xfrm>
            <a:off x="11696354" y="4930388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38402DE-3506-7B5F-7A32-57865135CDE8}"/>
              </a:ext>
            </a:extLst>
          </p:cNvPr>
          <p:cNvSpPr/>
          <p:nvPr/>
        </p:nvSpPr>
        <p:spPr>
          <a:xfrm>
            <a:off x="12072811" y="493038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C93B0BB2-A0F1-66B0-EBFA-E0FFF6BFB208}"/>
              </a:ext>
            </a:extLst>
          </p:cNvPr>
          <p:cNvSpPr/>
          <p:nvPr/>
        </p:nvSpPr>
        <p:spPr>
          <a:xfrm>
            <a:off x="4867378" y="572556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9315908C-76B0-4C88-05DB-1699887959A5}"/>
              </a:ext>
            </a:extLst>
          </p:cNvPr>
          <p:cNvSpPr/>
          <p:nvPr/>
        </p:nvSpPr>
        <p:spPr>
          <a:xfrm>
            <a:off x="5209348" y="5725568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A7280B1-1994-79E3-0FE2-4AE1C08C512E}"/>
              </a:ext>
            </a:extLst>
          </p:cNvPr>
          <p:cNvSpPr/>
          <p:nvPr/>
        </p:nvSpPr>
        <p:spPr>
          <a:xfrm>
            <a:off x="5585805" y="572556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443FFDE-68B0-2A16-5B40-7DF8E9D84811}"/>
              </a:ext>
            </a:extLst>
          </p:cNvPr>
          <p:cNvSpPr/>
          <p:nvPr/>
        </p:nvSpPr>
        <p:spPr>
          <a:xfrm>
            <a:off x="5978623" y="571154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78B1244B-8E75-FE94-41AE-F46B27C08AAB}"/>
              </a:ext>
            </a:extLst>
          </p:cNvPr>
          <p:cNvSpPr/>
          <p:nvPr/>
        </p:nvSpPr>
        <p:spPr>
          <a:xfrm>
            <a:off x="6320593" y="5711544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513506A-23C0-7AA1-8F2F-51BCCEF49650}"/>
              </a:ext>
            </a:extLst>
          </p:cNvPr>
          <p:cNvSpPr/>
          <p:nvPr/>
        </p:nvSpPr>
        <p:spPr>
          <a:xfrm>
            <a:off x="6697050" y="571154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8700832A-0F22-30B3-88EB-5D2D313E6B3E}"/>
              </a:ext>
            </a:extLst>
          </p:cNvPr>
          <p:cNvSpPr/>
          <p:nvPr/>
        </p:nvSpPr>
        <p:spPr>
          <a:xfrm>
            <a:off x="7602807" y="572556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8550AD0-ED40-AD67-7704-45782D3A923A}"/>
              </a:ext>
            </a:extLst>
          </p:cNvPr>
          <p:cNvSpPr/>
          <p:nvPr/>
        </p:nvSpPr>
        <p:spPr>
          <a:xfrm>
            <a:off x="7944777" y="5725568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9219E1EB-83DB-0F33-7060-80DEC833D689}"/>
              </a:ext>
            </a:extLst>
          </p:cNvPr>
          <p:cNvSpPr/>
          <p:nvPr/>
        </p:nvSpPr>
        <p:spPr>
          <a:xfrm>
            <a:off x="8321234" y="572556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38E7A391-502B-31E2-D548-D84DBE616012}"/>
              </a:ext>
            </a:extLst>
          </p:cNvPr>
          <p:cNvSpPr/>
          <p:nvPr/>
        </p:nvSpPr>
        <p:spPr>
          <a:xfrm>
            <a:off x="8714052" y="571154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3FA2C4E2-9ED9-3AEB-F914-D4063322055A}"/>
              </a:ext>
            </a:extLst>
          </p:cNvPr>
          <p:cNvSpPr/>
          <p:nvPr/>
        </p:nvSpPr>
        <p:spPr>
          <a:xfrm>
            <a:off x="9056022" y="5711544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F5C30E0-F05A-168B-FF4F-DACAACB741A0}"/>
              </a:ext>
            </a:extLst>
          </p:cNvPr>
          <p:cNvSpPr/>
          <p:nvPr/>
        </p:nvSpPr>
        <p:spPr>
          <a:xfrm>
            <a:off x="9432479" y="571154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21DA7085-4158-7D81-6E57-9B5CA6487EF4}"/>
              </a:ext>
            </a:extLst>
          </p:cNvPr>
          <p:cNvSpPr/>
          <p:nvPr/>
        </p:nvSpPr>
        <p:spPr>
          <a:xfrm>
            <a:off x="10211760" y="5750236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4218E52A-74D0-F3B0-0237-62D5CAA8FF68}"/>
              </a:ext>
            </a:extLst>
          </p:cNvPr>
          <p:cNvSpPr/>
          <p:nvPr/>
        </p:nvSpPr>
        <p:spPr>
          <a:xfrm>
            <a:off x="10553730" y="5750236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4143DE2-2F67-E4B7-64E2-540B8025C909}"/>
              </a:ext>
            </a:extLst>
          </p:cNvPr>
          <p:cNvSpPr/>
          <p:nvPr/>
        </p:nvSpPr>
        <p:spPr>
          <a:xfrm>
            <a:off x="10930187" y="5750236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043ACE75-9838-49E9-F6F8-E48CB0AC9B39}"/>
              </a:ext>
            </a:extLst>
          </p:cNvPr>
          <p:cNvSpPr/>
          <p:nvPr/>
        </p:nvSpPr>
        <p:spPr>
          <a:xfrm>
            <a:off x="11323005" y="5736212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05C41294-A2CD-0A92-EE43-D2F580D1012B}"/>
              </a:ext>
            </a:extLst>
          </p:cNvPr>
          <p:cNvSpPr/>
          <p:nvPr/>
        </p:nvSpPr>
        <p:spPr>
          <a:xfrm>
            <a:off x="11664975" y="5736212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3E46C17-9B1D-C981-6E5A-65303DC63F2A}"/>
              </a:ext>
            </a:extLst>
          </p:cNvPr>
          <p:cNvSpPr/>
          <p:nvPr/>
        </p:nvSpPr>
        <p:spPr>
          <a:xfrm>
            <a:off x="12041432" y="5736212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0FAD1ECB-7C7E-C413-91C9-2729DCD58C44}"/>
              </a:ext>
            </a:extLst>
          </p:cNvPr>
          <p:cNvSpPr/>
          <p:nvPr/>
        </p:nvSpPr>
        <p:spPr>
          <a:xfrm>
            <a:off x="4876278" y="6516101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15DEF75-5516-D5F2-134E-CE7ACE31B3B7}"/>
              </a:ext>
            </a:extLst>
          </p:cNvPr>
          <p:cNvSpPr/>
          <p:nvPr/>
        </p:nvSpPr>
        <p:spPr>
          <a:xfrm>
            <a:off x="5218248" y="6516101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A22CB555-FECF-1F82-EDBB-242D3F1AF9F3}"/>
              </a:ext>
            </a:extLst>
          </p:cNvPr>
          <p:cNvSpPr/>
          <p:nvPr/>
        </p:nvSpPr>
        <p:spPr>
          <a:xfrm>
            <a:off x="5594705" y="6516101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793C9E6-D74C-273C-5DE9-8C3E1D1CA5F6}"/>
              </a:ext>
            </a:extLst>
          </p:cNvPr>
          <p:cNvSpPr/>
          <p:nvPr/>
        </p:nvSpPr>
        <p:spPr>
          <a:xfrm>
            <a:off x="5987523" y="6502077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2CE24C5E-DEB6-837B-21F3-7F4A3E8B6FC5}"/>
              </a:ext>
            </a:extLst>
          </p:cNvPr>
          <p:cNvSpPr/>
          <p:nvPr/>
        </p:nvSpPr>
        <p:spPr>
          <a:xfrm>
            <a:off x="6329493" y="6502077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01E23886-770E-64CE-9C87-AF70DD7F5E90}"/>
              </a:ext>
            </a:extLst>
          </p:cNvPr>
          <p:cNvSpPr/>
          <p:nvPr/>
        </p:nvSpPr>
        <p:spPr>
          <a:xfrm>
            <a:off x="6705950" y="6502077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F43197B7-E2EB-4E15-FE92-BE9B42D66618}"/>
              </a:ext>
            </a:extLst>
          </p:cNvPr>
          <p:cNvSpPr/>
          <p:nvPr/>
        </p:nvSpPr>
        <p:spPr>
          <a:xfrm>
            <a:off x="7612597" y="6558306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A94C2BCC-61E1-2355-7B6B-81223D1E265F}"/>
              </a:ext>
            </a:extLst>
          </p:cNvPr>
          <p:cNvSpPr/>
          <p:nvPr/>
        </p:nvSpPr>
        <p:spPr>
          <a:xfrm>
            <a:off x="7954567" y="6558306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C573D8F0-7510-9E86-EB86-BBC684B29310}"/>
              </a:ext>
            </a:extLst>
          </p:cNvPr>
          <p:cNvSpPr/>
          <p:nvPr/>
        </p:nvSpPr>
        <p:spPr>
          <a:xfrm>
            <a:off x="8331024" y="6558306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DA5228A5-66F4-B134-511A-BE7357986805}"/>
              </a:ext>
            </a:extLst>
          </p:cNvPr>
          <p:cNvSpPr/>
          <p:nvPr/>
        </p:nvSpPr>
        <p:spPr>
          <a:xfrm>
            <a:off x="8723842" y="6544282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10481918-3035-24E4-B0AB-EB7F2FD6E36D}"/>
              </a:ext>
            </a:extLst>
          </p:cNvPr>
          <p:cNvSpPr/>
          <p:nvPr/>
        </p:nvSpPr>
        <p:spPr>
          <a:xfrm>
            <a:off x="9065812" y="6544282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0F8F6875-0917-1F81-ECA9-CECAE295576F}"/>
              </a:ext>
            </a:extLst>
          </p:cNvPr>
          <p:cNvSpPr/>
          <p:nvPr/>
        </p:nvSpPr>
        <p:spPr>
          <a:xfrm>
            <a:off x="9442269" y="6544282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E557231-BA15-50FA-E296-1384EF1CECB8}"/>
              </a:ext>
            </a:extLst>
          </p:cNvPr>
          <p:cNvSpPr/>
          <p:nvPr/>
        </p:nvSpPr>
        <p:spPr>
          <a:xfrm>
            <a:off x="10210274" y="656279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14165DA2-FADE-7D48-D86C-C5783B78B97D}"/>
              </a:ext>
            </a:extLst>
          </p:cNvPr>
          <p:cNvSpPr/>
          <p:nvPr/>
        </p:nvSpPr>
        <p:spPr>
          <a:xfrm>
            <a:off x="10552244" y="6562798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445D6F14-86EE-9D93-9FA9-AEE43564CE4F}"/>
              </a:ext>
            </a:extLst>
          </p:cNvPr>
          <p:cNvSpPr/>
          <p:nvPr/>
        </p:nvSpPr>
        <p:spPr>
          <a:xfrm>
            <a:off x="10928701" y="6562798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5997DB60-10EA-7EAD-F2AC-78B9845DF094}"/>
              </a:ext>
            </a:extLst>
          </p:cNvPr>
          <p:cNvSpPr/>
          <p:nvPr/>
        </p:nvSpPr>
        <p:spPr>
          <a:xfrm>
            <a:off x="11321519" y="654877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692BE3B-809F-9AD4-2E14-F78D0DF5CCB8}"/>
              </a:ext>
            </a:extLst>
          </p:cNvPr>
          <p:cNvSpPr/>
          <p:nvPr/>
        </p:nvSpPr>
        <p:spPr>
          <a:xfrm>
            <a:off x="11663489" y="6548774"/>
            <a:ext cx="40326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7A08BB35-F6B1-A062-B0A6-12F7819CB99F}"/>
              </a:ext>
            </a:extLst>
          </p:cNvPr>
          <p:cNvSpPr/>
          <p:nvPr/>
        </p:nvSpPr>
        <p:spPr>
          <a:xfrm>
            <a:off x="12039946" y="6548774"/>
            <a:ext cx="3524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7F95290-A28E-4918-B40E-218B2EC22FB1}"/>
              </a:ext>
            </a:extLst>
          </p:cNvPr>
          <p:cNvGrpSpPr/>
          <p:nvPr/>
        </p:nvGrpSpPr>
        <p:grpSpPr>
          <a:xfrm>
            <a:off x="47704" y="3759506"/>
            <a:ext cx="2696949" cy="1936732"/>
            <a:chOff x="1159468" y="892336"/>
            <a:chExt cx="2690674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6631FFBF-B491-FA4B-2F63-4A534BA9CFD7}"/>
                </a:ext>
              </a:extLst>
            </p:cNvPr>
            <p:cNvSpPr/>
            <p:nvPr/>
          </p:nvSpPr>
          <p:spPr>
            <a:xfrm>
              <a:off x="1159468" y="892336"/>
              <a:ext cx="2690674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27" name="Rectangle: Rounded Corners 4">
              <a:extLst>
                <a:ext uri="{FF2B5EF4-FFF2-40B4-BE49-F238E27FC236}">
                  <a16:creationId xmlns:a16="http://schemas.microsoft.com/office/drawing/2014/main" id="{01C147C1-6176-D701-A053-DA018119C50D}"/>
                </a:ext>
              </a:extLst>
            </p:cNvPr>
            <p:cNvSpPr txBox="1"/>
            <p:nvPr/>
          </p:nvSpPr>
          <p:spPr>
            <a:xfrm>
              <a:off x="1317468" y="1064828"/>
              <a:ext cx="236998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1" dirty="0"/>
                <a:t>Size(locations) </a:t>
              </a:r>
            </a:p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1" dirty="0"/>
                <a:t>= rows x Columns</a:t>
              </a:r>
            </a:p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1" dirty="0"/>
                <a:t>=       4 x 3</a:t>
              </a:r>
            </a:p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1" dirty="0"/>
                <a:t>=       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165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500"/>
                            </p:stCondLst>
                            <p:childTnLst>
                              <p:par>
                                <p:cTn id="9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6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00"/>
                            </p:stCondLst>
                            <p:childTnLst>
                              <p:par>
                                <p:cTn id="1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500"/>
                            </p:stCondLst>
                            <p:childTnLst>
                              <p:par>
                                <p:cTn id="1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"/>
                            </p:stCondLst>
                            <p:childTnLst>
                              <p:par>
                                <p:cTn id="15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500"/>
                            </p:stCondLst>
                            <p:childTnLst>
                              <p:par>
                                <p:cTn id="15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4000"/>
                            </p:stCondLst>
                            <p:childTnLst>
                              <p:par>
                                <p:cTn id="16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4500"/>
                            </p:stCondLst>
                            <p:childTnLst>
                              <p:par>
                                <p:cTn id="16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0"/>
                            </p:stCondLst>
                            <p:childTnLst>
                              <p:par>
                                <p:cTn id="17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500"/>
                            </p:stCondLst>
                            <p:childTnLst>
                              <p:par>
                                <p:cTn id="17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6000"/>
                            </p:stCondLst>
                            <p:childTnLst>
                              <p:par>
                                <p:cTn id="1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500"/>
                            </p:stCondLst>
                            <p:childTnLst>
                              <p:par>
                                <p:cTn id="18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7000"/>
                            </p:stCondLst>
                            <p:childTnLst>
                              <p:par>
                                <p:cTn id="1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7500"/>
                            </p:stCondLst>
                            <p:childTnLst>
                              <p:par>
                                <p:cTn id="19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8000"/>
                            </p:stCondLst>
                            <p:childTnLst>
                              <p:par>
                                <p:cTn id="20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8500"/>
                            </p:stCondLst>
                            <p:childTnLst>
                              <p:par>
                                <p:cTn id="20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9000"/>
                            </p:stCondLst>
                            <p:childTnLst>
                              <p:par>
                                <p:cTn id="2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9500"/>
                            </p:stCondLst>
                            <p:childTnLst>
                              <p:par>
                                <p:cTn id="2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0500"/>
                            </p:stCondLst>
                            <p:childTnLst>
                              <p:par>
                                <p:cTn id="2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1000"/>
                            </p:stCondLst>
                            <p:childTnLst>
                              <p:par>
                                <p:cTn id="2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11500"/>
                            </p:stCondLst>
                            <p:childTnLst>
                              <p:par>
                                <p:cTn id="2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2000"/>
                            </p:stCondLst>
                            <p:childTnLst>
                              <p:par>
                                <p:cTn id="2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2500"/>
                            </p:stCondLst>
                            <p:childTnLst>
                              <p:par>
                                <p:cTn id="2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3000"/>
                            </p:stCondLst>
                            <p:childTnLst>
                              <p:par>
                                <p:cTn id="2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13500"/>
                            </p:stCondLst>
                            <p:childTnLst>
                              <p:par>
                                <p:cTn id="2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14000"/>
                            </p:stCondLst>
                            <p:childTnLst>
                              <p:par>
                                <p:cTn id="26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4500"/>
                            </p:stCondLst>
                            <p:childTnLst>
                              <p:par>
                                <p:cTn id="26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15000"/>
                            </p:stCondLst>
                            <p:childTnLst>
                              <p:par>
                                <p:cTn id="27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15500"/>
                            </p:stCondLst>
                            <p:childTnLst>
                              <p:par>
                                <p:cTn id="27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2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6500"/>
                            </p:stCondLst>
                            <p:childTnLst>
                              <p:par>
                                <p:cTn id="28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7000"/>
                            </p:stCondLst>
                            <p:childTnLst>
                              <p:par>
                                <p:cTn id="2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17500"/>
                            </p:stCondLst>
                            <p:childTnLst>
                              <p:par>
                                <p:cTn id="29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18000"/>
                            </p:stCondLst>
                            <p:childTnLst>
                              <p:par>
                                <p:cTn id="30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8500"/>
                            </p:stCondLst>
                            <p:childTnLst>
                              <p:par>
                                <p:cTn id="30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19000"/>
                            </p:stCondLst>
                            <p:childTnLst>
                              <p:par>
                                <p:cTn id="3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19500"/>
                            </p:stCondLst>
                            <p:childTnLst>
                              <p:par>
                                <p:cTn id="3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0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0000"/>
                            </p:stCondLst>
                            <p:childTnLst>
                              <p:par>
                                <p:cTn id="32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20500"/>
                            </p:stCondLst>
                            <p:childTnLst>
                              <p:par>
                                <p:cTn id="3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21000"/>
                            </p:stCondLst>
                            <p:childTnLst>
                              <p:par>
                                <p:cTn id="3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5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21500"/>
                            </p:stCondLst>
                            <p:childTnLst>
                              <p:par>
                                <p:cTn id="3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0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22000"/>
                            </p:stCondLst>
                            <p:childTnLst>
                              <p:par>
                                <p:cTn id="3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5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22500"/>
                            </p:stCondLst>
                            <p:childTnLst>
                              <p:par>
                                <p:cTn id="3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0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23000"/>
                            </p:stCondLst>
                            <p:childTnLst>
                              <p:par>
                                <p:cTn id="3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>
                            <p:stCondLst>
                              <p:cond delay="23500"/>
                            </p:stCondLst>
                            <p:childTnLst>
                              <p:par>
                                <p:cTn id="3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0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24000"/>
                            </p:stCondLst>
                            <p:childTnLst>
                              <p:par>
                                <p:cTn id="36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24500"/>
                            </p:stCondLst>
                            <p:childTnLst>
                              <p:par>
                                <p:cTn id="36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0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25000"/>
                            </p:stCondLst>
                            <p:childTnLst>
                              <p:par>
                                <p:cTn id="37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5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>
                            <p:stCondLst>
                              <p:cond delay="25500"/>
                            </p:stCondLst>
                            <p:childTnLst>
                              <p:par>
                                <p:cTn id="37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0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26000"/>
                            </p:stCondLst>
                            <p:childTnLst>
                              <p:par>
                                <p:cTn id="38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26500"/>
                            </p:stCondLst>
                            <p:childTnLst>
                              <p:par>
                                <p:cTn id="38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0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27000"/>
                            </p:stCondLst>
                            <p:childTnLst>
                              <p:par>
                                <p:cTn id="3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5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fill="hold">
                            <p:stCondLst>
                              <p:cond delay="27500"/>
                            </p:stCondLst>
                            <p:childTnLst>
                              <p:par>
                                <p:cTn id="39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0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28000"/>
                            </p:stCondLst>
                            <p:childTnLst>
                              <p:par>
                                <p:cTn id="40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>
                            <p:stCondLst>
                              <p:cond delay="28500"/>
                            </p:stCondLst>
                            <p:childTnLst>
                              <p:par>
                                <p:cTn id="40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0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29000"/>
                            </p:stCondLst>
                            <p:childTnLst>
                              <p:par>
                                <p:cTn id="4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29500"/>
                            </p:stCondLst>
                            <p:childTnLst>
                              <p:par>
                                <p:cTn id="4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0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30000"/>
                            </p:stCondLst>
                            <p:childTnLst>
                              <p:par>
                                <p:cTn id="4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5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30500"/>
                            </p:stCondLst>
                            <p:childTnLst>
                              <p:par>
                                <p:cTn id="4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0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31000"/>
                            </p:stCondLst>
                            <p:childTnLst>
                              <p:par>
                                <p:cTn id="4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5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31500"/>
                            </p:stCondLst>
                            <p:childTnLst>
                              <p:par>
                                <p:cTn id="4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0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32000"/>
                            </p:stCondLst>
                            <p:childTnLst>
                              <p:par>
                                <p:cTn id="4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5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7" fill="hold">
                            <p:stCondLst>
                              <p:cond delay="32500"/>
                            </p:stCondLst>
                            <p:childTnLst>
                              <p:par>
                                <p:cTn id="4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0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33000"/>
                            </p:stCondLst>
                            <p:childTnLst>
                              <p:par>
                                <p:cTn id="4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5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7" fill="hold">
                            <p:stCondLst>
                              <p:cond delay="33500"/>
                            </p:stCondLst>
                            <p:childTnLst>
                              <p:par>
                                <p:cTn id="45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0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2" fill="hold">
                            <p:stCondLst>
                              <p:cond delay="34000"/>
                            </p:stCondLst>
                            <p:childTnLst>
                              <p:par>
                                <p:cTn id="46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5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34500"/>
                            </p:stCondLst>
                            <p:childTnLst>
                              <p:par>
                                <p:cTn id="46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0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>
                            <p:stCondLst>
                              <p:cond delay="35000"/>
                            </p:stCondLst>
                            <p:childTnLst>
                              <p:par>
                                <p:cTn id="47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5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7" fill="hold">
                            <p:stCondLst>
                              <p:cond delay="35500"/>
                            </p:stCondLst>
                            <p:childTnLst>
                              <p:par>
                                <p:cTn id="47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0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2" fill="hold">
                            <p:stCondLst>
                              <p:cond delay="36000"/>
                            </p:stCondLst>
                            <p:childTnLst>
                              <p:par>
                                <p:cTn id="4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5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fill="hold">
                            <p:stCondLst>
                              <p:cond delay="36500"/>
                            </p:stCondLst>
                            <p:childTnLst>
                              <p:par>
                                <p:cTn id="48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0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2" fill="hold">
                            <p:stCondLst>
                              <p:cond delay="37000"/>
                            </p:stCondLst>
                            <p:childTnLst>
                              <p:par>
                                <p:cTn id="4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5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7" fill="hold">
                            <p:stCondLst>
                              <p:cond delay="37500"/>
                            </p:stCondLst>
                            <p:childTnLst>
                              <p:par>
                                <p:cTn id="49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0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2" fill="hold">
                            <p:stCondLst>
                              <p:cond delay="38000"/>
                            </p:stCondLst>
                            <p:childTnLst>
                              <p:par>
                                <p:cTn id="50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5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fill="hold">
                            <p:stCondLst>
                              <p:cond delay="38500"/>
                            </p:stCondLst>
                            <p:childTnLst>
                              <p:par>
                                <p:cTn id="50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0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2" fill="hold">
                            <p:stCondLst>
                              <p:cond delay="39000"/>
                            </p:stCondLst>
                            <p:childTnLst>
                              <p:par>
                                <p:cTn id="5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5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fill="hold">
                            <p:stCondLst>
                              <p:cond delay="39500"/>
                            </p:stCondLst>
                            <p:childTnLst>
                              <p:par>
                                <p:cTn id="5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0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2" fill="hold">
                            <p:stCondLst>
                              <p:cond delay="40000"/>
                            </p:stCondLst>
                            <p:childTnLst>
                              <p:par>
                                <p:cTn id="5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5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40500"/>
                            </p:stCondLst>
                            <p:childTnLst>
                              <p:par>
                                <p:cTn id="5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0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2" fill="hold">
                            <p:stCondLst>
                              <p:cond delay="41000"/>
                            </p:stCondLst>
                            <p:childTnLst>
                              <p:par>
                                <p:cTn id="5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5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7" fill="hold">
                            <p:stCondLst>
                              <p:cond delay="41500"/>
                            </p:stCondLst>
                            <p:childTnLst>
                              <p:par>
                                <p:cTn id="5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0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5" grpId="0" animBg="1"/>
      <p:bldP spid="39" grpId="0" animBg="1"/>
      <p:bldP spid="43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4B7B7C5-4A76-57FA-7E4D-91FA3A5681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0226" y="1330036"/>
            <a:ext cx="2099620" cy="99483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8128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333" b="1" i="0" kern="1200" spc="89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700" dirty="0"/>
              <a:t>Memory Layouts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997055-D94D-C2AC-C2AC-E8249FA4D2B7}"/>
              </a:ext>
            </a:extLst>
          </p:cNvPr>
          <p:cNvSpPr txBox="1">
            <a:spLocks/>
          </p:cNvSpPr>
          <p:nvPr/>
        </p:nvSpPr>
        <p:spPr>
          <a:xfrm>
            <a:off x="3809722" y="440430"/>
            <a:ext cx="4606913" cy="727675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3780" b="1" dirty="0">
                <a:solidFill>
                  <a:schemeClr val="tx1"/>
                </a:solidFill>
              </a:rPr>
              <a:t>Row-Major order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FA2C63C-4F58-4F50-8E1A-A03BB02629C0}"/>
              </a:ext>
            </a:extLst>
          </p:cNvPr>
          <p:cNvSpPr txBox="1">
            <a:spLocks/>
          </p:cNvSpPr>
          <p:nvPr/>
        </p:nvSpPr>
        <p:spPr>
          <a:xfrm>
            <a:off x="3809723" y="1340427"/>
            <a:ext cx="7154779" cy="70065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 lnSpcReduction="1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Elements of each row of the array are stored in contiguous memory locations.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DCB2CFA-5AC0-4F41-3608-02AF8E6AA4BB}"/>
              </a:ext>
            </a:extLst>
          </p:cNvPr>
          <p:cNvSpPr txBox="1">
            <a:spLocks/>
          </p:cNvSpPr>
          <p:nvPr/>
        </p:nvSpPr>
        <p:spPr>
          <a:xfrm>
            <a:off x="3809722" y="2041081"/>
            <a:ext cx="7154779" cy="70065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Examples include C/C++, Java, Python.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E8BF98-71AF-E0ED-D3AB-44AB25086F3F}"/>
              </a:ext>
            </a:extLst>
          </p:cNvPr>
          <p:cNvSpPr txBox="1">
            <a:spLocks/>
          </p:cNvSpPr>
          <p:nvPr/>
        </p:nvSpPr>
        <p:spPr>
          <a:xfrm>
            <a:off x="3809722" y="2970316"/>
            <a:ext cx="4606913" cy="727675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3780" b="1" dirty="0"/>
              <a:t>Column</a:t>
            </a:r>
            <a:r>
              <a:rPr lang="en-US" sz="3780" b="1" dirty="0">
                <a:solidFill>
                  <a:schemeClr val="tx1"/>
                </a:solidFill>
              </a:rPr>
              <a:t>-Major order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D90F4D-9331-A029-348D-330838D3DA00}"/>
              </a:ext>
            </a:extLst>
          </p:cNvPr>
          <p:cNvSpPr txBox="1">
            <a:spLocks/>
          </p:cNvSpPr>
          <p:nvPr/>
        </p:nvSpPr>
        <p:spPr>
          <a:xfrm>
            <a:off x="3809723" y="3904325"/>
            <a:ext cx="7154779" cy="70065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 lnSpcReduction="1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Elements of each column of the array are stored in contiguous memory locations.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2725762-75B5-BB3D-D627-02CF23444035}"/>
              </a:ext>
            </a:extLst>
          </p:cNvPr>
          <p:cNvSpPr txBox="1">
            <a:spLocks/>
          </p:cNvSpPr>
          <p:nvPr/>
        </p:nvSpPr>
        <p:spPr>
          <a:xfrm>
            <a:off x="3809722" y="4604979"/>
            <a:ext cx="7154779" cy="70065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Examples include Fortran, MATLAB, R.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368A6C7F-D621-8FBA-CC0E-1566FEE9797D}"/>
              </a:ext>
            </a:extLst>
          </p:cNvPr>
          <p:cNvSpPr txBox="1">
            <a:spLocks/>
          </p:cNvSpPr>
          <p:nvPr/>
        </p:nvSpPr>
        <p:spPr>
          <a:xfrm>
            <a:off x="3809721" y="5561235"/>
            <a:ext cx="7154779" cy="70065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 lnSpcReduction="1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Important to know about memory layout for efficient programming.</a:t>
            </a:r>
          </a:p>
        </p:txBody>
      </p:sp>
    </p:spTree>
    <p:extLst>
      <p:ext uri="{BB962C8B-B14F-4D97-AF65-F5344CB8AC3E}">
        <p14:creationId xmlns:p14="http://schemas.microsoft.com/office/powerpoint/2010/main" val="375848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7F3C688-9AE3-0D5B-E852-38B76328A897}"/>
              </a:ext>
            </a:extLst>
          </p:cNvPr>
          <p:cNvGrpSpPr/>
          <p:nvPr/>
        </p:nvGrpSpPr>
        <p:grpSpPr>
          <a:xfrm>
            <a:off x="313478" y="878234"/>
            <a:ext cx="2975154" cy="135631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31E88B7-05C1-2A67-F2A4-BC81D23501B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1831F1A2-1CB7-D6CC-27F7-DB0DBA57EEC2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Row-Major Order</a:t>
              </a:r>
              <a:endParaRPr lang="en-PK" sz="2600" b="1" kern="1200" dirty="0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02368A-4D45-B909-B52A-64EA22040941}"/>
              </a:ext>
            </a:extLst>
          </p:cNvPr>
          <p:cNvSpPr/>
          <p:nvPr/>
        </p:nvSpPr>
        <p:spPr>
          <a:xfrm>
            <a:off x="3699166" y="730030"/>
            <a:ext cx="779616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43EC94-E7D3-6BFC-D6A6-6748D60E6838}"/>
              </a:ext>
            </a:extLst>
          </p:cNvPr>
          <p:cNvSpPr/>
          <p:nvPr/>
        </p:nvSpPr>
        <p:spPr>
          <a:xfrm>
            <a:off x="5705691" y="730030"/>
            <a:ext cx="509666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855389-A19F-3FC1-F9EF-C875440351F1}"/>
              </a:ext>
            </a:extLst>
          </p:cNvPr>
          <p:cNvSpPr/>
          <p:nvPr/>
        </p:nvSpPr>
        <p:spPr>
          <a:xfrm>
            <a:off x="6240165" y="730030"/>
            <a:ext cx="992460" cy="39219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8B619D-7358-88AD-8295-33E522BF5271}"/>
              </a:ext>
            </a:extLst>
          </p:cNvPr>
          <p:cNvSpPr/>
          <p:nvPr/>
        </p:nvSpPr>
        <p:spPr>
          <a:xfrm>
            <a:off x="7258634" y="730030"/>
            <a:ext cx="509666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4D504E-EED5-BEFA-7B19-4FD76B6D60DE}"/>
              </a:ext>
            </a:extLst>
          </p:cNvPr>
          <p:cNvSpPr/>
          <p:nvPr/>
        </p:nvSpPr>
        <p:spPr>
          <a:xfrm>
            <a:off x="4502726" y="730030"/>
            <a:ext cx="1195252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TwoD</a:t>
            </a:r>
            <a:endParaRPr lang="en-US" sz="3200" b="1" dirty="0">
              <a:ln>
                <a:solidFill>
                  <a:schemeClr val="bg1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54B890-935E-C482-E116-D0A50084C61F}"/>
              </a:ext>
            </a:extLst>
          </p:cNvPr>
          <p:cNvSpPr/>
          <p:nvPr/>
        </p:nvSpPr>
        <p:spPr>
          <a:xfrm>
            <a:off x="7778267" y="730030"/>
            <a:ext cx="509666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A32130-D2E5-D1FB-1119-DF63A3A7F16E}"/>
              </a:ext>
            </a:extLst>
          </p:cNvPr>
          <p:cNvSpPr/>
          <p:nvPr/>
        </p:nvSpPr>
        <p:spPr>
          <a:xfrm>
            <a:off x="8312741" y="730030"/>
            <a:ext cx="992460" cy="39219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F2B2ED5-325B-792C-F0A0-B873D005AAEB}"/>
              </a:ext>
            </a:extLst>
          </p:cNvPr>
          <p:cNvSpPr/>
          <p:nvPr/>
        </p:nvSpPr>
        <p:spPr>
          <a:xfrm>
            <a:off x="9331210" y="730030"/>
            <a:ext cx="509666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DFEF4F1-509F-02E0-82C5-8A2569539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352990"/>
              </p:ext>
            </p:extLst>
          </p:nvPr>
        </p:nvGraphicFramePr>
        <p:xfrm>
          <a:off x="4918538" y="1604447"/>
          <a:ext cx="6556558" cy="4781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222422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327706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643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478177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15A9E656-DFB5-FCFD-BDB0-450DE053EC66}"/>
              </a:ext>
            </a:extLst>
          </p:cNvPr>
          <p:cNvGrpSpPr/>
          <p:nvPr/>
        </p:nvGrpSpPr>
        <p:grpSpPr>
          <a:xfrm>
            <a:off x="3543709" y="1506688"/>
            <a:ext cx="450801" cy="2223655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5A29FE5-C5FD-1310-13EB-09730A721164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3600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00EFBF22-1415-8ED8-6335-1D7A6CAB6198}"/>
                </a:ext>
              </a:extLst>
            </p:cNvPr>
            <p:cNvSpPr txBox="1"/>
            <p:nvPr/>
          </p:nvSpPr>
          <p:spPr>
            <a:xfrm>
              <a:off x="712920" y="552116"/>
              <a:ext cx="2111436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600" b="1" dirty="0" err="1"/>
                <a:t>TwoD</a:t>
              </a:r>
              <a:endParaRPr lang="en-PK" sz="3600" b="1" kern="1200" dirty="0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F8F2D95-BB47-4DED-F0B7-52D7F8532D5C}"/>
              </a:ext>
            </a:extLst>
          </p:cNvPr>
          <p:cNvSpPr/>
          <p:nvPr/>
        </p:nvSpPr>
        <p:spPr>
          <a:xfrm>
            <a:off x="4045602" y="1704112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4E6E37A-AA7B-5538-BD76-80FC34478C31}"/>
              </a:ext>
            </a:extLst>
          </p:cNvPr>
          <p:cNvSpPr/>
          <p:nvPr/>
        </p:nvSpPr>
        <p:spPr>
          <a:xfrm>
            <a:off x="4062549" y="2248748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289BC0-4252-271C-504B-187EDAA2480D}"/>
              </a:ext>
            </a:extLst>
          </p:cNvPr>
          <p:cNvSpPr/>
          <p:nvPr/>
        </p:nvSpPr>
        <p:spPr>
          <a:xfrm>
            <a:off x="4088974" y="2750449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39D4C07-3681-5C53-67BC-030CC0758223}"/>
              </a:ext>
            </a:extLst>
          </p:cNvPr>
          <p:cNvSpPr/>
          <p:nvPr/>
        </p:nvSpPr>
        <p:spPr>
          <a:xfrm>
            <a:off x="4077687" y="3249209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3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995254E-CA59-29CA-0B1E-22E4951F1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682350"/>
              </p:ext>
            </p:extLst>
          </p:nvPr>
        </p:nvGraphicFramePr>
        <p:xfrm>
          <a:off x="4937541" y="2122629"/>
          <a:ext cx="6556558" cy="4781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222422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327706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643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47817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3D830B7-4736-59BA-D33A-A62EF2D72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778748"/>
              </p:ext>
            </p:extLst>
          </p:nvPr>
        </p:nvGraphicFramePr>
        <p:xfrm>
          <a:off x="4971655" y="2640811"/>
          <a:ext cx="6556558" cy="4781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222422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327706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643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47817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F1E21F1-4148-EB8B-7CED-E486E27E9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991997"/>
              </p:ext>
            </p:extLst>
          </p:nvPr>
        </p:nvGraphicFramePr>
        <p:xfrm>
          <a:off x="4974928" y="3161687"/>
          <a:ext cx="6556558" cy="4781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222422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327706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643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47817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FACC4BF-5E30-DD43-CE87-0FB40C07352A}"/>
              </a:ext>
            </a:extLst>
          </p:cNvPr>
          <p:cNvSpPr/>
          <p:nvPr/>
        </p:nvSpPr>
        <p:spPr>
          <a:xfrm>
            <a:off x="5825989" y="1303184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07DE432-58A6-EE9E-04D2-C2F054BCD55F}"/>
              </a:ext>
            </a:extLst>
          </p:cNvPr>
          <p:cNvSpPr/>
          <p:nvPr/>
        </p:nvSpPr>
        <p:spPr>
          <a:xfrm>
            <a:off x="7833971" y="1300006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E728225-55FE-F537-2E63-5F422B44F439}"/>
              </a:ext>
            </a:extLst>
          </p:cNvPr>
          <p:cNvSpPr/>
          <p:nvPr/>
        </p:nvSpPr>
        <p:spPr>
          <a:xfrm>
            <a:off x="10223815" y="1287558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AAB3692-856E-D91A-5E62-6EF878DAA309}"/>
              </a:ext>
            </a:extLst>
          </p:cNvPr>
          <p:cNvGrpSpPr/>
          <p:nvPr/>
        </p:nvGrpSpPr>
        <p:grpSpPr>
          <a:xfrm>
            <a:off x="1049173" y="3884834"/>
            <a:ext cx="2156261" cy="2012682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A633006F-C1A4-68A5-4F4A-DC160DE2476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06" name="Rectangle: Rounded Corners 4">
              <a:extLst>
                <a:ext uri="{FF2B5EF4-FFF2-40B4-BE49-F238E27FC236}">
                  <a16:creationId xmlns:a16="http://schemas.microsoft.com/office/drawing/2014/main" id="{6763B39C-010C-1D2D-7ABF-A52FF7DBA27D}"/>
                </a:ext>
              </a:extLst>
            </p:cNvPr>
            <p:cNvSpPr txBox="1"/>
            <p:nvPr/>
          </p:nvSpPr>
          <p:spPr>
            <a:xfrm>
              <a:off x="1202695" y="1136861"/>
              <a:ext cx="2066722" cy="908967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 1      2      3      </a:t>
              </a:r>
            </a:p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kern="1200" dirty="0">
                  <a:solidFill>
                    <a:schemeClr val="bg2">
                      <a:lumMod val="25000"/>
                    </a:schemeClr>
                  </a:solidFill>
                </a:rPr>
                <a:t> 4      5      6      </a:t>
              </a:r>
            </a:p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 7      8      9    </a:t>
              </a:r>
            </a:p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10    11    12</a:t>
              </a:r>
              <a:r>
                <a:rPr lang="en-US" sz="2500" b="1" kern="1200" dirty="0">
                  <a:solidFill>
                    <a:schemeClr val="bg2">
                      <a:lumMod val="25000"/>
                    </a:schemeClr>
                  </a:solidFill>
                </a:rPr>
                <a:t>   </a:t>
              </a:r>
              <a:endParaRPr lang="en-PK" sz="25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5FA1A97F-3E6C-4A48-97F7-DBBA13B8E3D9}"/>
              </a:ext>
            </a:extLst>
          </p:cNvPr>
          <p:cNvSpPr/>
          <p:nvPr/>
        </p:nvSpPr>
        <p:spPr>
          <a:xfrm>
            <a:off x="567151" y="3858142"/>
            <a:ext cx="450801" cy="201268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5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8A1D6383-4034-477A-B957-0F9B9E8D83CB}"/>
              </a:ext>
            </a:extLst>
          </p:cNvPr>
          <p:cNvSpPr/>
          <p:nvPr/>
        </p:nvSpPr>
        <p:spPr>
          <a:xfrm>
            <a:off x="3247444" y="3909569"/>
            <a:ext cx="450801" cy="201268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5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D4AC8F1-6D3B-44D0-F3C5-6CEF78BD30DD}"/>
              </a:ext>
            </a:extLst>
          </p:cNvPr>
          <p:cNvGrpSpPr/>
          <p:nvPr/>
        </p:nvGrpSpPr>
        <p:grpSpPr>
          <a:xfrm>
            <a:off x="4532168" y="3845206"/>
            <a:ext cx="1683190" cy="264960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280757DE-8634-DEDA-9EEE-F45BDA48201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19" name="Rectangle: Rounded Corners 4">
              <a:extLst>
                <a:ext uri="{FF2B5EF4-FFF2-40B4-BE49-F238E27FC236}">
                  <a16:creationId xmlns:a16="http://schemas.microsoft.com/office/drawing/2014/main" id="{2DB406DF-CD0D-47B9-7340-235C12549020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int value=1 ;</a:t>
              </a:r>
              <a:endParaRPr lang="en-PK" sz="2000" b="1" dirty="0"/>
            </a:p>
          </p:txBody>
        </p:sp>
      </p:grp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677B1F87-CB08-6673-3906-AED5B6A37BFF}"/>
              </a:ext>
            </a:extLst>
          </p:cNvPr>
          <p:cNvSpPr txBox="1">
            <a:spLocks/>
          </p:cNvSpPr>
          <p:nvPr/>
        </p:nvSpPr>
        <p:spPr>
          <a:xfrm>
            <a:off x="6915473" y="3742777"/>
            <a:ext cx="4111803" cy="42825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Store the given matrix in row-major order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1D10FE8-3C86-C15A-4876-2CB8454ACC56}"/>
              </a:ext>
            </a:extLst>
          </p:cNvPr>
          <p:cNvSpPr/>
          <p:nvPr/>
        </p:nvSpPr>
        <p:spPr>
          <a:xfrm>
            <a:off x="4502726" y="4213429"/>
            <a:ext cx="750091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89E9638-EE24-6675-72DE-EF875DB8ACFF}"/>
              </a:ext>
            </a:extLst>
          </p:cNvPr>
          <p:cNvSpPr/>
          <p:nvPr/>
        </p:nvSpPr>
        <p:spPr>
          <a:xfrm>
            <a:off x="5330660" y="4215104"/>
            <a:ext cx="409732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B6A276A-C142-8F4E-54AA-FBD19CD07995}"/>
              </a:ext>
            </a:extLst>
          </p:cNvPr>
          <p:cNvSpPr/>
          <p:nvPr/>
        </p:nvSpPr>
        <p:spPr>
          <a:xfrm>
            <a:off x="5822194" y="4228418"/>
            <a:ext cx="1759052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i=0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BF403E3-63DB-0F9D-515E-5E1CEEAFE169}"/>
              </a:ext>
            </a:extLst>
          </p:cNvPr>
          <p:cNvSpPr/>
          <p:nvPr/>
        </p:nvSpPr>
        <p:spPr>
          <a:xfrm>
            <a:off x="7659184" y="4220326"/>
            <a:ext cx="2311571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 &lt; 4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22DD5D4-3C43-F735-D1F1-222A816944BF}"/>
              </a:ext>
            </a:extLst>
          </p:cNvPr>
          <p:cNvSpPr/>
          <p:nvPr/>
        </p:nvSpPr>
        <p:spPr>
          <a:xfrm>
            <a:off x="11047014" y="4228417"/>
            <a:ext cx="600829" cy="35068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5B85EFB-A163-A5D4-0A95-D7C6CBA4B48B}"/>
              </a:ext>
            </a:extLst>
          </p:cNvPr>
          <p:cNvSpPr/>
          <p:nvPr/>
        </p:nvSpPr>
        <p:spPr>
          <a:xfrm>
            <a:off x="10048693" y="4228418"/>
            <a:ext cx="930899" cy="35068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i++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BEE09F1-CD08-CE30-BFEB-7451990B2915}"/>
              </a:ext>
            </a:extLst>
          </p:cNvPr>
          <p:cNvSpPr/>
          <p:nvPr/>
        </p:nvSpPr>
        <p:spPr>
          <a:xfrm>
            <a:off x="4842806" y="4706176"/>
            <a:ext cx="750091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14D30F7-0556-0E2E-0979-C9DC2766F794}"/>
              </a:ext>
            </a:extLst>
          </p:cNvPr>
          <p:cNvSpPr/>
          <p:nvPr/>
        </p:nvSpPr>
        <p:spPr>
          <a:xfrm>
            <a:off x="5670740" y="4707851"/>
            <a:ext cx="409732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BB030C2-557A-1306-2AF6-F3EC19DBC4C9}"/>
              </a:ext>
            </a:extLst>
          </p:cNvPr>
          <p:cNvSpPr/>
          <p:nvPr/>
        </p:nvSpPr>
        <p:spPr>
          <a:xfrm>
            <a:off x="6152546" y="4711437"/>
            <a:ext cx="1759052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j=0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7E33C7B-3579-598E-30C1-3B856AD91DF0}"/>
              </a:ext>
            </a:extLst>
          </p:cNvPr>
          <p:cNvSpPr/>
          <p:nvPr/>
        </p:nvSpPr>
        <p:spPr>
          <a:xfrm>
            <a:off x="7989536" y="4703345"/>
            <a:ext cx="2434105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j &lt; 3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802CF6E-2CA0-54E6-FD72-0C5B7BEDAAAB}"/>
              </a:ext>
            </a:extLst>
          </p:cNvPr>
          <p:cNvSpPr/>
          <p:nvPr/>
        </p:nvSpPr>
        <p:spPr>
          <a:xfrm>
            <a:off x="11494099" y="4711436"/>
            <a:ext cx="600829" cy="35068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1BE93DD-8DBA-F52F-98BB-074659AE4719}"/>
              </a:ext>
            </a:extLst>
          </p:cNvPr>
          <p:cNvSpPr/>
          <p:nvPr/>
        </p:nvSpPr>
        <p:spPr>
          <a:xfrm>
            <a:off x="10495778" y="4711437"/>
            <a:ext cx="930899" cy="35068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j++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23DF96F8-4630-FEA0-68B7-F11D4A56CAB5}"/>
              </a:ext>
            </a:extLst>
          </p:cNvPr>
          <p:cNvSpPr/>
          <p:nvPr/>
        </p:nvSpPr>
        <p:spPr>
          <a:xfrm>
            <a:off x="6497515" y="5167651"/>
            <a:ext cx="3580835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TwoD</a:t>
            </a:r>
            <a:r>
              <a:rPr lang="en-US" sz="2800" b="1" dirty="0">
                <a:solidFill>
                  <a:schemeClr val="bg1"/>
                </a:solidFill>
              </a:rPr>
              <a:t>[</a:t>
            </a:r>
            <a:r>
              <a:rPr lang="en-US" sz="2800" b="1" dirty="0" err="1">
                <a:solidFill>
                  <a:schemeClr val="bg1"/>
                </a:solidFill>
              </a:rPr>
              <a:t>i</a:t>
            </a:r>
            <a:r>
              <a:rPr lang="en-US" sz="2800" b="1" dirty="0">
                <a:solidFill>
                  <a:schemeClr val="bg1"/>
                </a:solidFill>
              </a:rPr>
              <a:t>][j] =  value++;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B1BD125-6921-D7A9-C08F-EDE84F2F5E04}"/>
              </a:ext>
            </a:extLst>
          </p:cNvPr>
          <p:cNvSpPr/>
          <p:nvPr/>
        </p:nvSpPr>
        <p:spPr>
          <a:xfrm>
            <a:off x="5985332" y="1733163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0D7C278-0D90-DAD8-A37E-166F6FC8F7B2}"/>
              </a:ext>
            </a:extLst>
          </p:cNvPr>
          <p:cNvSpPr/>
          <p:nvPr/>
        </p:nvSpPr>
        <p:spPr>
          <a:xfrm>
            <a:off x="8073431" y="1709172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91CB904-3863-1BDF-7B45-59F82B16231D}"/>
              </a:ext>
            </a:extLst>
          </p:cNvPr>
          <p:cNvSpPr/>
          <p:nvPr/>
        </p:nvSpPr>
        <p:spPr>
          <a:xfrm>
            <a:off x="10375616" y="1679174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9E5826E-27E6-A7C6-101E-73A90225655C}"/>
              </a:ext>
            </a:extLst>
          </p:cNvPr>
          <p:cNvSpPr/>
          <p:nvPr/>
        </p:nvSpPr>
        <p:spPr>
          <a:xfrm>
            <a:off x="6017897" y="2238360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761EEEC-E9E3-2565-077D-51A57CE6DE53}"/>
              </a:ext>
            </a:extLst>
          </p:cNvPr>
          <p:cNvSpPr/>
          <p:nvPr/>
        </p:nvSpPr>
        <p:spPr>
          <a:xfrm>
            <a:off x="8074344" y="2217903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F56273E-BF18-BEE3-B6DB-4554B222430E}"/>
              </a:ext>
            </a:extLst>
          </p:cNvPr>
          <p:cNvSpPr/>
          <p:nvPr/>
        </p:nvSpPr>
        <p:spPr>
          <a:xfrm>
            <a:off x="10389407" y="2208555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631CED1-86AE-D0D1-F1D3-2C643C846A32}"/>
              </a:ext>
            </a:extLst>
          </p:cNvPr>
          <p:cNvSpPr/>
          <p:nvPr/>
        </p:nvSpPr>
        <p:spPr>
          <a:xfrm>
            <a:off x="6017897" y="2745450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147C646-9B98-6B4E-FC9D-9478ABB1038E}"/>
              </a:ext>
            </a:extLst>
          </p:cNvPr>
          <p:cNvSpPr/>
          <p:nvPr/>
        </p:nvSpPr>
        <p:spPr>
          <a:xfrm>
            <a:off x="8074109" y="2760588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24914C7-4F94-8551-1EE9-21C6E88CEE37}"/>
              </a:ext>
            </a:extLst>
          </p:cNvPr>
          <p:cNvSpPr/>
          <p:nvPr/>
        </p:nvSpPr>
        <p:spPr>
          <a:xfrm>
            <a:off x="10375616" y="2745449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1195D39-E9D0-73D3-019D-7645B6158EB5}"/>
              </a:ext>
            </a:extLst>
          </p:cNvPr>
          <p:cNvSpPr/>
          <p:nvPr/>
        </p:nvSpPr>
        <p:spPr>
          <a:xfrm>
            <a:off x="6017896" y="3266695"/>
            <a:ext cx="648943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3D6E659-97E9-3E78-3B24-29EA450C36AC}"/>
              </a:ext>
            </a:extLst>
          </p:cNvPr>
          <p:cNvSpPr/>
          <p:nvPr/>
        </p:nvSpPr>
        <p:spPr>
          <a:xfrm>
            <a:off x="8022466" y="3250408"/>
            <a:ext cx="648943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2E78BE3-F958-D797-752D-CA92313FE8C3}"/>
              </a:ext>
            </a:extLst>
          </p:cNvPr>
          <p:cNvSpPr/>
          <p:nvPr/>
        </p:nvSpPr>
        <p:spPr>
          <a:xfrm>
            <a:off x="10389407" y="3248008"/>
            <a:ext cx="648943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8168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0"/>
                            </p:stCondLst>
                            <p:childTnLst>
                              <p:par>
                                <p:cTn id="8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500"/>
                            </p:stCondLst>
                            <p:childTnLst>
                              <p:par>
                                <p:cTn id="9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0"/>
                            </p:stCondLst>
                            <p:childTnLst>
                              <p:par>
                                <p:cTn id="10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500"/>
                            </p:stCondLst>
                            <p:childTnLst>
                              <p:par>
                                <p:cTn id="10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500"/>
                            </p:stCondLst>
                            <p:childTnLst>
                              <p:par>
                                <p:cTn id="2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000"/>
                            </p:stCondLst>
                            <p:childTnLst>
                              <p:par>
                                <p:cTn id="2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2500"/>
                            </p:stCondLst>
                            <p:childTnLst>
                              <p:par>
                                <p:cTn id="2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3000"/>
                            </p:stCondLst>
                            <p:childTnLst>
                              <p:par>
                                <p:cTn id="2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3500"/>
                            </p:stCondLst>
                            <p:childTnLst>
                              <p:par>
                                <p:cTn id="2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4000"/>
                            </p:stCondLst>
                            <p:childTnLst>
                              <p:par>
                                <p:cTn id="2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500"/>
                            </p:stCondLst>
                            <p:childTnLst>
                              <p:par>
                                <p:cTn id="26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5000"/>
                            </p:stCondLst>
                            <p:childTnLst>
                              <p:par>
                                <p:cTn id="26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500"/>
                            </p:stCondLst>
                            <p:childTnLst>
                              <p:par>
                                <p:cTn id="27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7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1" dur="250" autoRev="1" fill="remov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2" dur="250" autoRev="1" fill="remov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250" autoRev="1" fill="remov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250" autoRev="1" fill="remov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250" autoRev="1" fill="remov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0" dur="250" autoRev="1" fill="remov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1" dur="250" autoRev="1" fill="remov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2" dur="250" autoRev="1" fill="remov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7" dur="250" autoRev="1" fill="remov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8" dur="250" autoRev="1" fill="remov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250" autoRev="1" fill="remov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0" dur="250" autoRev="1" fill="remove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5" dur="250" autoRev="1" fill="remov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6" dur="250" autoRev="1" fill="remov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250" autoRev="1" fill="remov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250" autoRev="1" fill="remov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250" autoRev="1" fill="remov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4" dur="250" autoRev="1" fill="remov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5" dur="250" autoRev="1" fill="remov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6" dur="250" autoRev="1" fill="remove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250" autoRev="1" fill="remov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2" dur="250" autoRev="1" fill="remov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3" dur="250" autoRev="1" fill="remov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4" dur="250" autoRev="1" fill="remove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9" dur="250" autoRev="1" fill="remov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0" dur="250" autoRev="1" fill="remov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250" autoRev="1" fill="remov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250" autoRev="1" fill="remove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250" autoRev="1" fill="remov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8" dur="250" autoRev="1" fill="remov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9" dur="250" autoRev="1" fill="remov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250" autoRev="1" fill="remov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250" autoRev="1" fill="remov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6" dur="250" autoRev="1" fill="remov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7" dur="250" autoRev="1" fill="remov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8" dur="250" autoRev="1" fill="remov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349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0" fill="hold">
                      <p:stCondLst>
                        <p:cond delay="0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3" dur="250" autoRev="1" fill="remov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4" dur="250" autoRev="1" fill="remov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250" autoRev="1" fill="remov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250" autoRev="1" fill="remove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250" autoRev="1" fill="remov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2" dur="250" autoRev="1" fill="remov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3" dur="250" autoRev="1" fill="remov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4" dur="250" autoRev="1" fill="remove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250" autoRev="1" fill="remov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0" dur="250" autoRev="1" fill="remov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250" autoRev="1" fill="remov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2" dur="250" autoRev="1" fill="remove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373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7" dur="250" autoRev="1" fill="remov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8" dur="250" autoRev="1" fill="remov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250" autoRev="1" fill="remov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250" autoRev="1" fill="remove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29" grpId="0" animBg="1"/>
      <p:bldP spid="30" grpId="0" animBg="1"/>
      <p:bldP spid="31" grpId="0" animBg="1"/>
      <p:bldP spid="115" grpId="0" animBg="1"/>
      <p:bldP spid="116" grpId="0" animBg="1"/>
      <p:bldP spid="120" grpId="0" uiExpand="1" build="p" animBg="1"/>
      <p:bldP spid="121" grpId="0" animBg="1"/>
      <p:bldP spid="121" grpId="1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  <p:bldP spid="125" grpId="0" animBg="1"/>
      <p:bldP spid="125" grpId="1" animBg="1"/>
      <p:bldP spid="126" grpId="0" animBg="1"/>
      <p:bldP spid="126" grpId="1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30" grpId="0" animBg="1"/>
      <p:bldP spid="130" grpId="1" animBg="1"/>
      <p:bldP spid="131" grpId="0" animBg="1"/>
      <p:bldP spid="131" grpId="1" animBg="1"/>
      <p:bldP spid="132" grpId="0" animBg="1"/>
      <p:bldP spid="132" grpId="1" animBg="1"/>
      <p:bldP spid="133" grpId="0" animBg="1"/>
      <p:bldP spid="133" grpId="1" animBg="1"/>
      <p:bldP spid="134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50E13-D11C-1F59-EED4-506357E4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49732D-4EF8-1D3E-79BE-2FEDEFB12168}"/>
              </a:ext>
            </a:extLst>
          </p:cNvPr>
          <p:cNvGrpSpPr/>
          <p:nvPr/>
        </p:nvGrpSpPr>
        <p:grpSpPr>
          <a:xfrm>
            <a:off x="313478" y="878234"/>
            <a:ext cx="2975154" cy="135631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B9B62B9-F8C1-B147-017D-F5ADB8D8FCA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4479259B-D821-BC82-C90C-5861F6D4E5D6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Column-Major Order</a:t>
              </a:r>
              <a:endParaRPr lang="en-PK" sz="2600" b="1" kern="1200" dirty="0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A02CD5-C105-E0B5-F1A7-1FCEE46A6C45}"/>
              </a:ext>
            </a:extLst>
          </p:cNvPr>
          <p:cNvSpPr/>
          <p:nvPr/>
        </p:nvSpPr>
        <p:spPr>
          <a:xfrm>
            <a:off x="3699166" y="730030"/>
            <a:ext cx="779616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AFAA0D-3D25-6EBB-95E0-0A6B221CBDDE}"/>
              </a:ext>
            </a:extLst>
          </p:cNvPr>
          <p:cNvSpPr/>
          <p:nvPr/>
        </p:nvSpPr>
        <p:spPr>
          <a:xfrm>
            <a:off x="5705691" y="730030"/>
            <a:ext cx="509666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7BBB50-21CC-1224-B9BA-BB7BD7780A2A}"/>
              </a:ext>
            </a:extLst>
          </p:cNvPr>
          <p:cNvSpPr/>
          <p:nvPr/>
        </p:nvSpPr>
        <p:spPr>
          <a:xfrm>
            <a:off x="6240165" y="730030"/>
            <a:ext cx="840851" cy="39219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AFE075-7E40-6212-C7C0-C1E4F5C3634D}"/>
              </a:ext>
            </a:extLst>
          </p:cNvPr>
          <p:cNvSpPr/>
          <p:nvPr/>
        </p:nvSpPr>
        <p:spPr>
          <a:xfrm>
            <a:off x="7102769" y="730030"/>
            <a:ext cx="509666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92C762-9161-2C5E-1E29-559EE2CD6E49}"/>
              </a:ext>
            </a:extLst>
          </p:cNvPr>
          <p:cNvSpPr/>
          <p:nvPr/>
        </p:nvSpPr>
        <p:spPr>
          <a:xfrm>
            <a:off x="4502726" y="730030"/>
            <a:ext cx="1195252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TwoD</a:t>
            </a:r>
            <a:endParaRPr lang="en-US" sz="3200" b="1" dirty="0">
              <a:ln>
                <a:solidFill>
                  <a:schemeClr val="bg1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D7456D1-3874-2DD4-47B5-1B371D783E09}"/>
              </a:ext>
            </a:extLst>
          </p:cNvPr>
          <p:cNvSpPr/>
          <p:nvPr/>
        </p:nvSpPr>
        <p:spPr>
          <a:xfrm>
            <a:off x="7622402" y="730030"/>
            <a:ext cx="509666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FCB365-398E-C4BF-5710-6857127F3CA5}"/>
              </a:ext>
            </a:extLst>
          </p:cNvPr>
          <p:cNvSpPr/>
          <p:nvPr/>
        </p:nvSpPr>
        <p:spPr>
          <a:xfrm>
            <a:off x="8156876" y="730030"/>
            <a:ext cx="840851" cy="39219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A2FA6A-3796-6FDD-E003-80C49D0C1FE3}"/>
              </a:ext>
            </a:extLst>
          </p:cNvPr>
          <p:cNvSpPr/>
          <p:nvPr/>
        </p:nvSpPr>
        <p:spPr>
          <a:xfrm>
            <a:off x="9019480" y="730030"/>
            <a:ext cx="509666" cy="39219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3F89B3D-6C5D-28E8-5736-109848D51C1E}"/>
              </a:ext>
            </a:extLst>
          </p:cNvPr>
          <p:cNvGraphicFramePr>
            <a:graphicFrameLocks noGrp="1"/>
          </p:cNvGraphicFramePr>
          <p:nvPr/>
        </p:nvGraphicFramePr>
        <p:xfrm>
          <a:off x="4918538" y="1604447"/>
          <a:ext cx="6556558" cy="4781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222422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327706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643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478177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6C400583-A08B-083C-3330-AC05485E5CD6}"/>
              </a:ext>
            </a:extLst>
          </p:cNvPr>
          <p:cNvGrpSpPr/>
          <p:nvPr/>
        </p:nvGrpSpPr>
        <p:grpSpPr>
          <a:xfrm>
            <a:off x="3543709" y="1506688"/>
            <a:ext cx="450801" cy="2223655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A531129-993D-39C7-4936-33F6A426103E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3600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7EE5E5B6-C682-5173-D0B3-B5C8E815CA13}"/>
                </a:ext>
              </a:extLst>
            </p:cNvPr>
            <p:cNvSpPr txBox="1"/>
            <p:nvPr/>
          </p:nvSpPr>
          <p:spPr>
            <a:xfrm>
              <a:off x="712920" y="552116"/>
              <a:ext cx="2111436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600" b="1" dirty="0" err="1"/>
                <a:t>TwoD</a:t>
              </a:r>
              <a:endParaRPr lang="en-PK" sz="3600" b="1" kern="1200" dirty="0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5DBF52A-EAD4-8EE7-9FD6-D19EE1E894DE}"/>
              </a:ext>
            </a:extLst>
          </p:cNvPr>
          <p:cNvSpPr/>
          <p:nvPr/>
        </p:nvSpPr>
        <p:spPr>
          <a:xfrm>
            <a:off x="4045602" y="1704112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C0FA5C-3BE8-E03A-147E-0B5934DA7C24}"/>
              </a:ext>
            </a:extLst>
          </p:cNvPr>
          <p:cNvSpPr/>
          <p:nvPr/>
        </p:nvSpPr>
        <p:spPr>
          <a:xfrm>
            <a:off x="4062549" y="2248748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3277C16-9499-80AD-4AB1-6CF013385F67}"/>
              </a:ext>
            </a:extLst>
          </p:cNvPr>
          <p:cNvSpPr/>
          <p:nvPr/>
        </p:nvSpPr>
        <p:spPr>
          <a:xfrm>
            <a:off x="4088974" y="2750449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79FD1B4-86D3-37E2-BBCB-B28E497D297B}"/>
              </a:ext>
            </a:extLst>
          </p:cNvPr>
          <p:cNvSpPr/>
          <p:nvPr/>
        </p:nvSpPr>
        <p:spPr>
          <a:xfrm>
            <a:off x="4077687" y="3249209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3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A0FFB50-0243-D102-59DB-84563A8D215F}"/>
              </a:ext>
            </a:extLst>
          </p:cNvPr>
          <p:cNvGraphicFramePr>
            <a:graphicFrameLocks noGrp="1"/>
          </p:cNvGraphicFramePr>
          <p:nvPr/>
        </p:nvGraphicFramePr>
        <p:xfrm>
          <a:off x="4937541" y="2122629"/>
          <a:ext cx="6556558" cy="4781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222422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327706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643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47817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4BBD076-2790-BFFB-4236-B7C15B7C006B}"/>
              </a:ext>
            </a:extLst>
          </p:cNvPr>
          <p:cNvGraphicFramePr>
            <a:graphicFrameLocks noGrp="1"/>
          </p:cNvGraphicFramePr>
          <p:nvPr/>
        </p:nvGraphicFramePr>
        <p:xfrm>
          <a:off x="4971655" y="2640811"/>
          <a:ext cx="6556558" cy="4781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222422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327706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643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47817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17FB5F2-2520-D5DD-E975-683CFD229A3E}"/>
              </a:ext>
            </a:extLst>
          </p:cNvPr>
          <p:cNvGraphicFramePr>
            <a:graphicFrameLocks noGrp="1"/>
          </p:cNvGraphicFramePr>
          <p:nvPr/>
        </p:nvGraphicFramePr>
        <p:xfrm>
          <a:off x="4974928" y="3161687"/>
          <a:ext cx="6556558" cy="4781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222422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2327706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643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47817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8375960-33DF-D1F1-5E17-AAAED25C533B}"/>
              </a:ext>
            </a:extLst>
          </p:cNvPr>
          <p:cNvSpPr/>
          <p:nvPr/>
        </p:nvSpPr>
        <p:spPr>
          <a:xfrm>
            <a:off x="5825989" y="1303184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F4BA2BB-6022-B400-FC48-7FEBD4E06B7F}"/>
              </a:ext>
            </a:extLst>
          </p:cNvPr>
          <p:cNvSpPr/>
          <p:nvPr/>
        </p:nvSpPr>
        <p:spPr>
          <a:xfrm>
            <a:off x="7833971" y="1300006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6684A50-C260-EC33-1818-68AF8F3FD11F}"/>
              </a:ext>
            </a:extLst>
          </p:cNvPr>
          <p:cNvSpPr/>
          <p:nvPr/>
        </p:nvSpPr>
        <p:spPr>
          <a:xfrm>
            <a:off x="10223815" y="1287558"/>
            <a:ext cx="840851" cy="29553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2BE36E2-E160-E2C4-F36E-7D635C284AB5}"/>
              </a:ext>
            </a:extLst>
          </p:cNvPr>
          <p:cNvGrpSpPr/>
          <p:nvPr/>
        </p:nvGrpSpPr>
        <p:grpSpPr>
          <a:xfrm>
            <a:off x="1050094" y="3833851"/>
            <a:ext cx="2156261" cy="2012682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39F1DE3F-3F6D-77F2-B9A4-6ACB864818C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06" name="Rectangle: Rounded Corners 4">
              <a:extLst>
                <a:ext uri="{FF2B5EF4-FFF2-40B4-BE49-F238E27FC236}">
                  <a16:creationId xmlns:a16="http://schemas.microsoft.com/office/drawing/2014/main" id="{7AB3A709-22F9-8EC0-A014-FF6AB18EDF18}"/>
                </a:ext>
              </a:extLst>
            </p:cNvPr>
            <p:cNvSpPr txBox="1"/>
            <p:nvPr/>
          </p:nvSpPr>
          <p:spPr>
            <a:xfrm>
              <a:off x="1202695" y="1136861"/>
              <a:ext cx="2066722" cy="908967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 1      2      3      </a:t>
              </a:r>
            </a:p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kern="1200" dirty="0">
                  <a:solidFill>
                    <a:schemeClr val="bg2">
                      <a:lumMod val="25000"/>
                    </a:schemeClr>
                  </a:solidFill>
                </a:rPr>
                <a:t> 4      5      6      </a:t>
              </a:r>
            </a:p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 7      8      9    </a:t>
              </a:r>
            </a:p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10    11    12</a:t>
              </a:r>
              <a:r>
                <a:rPr lang="en-US" sz="2500" b="1" kern="1200" dirty="0">
                  <a:solidFill>
                    <a:schemeClr val="bg2">
                      <a:lumMod val="25000"/>
                    </a:schemeClr>
                  </a:solidFill>
                </a:rPr>
                <a:t>   </a:t>
              </a:r>
              <a:endParaRPr lang="en-PK" sz="25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945F8F89-1ADB-500D-D201-02A0F11FAF87}"/>
              </a:ext>
            </a:extLst>
          </p:cNvPr>
          <p:cNvSpPr/>
          <p:nvPr/>
        </p:nvSpPr>
        <p:spPr>
          <a:xfrm>
            <a:off x="568072" y="3807159"/>
            <a:ext cx="450801" cy="201268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5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78CA588-133C-D17A-FD9E-EDA12765D51E}"/>
              </a:ext>
            </a:extLst>
          </p:cNvPr>
          <p:cNvSpPr/>
          <p:nvPr/>
        </p:nvSpPr>
        <p:spPr>
          <a:xfrm>
            <a:off x="3248365" y="3858586"/>
            <a:ext cx="450801" cy="201268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5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7F7E090-72C5-FEE6-DA07-7A250574BC66}"/>
              </a:ext>
            </a:extLst>
          </p:cNvPr>
          <p:cNvSpPr/>
          <p:nvPr/>
        </p:nvSpPr>
        <p:spPr>
          <a:xfrm>
            <a:off x="5985332" y="1733163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59D3CEB-9586-CA9A-81DF-F6E00E7191E6}"/>
              </a:ext>
            </a:extLst>
          </p:cNvPr>
          <p:cNvSpPr/>
          <p:nvPr/>
        </p:nvSpPr>
        <p:spPr>
          <a:xfrm>
            <a:off x="8073431" y="1709172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ABD2507-75B5-5468-B14C-6716D72D32CE}"/>
              </a:ext>
            </a:extLst>
          </p:cNvPr>
          <p:cNvSpPr/>
          <p:nvPr/>
        </p:nvSpPr>
        <p:spPr>
          <a:xfrm>
            <a:off x="10375616" y="1679174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FEDFB11-1D0F-292D-E0C7-F42E166A03C7}"/>
              </a:ext>
            </a:extLst>
          </p:cNvPr>
          <p:cNvSpPr/>
          <p:nvPr/>
        </p:nvSpPr>
        <p:spPr>
          <a:xfrm>
            <a:off x="6017897" y="2238360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51C0351-23BA-0892-8AD9-01008AF08299}"/>
              </a:ext>
            </a:extLst>
          </p:cNvPr>
          <p:cNvSpPr/>
          <p:nvPr/>
        </p:nvSpPr>
        <p:spPr>
          <a:xfrm>
            <a:off x="8074344" y="2217903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D81B074-387F-A85D-06ED-1A9C8E9B6D64}"/>
              </a:ext>
            </a:extLst>
          </p:cNvPr>
          <p:cNvSpPr/>
          <p:nvPr/>
        </p:nvSpPr>
        <p:spPr>
          <a:xfrm>
            <a:off x="10389407" y="2208555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7764FFE-C6A1-E7EE-252A-F539EC323D95}"/>
              </a:ext>
            </a:extLst>
          </p:cNvPr>
          <p:cNvSpPr/>
          <p:nvPr/>
        </p:nvSpPr>
        <p:spPr>
          <a:xfrm>
            <a:off x="6017897" y="2745450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E5597F3-A5BE-6022-CBF0-AAB5819C922F}"/>
              </a:ext>
            </a:extLst>
          </p:cNvPr>
          <p:cNvSpPr/>
          <p:nvPr/>
        </p:nvSpPr>
        <p:spPr>
          <a:xfrm>
            <a:off x="8074109" y="2760588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88D3C5D-4435-8AAD-85E7-53859180649F}"/>
              </a:ext>
            </a:extLst>
          </p:cNvPr>
          <p:cNvSpPr/>
          <p:nvPr/>
        </p:nvSpPr>
        <p:spPr>
          <a:xfrm>
            <a:off x="10375616" y="2745449"/>
            <a:ext cx="509666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23CC3E9-E4E2-0750-6A44-1BEF51D7225B}"/>
              </a:ext>
            </a:extLst>
          </p:cNvPr>
          <p:cNvSpPr/>
          <p:nvPr/>
        </p:nvSpPr>
        <p:spPr>
          <a:xfrm>
            <a:off x="6017896" y="3266695"/>
            <a:ext cx="648943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2F144B4-4097-6ACB-9F11-1B473A75C401}"/>
              </a:ext>
            </a:extLst>
          </p:cNvPr>
          <p:cNvSpPr/>
          <p:nvPr/>
        </p:nvSpPr>
        <p:spPr>
          <a:xfrm>
            <a:off x="8022466" y="3250408"/>
            <a:ext cx="648943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FB15C7B-0AA8-F7DA-4916-43B3211CF6C6}"/>
              </a:ext>
            </a:extLst>
          </p:cNvPr>
          <p:cNvSpPr/>
          <p:nvPr/>
        </p:nvSpPr>
        <p:spPr>
          <a:xfrm>
            <a:off x="10389407" y="3248008"/>
            <a:ext cx="648943" cy="29313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C108EB-49DD-E457-7E7F-62AA14250CB7}"/>
              </a:ext>
            </a:extLst>
          </p:cNvPr>
          <p:cNvSpPr txBox="1">
            <a:spLocks/>
          </p:cNvSpPr>
          <p:nvPr/>
        </p:nvSpPr>
        <p:spPr>
          <a:xfrm>
            <a:off x="5450284" y="3807159"/>
            <a:ext cx="4562602" cy="42825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print the given matrix in column-major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B132AF-B6B1-7582-48B1-2933BCCCF7A0}"/>
              </a:ext>
            </a:extLst>
          </p:cNvPr>
          <p:cNvSpPr/>
          <p:nvPr/>
        </p:nvSpPr>
        <p:spPr>
          <a:xfrm>
            <a:off x="4502726" y="4358903"/>
            <a:ext cx="750091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DBA413-6CDB-CE47-FB71-05D962ED267A}"/>
              </a:ext>
            </a:extLst>
          </p:cNvPr>
          <p:cNvSpPr/>
          <p:nvPr/>
        </p:nvSpPr>
        <p:spPr>
          <a:xfrm>
            <a:off x="5330660" y="4360578"/>
            <a:ext cx="409732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E72236-3514-824B-5391-6A7D18CCFF51}"/>
              </a:ext>
            </a:extLst>
          </p:cNvPr>
          <p:cNvSpPr/>
          <p:nvPr/>
        </p:nvSpPr>
        <p:spPr>
          <a:xfrm>
            <a:off x="5822194" y="4373892"/>
            <a:ext cx="1759052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j=0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ED71C7-8535-6306-AC79-B97EC692822B}"/>
              </a:ext>
            </a:extLst>
          </p:cNvPr>
          <p:cNvSpPr/>
          <p:nvPr/>
        </p:nvSpPr>
        <p:spPr>
          <a:xfrm>
            <a:off x="7659184" y="4365800"/>
            <a:ext cx="2311571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j &lt; 3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87D4F4-F6DB-5D75-5FAF-C77EE970CADE}"/>
              </a:ext>
            </a:extLst>
          </p:cNvPr>
          <p:cNvSpPr/>
          <p:nvPr/>
        </p:nvSpPr>
        <p:spPr>
          <a:xfrm>
            <a:off x="11047014" y="4373891"/>
            <a:ext cx="600829" cy="35068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CEBC44-8635-6238-B967-401497B86447}"/>
              </a:ext>
            </a:extLst>
          </p:cNvPr>
          <p:cNvSpPr/>
          <p:nvPr/>
        </p:nvSpPr>
        <p:spPr>
          <a:xfrm>
            <a:off x="10048693" y="4373892"/>
            <a:ext cx="930899" cy="35068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j++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59B70A-74E6-A985-4B43-A5FC95E8CB11}"/>
              </a:ext>
            </a:extLst>
          </p:cNvPr>
          <p:cNvSpPr/>
          <p:nvPr/>
        </p:nvSpPr>
        <p:spPr>
          <a:xfrm>
            <a:off x="4842806" y="4841259"/>
            <a:ext cx="750091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72D78D-5A34-2CD3-D788-2121D64ED3B9}"/>
              </a:ext>
            </a:extLst>
          </p:cNvPr>
          <p:cNvSpPr/>
          <p:nvPr/>
        </p:nvSpPr>
        <p:spPr>
          <a:xfrm>
            <a:off x="5670740" y="4842934"/>
            <a:ext cx="409732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68BF0EC-E158-EE0D-FFC2-FC06D3C8ADCD}"/>
              </a:ext>
            </a:extLst>
          </p:cNvPr>
          <p:cNvSpPr/>
          <p:nvPr/>
        </p:nvSpPr>
        <p:spPr>
          <a:xfrm>
            <a:off x="6152546" y="4846520"/>
            <a:ext cx="1759052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</a:t>
            </a: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1B0355-80F9-0EED-5421-71C921C8942D}"/>
              </a:ext>
            </a:extLst>
          </p:cNvPr>
          <p:cNvSpPr/>
          <p:nvPr/>
        </p:nvSpPr>
        <p:spPr>
          <a:xfrm>
            <a:off x="7989536" y="4838428"/>
            <a:ext cx="2434105" cy="3506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 &lt; 4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68FF20-5580-E092-CC2B-04953E1EEECF}"/>
              </a:ext>
            </a:extLst>
          </p:cNvPr>
          <p:cNvSpPr/>
          <p:nvPr/>
        </p:nvSpPr>
        <p:spPr>
          <a:xfrm>
            <a:off x="11494099" y="4846519"/>
            <a:ext cx="600829" cy="35068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ED0487-E885-92C6-6984-056E19A81BCC}"/>
              </a:ext>
            </a:extLst>
          </p:cNvPr>
          <p:cNvSpPr/>
          <p:nvPr/>
        </p:nvSpPr>
        <p:spPr>
          <a:xfrm>
            <a:off x="10495778" y="4846520"/>
            <a:ext cx="930899" cy="35068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i++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FD32590-33A0-0C13-0DEA-BC72840BB28E}"/>
              </a:ext>
            </a:extLst>
          </p:cNvPr>
          <p:cNvSpPr/>
          <p:nvPr/>
        </p:nvSpPr>
        <p:spPr>
          <a:xfrm>
            <a:off x="7674912" y="5283596"/>
            <a:ext cx="2989385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cout&lt;&lt;</a:t>
            </a:r>
            <a:r>
              <a:rPr lang="en-US" sz="2800" b="1" dirty="0" err="1">
                <a:solidFill>
                  <a:schemeClr val="bg1"/>
                </a:solidFill>
              </a:rPr>
              <a:t>TwoD</a:t>
            </a:r>
            <a:r>
              <a:rPr lang="en-US" sz="2800" b="1" dirty="0">
                <a:solidFill>
                  <a:schemeClr val="bg1"/>
                </a:solidFill>
              </a:rPr>
              <a:t>[</a:t>
            </a:r>
            <a:r>
              <a:rPr lang="en-US" sz="2800" b="1" dirty="0" err="1">
                <a:solidFill>
                  <a:schemeClr val="bg1"/>
                </a:solidFill>
              </a:rPr>
              <a:t>i</a:t>
            </a:r>
            <a:r>
              <a:rPr lang="en-US" sz="2800" b="1" dirty="0">
                <a:solidFill>
                  <a:schemeClr val="bg1"/>
                </a:solidFill>
              </a:rPr>
              <a:t>][j];</a:t>
            </a:r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59B6FD4D-0310-674E-C84D-3D0A742B991A}"/>
              </a:ext>
            </a:extLst>
          </p:cNvPr>
          <p:cNvSpPr txBox="1">
            <a:spLocks/>
          </p:cNvSpPr>
          <p:nvPr/>
        </p:nvSpPr>
        <p:spPr>
          <a:xfrm>
            <a:off x="3782410" y="6037344"/>
            <a:ext cx="5413545" cy="54782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Similar to taking transpose of a matrix.</a:t>
            </a:r>
          </a:p>
        </p:txBody>
      </p:sp>
    </p:spTree>
    <p:extLst>
      <p:ext uri="{BB962C8B-B14F-4D97-AF65-F5344CB8AC3E}">
        <p14:creationId xmlns:p14="http://schemas.microsoft.com/office/powerpoint/2010/main" val="400457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0"/>
                            </p:stCondLst>
                            <p:childTnLst>
                              <p:par>
                                <p:cTn id="8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500"/>
                            </p:stCondLst>
                            <p:childTnLst>
                              <p:par>
                                <p:cTn id="9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0"/>
                            </p:stCondLst>
                            <p:childTnLst>
                              <p:par>
                                <p:cTn id="10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500"/>
                            </p:stCondLst>
                            <p:childTnLst>
                              <p:par>
                                <p:cTn id="10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500"/>
                            </p:stCondLst>
                            <p:childTnLst>
                              <p:par>
                                <p:cTn id="15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3000"/>
                            </p:stCondLst>
                            <p:childTnLst>
                              <p:par>
                                <p:cTn id="15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500"/>
                            </p:stCondLst>
                            <p:childTnLst>
                              <p:par>
                                <p:cTn id="16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000"/>
                            </p:stCondLst>
                            <p:childTnLst>
                              <p:par>
                                <p:cTn id="16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500"/>
                            </p:stCondLst>
                            <p:childTnLst>
                              <p:par>
                                <p:cTn id="17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0"/>
                            </p:stCondLst>
                            <p:childTnLst>
                              <p:par>
                                <p:cTn id="17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500"/>
                            </p:stCondLst>
                            <p:childTnLst>
                              <p:par>
                                <p:cTn id="1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6000"/>
                            </p:stCondLst>
                            <p:childTnLst>
                              <p:par>
                                <p:cTn id="18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500"/>
                            </p:stCondLst>
                            <p:childTnLst>
                              <p:par>
                                <p:cTn id="2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000"/>
                            </p:stCondLst>
                            <p:childTnLst>
                              <p:par>
                                <p:cTn id="2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500"/>
                            </p:stCondLst>
                            <p:childTnLst>
                              <p:par>
                                <p:cTn id="26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6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1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2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0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2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0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5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4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5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6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2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3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4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9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0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8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9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6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7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8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4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0" fill="hold">
                      <p:stCondLst>
                        <p:cond delay="0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3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4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2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3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4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0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2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73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7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8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29" grpId="0" animBg="1"/>
      <p:bldP spid="30" grpId="0" animBg="1"/>
      <p:bldP spid="31" grpId="0" animBg="1"/>
      <p:bldP spid="115" grpId="0" animBg="1"/>
      <p:bldP spid="116" grpId="0" animBg="1"/>
      <p:bldP spid="134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2" grpId="0" uiExpand="1" build="p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D2563-3361-AE85-AE34-7767DEE48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7A896B7-9968-D32F-92CC-63B2489C28A4}"/>
              </a:ext>
            </a:extLst>
          </p:cNvPr>
          <p:cNvSpPr txBox="1">
            <a:spLocks/>
          </p:cNvSpPr>
          <p:nvPr/>
        </p:nvSpPr>
        <p:spPr>
          <a:xfrm>
            <a:off x="207135" y="1268830"/>
            <a:ext cx="3245704" cy="727675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3780" b="1" dirty="0"/>
              <a:t>3-Dimensions</a:t>
            </a:r>
            <a:endParaRPr lang="en-US" sz="3780" b="1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D976F1-7D16-4658-7BE4-F7067C1729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3074" y="540389"/>
            <a:ext cx="2043838" cy="59276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8128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333" b="1" i="0" kern="1200" spc="89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700" dirty="0"/>
              <a:t>(D&amp;MC)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782323-F7C3-3FE3-E809-FF15C277054B}"/>
              </a:ext>
            </a:extLst>
          </p:cNvPr>
          <p:cNvSpPr/>
          <p:nvPr/>
        </p:nvSpPr>
        <p:spPr>
          <a:xfrm>
            <a:off x="2339971" y="188242"/>
            <a:ext cx="204383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Data type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A4DB82-0D30-BAE5-62B2-D494192C6349}"/>
              </a:ext>
            </a:extLst>
          </p:cNvPr>
          <p:cNvSpPr/>
          <p:nvPr/>
        </p:nvSpPr>
        <p:spPr>
          <a:xfrm>
            <a:off x="6686634" y="188242"/>
            <a:ext cx="46814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96FC29-30E1-83FE-2050-180B18FF6A71}"/>
              </a:ext>
            </a:extLst>
          </p:cNvPr>
          <p:cNvSpPr/>
          <p:nvPr/>
        </p:nvSpPr>
        <p:spPr>
          <a:xfrm>
            <a:off x="7172982" y="188242"/>
            <a:ext cx="992460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size1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09F1C4-C0EC-CF08-446F-BBB7233D33F7}"/>
              </a:ext>
            </a:extLst>
          </p:cNvPr>
          <p:cNvSpPr/>
          <p:nvPr/>
        </p:nvSpPr>
        <p:spPr>
          <a:xfrm>
            <a:off x="8191451" y="188242"/>
            <a:ext cx="46814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877F9F-DA9F-B147-A32D-6EA8724BB328}"/>
              </a:ext>
            </a:extLst>
          </p:cNvPr>
          <p:cNvSpPr/>
          <p:nvPr/>
        </p:nvSpPr>
        <p:spPr>
          <a:xfrm>
            <a:off x="4402926" y="188242"/>
            <a:ext cx="225995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Array Name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1D4468-7352-5626-AE16-37D06D198887}"/>
              </a:ext>
            </a:extLst>
          </p:cNvPr>
          <p:cNvSpPr/>
          <p:nvPr/>
        </p:nvSpPr>
        <p:spPr>
          <a:xfrm>
            <a:off x="8662958" y="188242"/>
            <a:ext cx="46814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300992-FDA8-EFAF-8002-82EFDC26D508}"/>
              </a:ext>
            </a:extLst>
          </p:cNvPr>
          <p:cNvSpPr/>
          <p:nvPr/>
        </p:nvSpPr>
        <p:spPr>
          <a:xfrm>
            <a:off x="9165348" y="188242"/>
            <a:ext cx="992460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size2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3DA06B-D114-1982-6326-9A5A36EC12C6}"/>
              </a:ext>
            </a:extLst>
          </p:cNvPr>
          <p:cNvSpPr/>
          <p:nvPr/>
        </p:nvSpPr>
        <p:spPr>
          <a:xfrm>
            <a:off x="10183817" y="188242"/>
            <a:ext cx="46814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614D61-65EA-E60A-D787-5375D820F7EC}"/>
              </a:ext>
            </a:extLst>
          </p:cNvPr>
          <p:cNvSpPr/>
          <p:nvPr/>
        </p:nvSpPr>
        <p:spPr>
          <a:xfrm>
            <a:off x="10677974" y="188242"/>
            <a:ext cx="46814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D4A0AE-3169-7138-5AC3-B0863E663F72}"/>
              </a:ext>
            </a:extLst>
          </p:cNvPr>
          <p:cNvSpPr/>
          <p:nvPr/>
        </p:nvSpPr>
        <p:spPr>
          <a:xfrm>
            <a:off x="11180364" y="188242"/>
            <a:ext cx="992460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size3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34E497-1EFC-79AA-B75C-D2A23CBCA9C0}"/>
              </a:ext>
            </a:extLst>
          </p:cNvPr>
          <p:cNvSpPr/>
          <p:nvPr/>
        </p:nvSpPr>
        <p:spPr>
          <a:xfrm>
            <a:off x="12198833" y="188242"/>
            <a:ext cx="46814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13EBAB-6F3D-741F-1633-7389D48BC1E9}"/>
              </a:ext>
            </a:extLst>
          </p:cNvPr>
          <p:cNvSpPr/>
          <p:nvPr/>
        </p:nvSpPr>
        <p:spPr>
          <a:xfrm>
            <a:off x="3690923" y="766400"/>
            <a:ext cx="8465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CFDABF9-412C-6E48-F2AA-4102025926F7}"/>
              </a:ext>
            </a:extLst>
          </p:cNvPr>
          <p:cNvSpPr/>
          <p:nvPr/>
        </p:nvSpPr>
        <p:spPr>
          <a:xfrm>
            <a:off x="6455258" y="766400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F428B22-C951-4F25-962B-228123B62035}"/>
              </a:ext>
            </a:extLst>
          </p:cNvPr>
          <p:cNvSpPr/>
          <p:nvPr/>
        </p:nvSpPr>
        <p:spPr>
          <a:xfrm>
            <a:off x="6989732" y="766400"/>
            <a:ext cx="992460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6488BA0-E13E-D90B-3B45-6377F6F47A93}"/>
              </a:ext>
            </a:extLst>
          </p:cNvPr>
          <p:cNvSpPr/>
          <p:nvPr/>
        </p:nvSpPr>
        <p:spPr>
          <a:xfrm>
            <a:off x="8008201" y="766400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5F8C8F9-820B-349A-BBD8-EA0C61ED356A}"/>
              </a:ext>
            </a:extLst>
          </p:cNvPr>
          <p:cNvSpPr/>
          <p:nvPr/>
        </p:nvSpPr>
        <p:spPr>
          <a:xfrm>
            <a:off x="4547884" y="766400"/>
            <a:ext cx="1899661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threeD</a:t>
            </a:r>
            <a:endParaRPr lang="en-US" sz="3200" b="1" dirty="0">
              <a:ln>
                <a:solidFill>
                  <a:schemeClr val="bg1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CAE1DDC-0AF0-6980-F12E-C7D1E0AA4D49}"/>
              </a:ext>
            </a:extLst>
          </p:cNvPr>
          <p:cNvSpPr/>
          <p:nvPr/>
        </p:nvSpPr>
        <p:spPr>
          <a:xfrm>
            <a:off x="8527834" y="766400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C2BD03E-1D4B-6145-8438-5F70460D8F61}"/>
              </a:ext>
            </a:extLst>
          </p:cNvPr>
          <p:cNvSpPr/>
          <p:nvPr/>
        </p:nvSpPr>
        <p:spPr>
          <a:xfrm>
            <a:off x="9062308" y="766400"/>
            <a:ext cx="992460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E328325E-375A-9910-C923-16C45AA7CA08}"/>
              </a:ext>
            </a:extLst>
          </p:cNvPr>
          <p:cNvSpPr/>
          <p:nvPr/>
        </p:nvSpPr>
        <p:spPr>
          <a:xfrm>
            <a:off x="10080777" y="766400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CAD9F5C5-4DBF-9245-ECCD-A89F1026686C}"/>
              </a:ext>
            </a:extLst>
          </p:cNvPr>
          <p:cNvSpPr/>
          <p:nvPr/>
        </p:nvSpPr>
        <p:spPr>
          <a:xfrm>
            <a:off x="10575736" y="766400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657A7BF-9AB9-DFF8-0D0D-0A34443AD97E}"/>
              </a:ext>
            </a:extLst>
          </p:cNvPr>
          <p:cNvSpPr/>
          <p:nvPr/>
        </p:nvSpPr>
        <p:spPr>
          <a:xfrm>
            <a:off x="11110210" y="766400"/>
            <a:ext cx="992460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2C3B4E9F-A4E6-C751-A57B-4B864B07791A}"/>
              </a:ext>
            </a:extLst>
          </p:cNvPr>
          <p:cNvSpPr/>
          <p:nvPr/>
        </p:nvSpPr>
        <p:spPr>
          <a:xfrm>
            <a:off x="12128679" y="766400"/>
            <a:ext cx="50966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F16D5DF-237C-999D-1338-6854FD53EBBF}"/>
              </a:ext>
            </a:extLst>
          </p:cNvPr>
          <p:cNvGrpSpPr/>
          <p:nvPr/>
        </p:nvGrpSpPr>
        <p:grpSpPr>
          <a:xfrm>
            <a:off x="6588472" y="1352810"/>
            <a:ext cx="1939362" cy="427568"/>
            <a:chOff x="1159467" y="892336"/>
            <a:chExt cx="2145283" cy="1367627"/>
          </a:xfrm>
          <a:solidFill>
            <a:schemeClr val="tx2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389C63F9-DC35-615D-23F2-8675291F4BC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31" name="Rectangle: Rounded Corners 4">
              <a:extLst>
                <a:ext uri="{FF2B5EF4-FFF2-40B4-BE49-F238E27FC236}">
                  <a16:creationId xmlns:a16="http://schemas.microsoft.com/office/drawing/2014/main" id="{78602A84-0B82-711C-73D0-339483B5813B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chemeClr val="tx1"/>
                  </a:solidFill>
                </a:rPr>
                <a:t>Tables</a:t>
              </a:r>
              <a:endParaRPr lang="en-PK" sz="26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88604E-E25E-F10A-B165-F86EB934F093}"/>
              </a:ext>
            </a:extLst>
          </p:cNvPr>
          <p:cNvGrpSpPr/>
          <p:nvPr/>
        </p:nvGrpSpPr>
        <p:grpSpPr>
          <a:xfrm>
            <a:off x="8622886" y="1344558"/>
            <a:ext cx="1939362" cy="42756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4BA3E0CE-E372-4062-4E59-18F7D5401B2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34" name="Rectangle: Rounded Corners 4">
              <a:extLst>
                <a:ext uri="{FF2B5EF4-FFF2-40B4-BE49-F238E27FC236}">
                  <a16:creationId xmlns:a16="http://schemas.microsoft.com/office/drawing/2014/main" id="{9D05521C-1B25-D6E0-3AAD-D2876E5642D0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chemeClr val="bg1"/>
                  </a:solidFill>
                </a:rPr>
                <a:t>Rows</a:t>
              </a:r>
              <a:endParaRPr lang="en-PK" sz="2600" b="1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CC46C03-D3A7-9018-E7DC-96853D466A16}"/>
              </a:ext>
            </a:extLst>
          </p:cNvPr>
          <p:cNvGrpSpPr/>
          <p:nvPr/>
        </p:nvGrpSpPr>
        <p:grpSpPr>
          <a:xfrm>
            <a:off x="10651965" y="1352810"/>
            <a:ext cx="1939362" cy="427568"/>
            <a:chOff x="1159467" y="892336"/>
            <a:chExt cx="2145283" cy="1367627"/>
          </a:xfrm>
          <a:solidFill>
            <a:schemeClr val="accent5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36" name="Rectangle: Rounded Corners 135">
              <a:extLst>
                <a:ext uri="{FF2B5EF4-FFF2-40B4-BE49-F238E27FC236}">
                  <a16:creationId xmlns:a16="http://schemas.microsoft.com/office/drawing/2014/main" id="{C9620AB2-DC5C-C785-5A46-854D4B7CC07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37" name="Rectangle: Rounded Corners 4">
              <a:extLst>
                <a:ext uri="{FF2B5EF4-FFF2-40B4-BE49-F238E27FC236}">
                  <a16:creationId xmlns:a16="http://schemas.microsoft.com/office/drawing/2014/main" id="{29422A76-5AC3-90B3-77C7-68ED28F179EC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>
                  <a:solidFill>
                    <a:srgbClr val="7030A0"/>
                  </a:solidFill>
                </a:rPr>
                <a:t>Columns</a:t>
              </a:r>
              <a:endParaRPr lang="en-PK" sz="2600" b="1" kern="1200" dirty="0">
                <a:solidFill>
                  <a:srgbClr val="7030A0"/>
                </a:solidFill>
              </a:endParaRPr>
            </a:p>
          </p:txBody>
        </p:sp>
      </p:grpSp>
      <p:graphicFrame>
        <p:nvGraphicFramePr>
          <p:cNvPr id="138" name="Table 137">
            <a:extLst>
              <a:ext uri="{FF2B5EF4-FFF2-40B4-BE49-F238E27FC236}">
                <a16:creationId xmlns:a16="http://schemas.microsoft.com/office/drawing/2014/main" id="{47278EE8-1C6D-9AA8-927B-E95F19B21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145336"/>
              </p:ext>
            </p:extLst>
          </p:nvPr>
        </p:nvGraphicFramePr>
        <p:xfrm>
          <a:off x="2355262" y="2827115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98F1418-EE3A-B629-F7CB-76D11E952E3E}"/>
              </a:ext>
            </a:extLst>
          </p:cNvPr>
          <p:cNvGrpSpPr/>
          <p:nvPr/>
        </p:nvGrpSpPr>
        <p:grpSpPr>
          <a:xfrm>
            <a:off x="446353" y="2904367"/>
            <a:ext cx="846518" cy="4222518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15869715-0247-497A-4BE8-C861BCECC074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4800"/>
            </a:p>
          </p:txBody>
        </p:sp>
        <p:sp>
          <p:nvSpPr>
            <p:cNvPr id="141" name="Rectangle: Rounded Corners 4">
              <a:extLst>
                <a:ext uri="{FF2B5EF4-FFF2-40B4-BE49-F238E27FC236}">
                  <a16:creationId xmlns:a16="http://schemas.microsoft.com/office/drawing/2014/main" id="{3BE620EF-E258-111D-CB9F-50D801436E0C}"/>
                </a:ext>
              </a:extLst>
            </p:cNvPr>
            <p:cNvSpPr txBox="1"/>
            <p:nvPr/>
          </p:nvSpPr>
          <p:spPr>
            <a:xfrm>
              <a:off x="1026589" y="593443"/>
              <a:ext cx="1499082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b="1" dirty="0" err="1"/>
                <a:t>threeD</a:t>
              </a:r>
              <a:endParaRPr lang="en-PK" sz="4800" b="1" kern="1200" dirty="0"/>
            </a:p>
          </p:txBody>
        </p:sp>
      </p:grpSp>
      <p:graphicFrame>
        <p:nvGraphicFramePr>
          <p:cNvPr id="142" name="Table 141">
            <a:extLst>
              <a:ext uri="{FF2B5EF4-FFF2-40B4-BE49-F238E27FC236}">
                <a16:creationId xmlns:a16="http://schemas.microsoft.com/office/drawing/2014/main" id="{196AAB5E-A482-85D6-C8D4-613D10777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239654"/>
              </p:ext>
            </p:extLst>
          </p:nvPr>
        </p:nvGraphicFramePr>
        <p:xfrm>
          <a:off x="2379326" y="3396607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89F1F65F-06FD-D4CF-79FA-7F608C055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095465"/>
              </p:ext>
            </p:extLst>
          </p:nvPr>
        </p:nvGraphicFramePr>
        <p:xfrm>
          <a:off x="2379326" y="3995990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AC0E8214-D599-2576-8BC3-14645A4C12C5}"/>
              </a:ext>
            </a:extLst>
          </p:cNvPr>
          <p:cNvSpPr/>
          <p:nvPr/>
        </p:nvSpPr>
        <p:spPr>
          <a:xfrm>
            <a:off x="2064029" y="2663736"/>
            <a:ext cx="4814484" cy="1989220"/>
          </a:xfrm>
          <a:prstGeom prst="roundRect">
            <a:avLst/>
          </a:prstGeom>
          <a:noFill/>
          <a:ln w="114300">
            <a:solidFill>
              <a:srgbClr val="0070C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4CC36BAE-1D3C-B83A-9EBE-3D0DA0393253}"/>
              </a:ext>
            </a:extLst>
          </p:cNvPr>
          <p:cNvSpPr/>
          <p:nvPr/>
        </p:nvSpPr>
        <p:spPr>
          <a:xfrm>
            <a:off x="1307463" y="2840182"/>
            <a:ext cx="396605" cy="151564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FE8392F7-6F57-C242-0084-74FC00EFDDD4}"/>
              </a:ext>
            </a:extLst>
          </p:cNvPr>
          <p:cNvSpPr/>
          <p:nvPr/>
        </p:nvSpPr>
        <p:spPr>
          <a:xfrm>
            <a:off x="1775962" y="2870752"/>
            <a:ext cx="576134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C311A833-6E15-3B36-9E5D-1262F82B0D94}"/>
              </a:ext>
            </a:extLst>
          </p:cNvPr>
          <p:cNvSpPr/>
          <p:nvPr/>
        </p:nvSpPr>
        <p:spPr>
          <a:xfrm>
            <a:off x="1767309" y="3407071"/>
            <a:ext cx="576135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0DC6231F-827D-F728-3C50-2F14459C4216}"/>
              </a:ext>
            </a:extLst>
          </p:cNvPr>
          <p:cNvSpPr/>
          <p:nvPr/>
        </p:nvSpPr>
        <p:spPr>
          <a:xfrm>
            <a:off x="1756509" y="3943390"/>
            <a:ext cx="576135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C5A980ED-3544-26AF-C377-225FFAA69F94}"/>
              </a:ext>
            </a:extLst>
          </p:cNvPr>
          <p:cNvSpPr/>
          <p:nvPr/>
        </p:nvSpPr>
        <p:spPr>
          <a:xfrm>
            <a:off x="3051253" y="2238671"/>
            <a:ext cx="576134" cy="36392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B194C346-8959-9237-5CF9-9C256E450B7B}"/>
              </a:ext>
            </a:extLst>
          </p:cNvPr>
          <p:cNvSpPr/>
          <p:nvPr/>
        </p:nvSpPr>
        <p:spPr>
          <a:xfrm>
            <a:off x="4968737" y="2230848"/>
            <a:ext cx="576135" cy="36392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81FF924-7A9C-E580-C120-18736C378D0B}"/>
              </a:ext>
            </a:extLst>
          </p:cNvPr>
          <p:cNvSpPr/>
          <p:nvPr/>
        </p:nvSpPr>
        <p:spPr>
          <a:xfrm>
            <a:off x="2612861" y="2919054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934E9DF8-009D-45EB-786B-F421F3A9B4A2}"/>
              </a:ext>
            </a:extLst>
          </p:cNvPr>
          <p:cNvSpPr/>
          <p:nvPr/>
        </p:nvSpPr>
        <p:spPr>
          <a:xfrm>
            <a:off x="2804494" y="2919054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3E62A772-C1D7-D89C-45B4-156FD88F4261}"/>
              </a:ext>
            </a:extLst>
          </p:cNvPr>
          <p:cNvSpPr/>
          <p:nvPr/>
        </p:nvSpPr>
        <p:spPr>
          <a:xfrm>
            <a:off x="3020531" y="2919054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BA1B86FE-ADC6-0EA0-E0BD-0A9950A8EAC1}"/>
              </a:ext>
            </a:extLst>
          </p:cNvPr>
          <p:cNvSpPr/>
          <p:nvPr/>
        </p:nvSpPr>
        <p:spPr>
          <a:xfrm>
            <a:off x="3230483" y="2932729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B21BE3B9-6DFD-4050-1960-8DDC0329AB44}"/>
              </a:ext>
            </a:extLst>
          </p:cNvPr>
          <p:cNvSpPr/>
          <p:nvPr/>
        </p:nvSpPr>
        <p:spPr>
          <a:xfrm>
            <a:off x="3422116" y="2932729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7797A748-ADB9-EEC4-91F8-FD776B367DB7}"/>
              </a:ext>
            </a:extLst>
          </p:cNvPr>
          <p:cNvSpPr/>
          <p:nvPr/>
        </p:nvSpPr>
        <p:spPr>
          <a:xfrm>
            <a:off x="3638153" y="2932729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E7438F81-7DAE-CAB8-76B5-18B28FC93065}"/>
              </a:ext>
            </a:extLst>
          </p:cNvPr>
          <p:cNvSpPr/>
          <p:nvPr/>
        </p:nvSpPr>
        <p:spPr>
          <a:xfrm>
            <a:off x="3832062" y="2940751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266CCD94-092B-1096-D5D6-67EE0D520745}"/>
              </a:ext>
            </a:extLst>
          </p:cNvPr>
          <p:cNvSpPr/>
          <p:nvPr/>
        </p:nvSpPr>
        <p:spPr>
          <a:xfrm>
            <a:off x="4023695" y="2940751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B02A3BDF-4675-29D0-AAF0-51BE1C74C803}"/>
              </a:ext>
            </a:extLst>
          </p:cNvPr>
          <p:cNvSpPr/>
          <p:nvPr/>
        </p:nvSpPr>
        <p:spPr>
          <a:xfrm>
            <a:off x="4239732" y="2940751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956343-0A2F-FAFB-F85C-4E9AB519C177}"/>
              </a:ext>
            </a:extLst>
          </p:cNvPr>
          <p:cNvSpPr/>
          <p:nvPr/>
        </p:nvSpPr>
        <p:spPr>
          <a:xfrm>
            <a:off x="4810499" y="2927076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C01C367-C3B2-62FE-B9D8-29C25913BD2F}"/>
              </a:ext>
            </a:extLst>
          </p:cNvPr>
          <p:cNvSpPr/>
          <p:nvPr/>
        </p:nvSpPr>
        <p:spPr>
          <a:xfrm>
            <a:off x="5002132" y="2927076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8C4E19-6B67-6119-A767-A4486BA66CD5}"/>
              </a:ext>
            </a:extLst>
          </p:cNvPr>
          <p:cNvSpPr/>
          <p:nvPr/>
        </p:nvSpPr>
        <p:spPr>
          <a:xfrm>
            <a:off x="5218169" y="2927076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78E800B-CCE5-3B00-2859-C33E6173A2FD}"/>
              </a:ext>
            </a:extLst>
          </p:cNvPr>
          <p:cNvSpPr/>
          <p:nvPr/>
        </p:nvSpPr>
        <p:spPr>
          <a:xfrm>
            <a:off x="5428121" y="2940751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980E372-D482-D36A-5D9E-2D8A9708A21E}"/>
              </a:ext>
            </a:extLst>
          </p:cNvPr>
          <p:cNvSpPr/>
          <p:nvPr/>
        </p:nvSpPr>
        <p:spPr>
          <a:xfrm>
            <a:off x="5619754" y="2940751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10B358-3787-AD01-93C0-E3404BD68CC9}"/>
              </a:ext>
            </a:extLst>
          </p:cNvPr>
          <p:cNvSpPr/>
          <p:nvPr/>
        </p:nvSpPr>
        <p:spPr>
          <a:xfrm>
            <a:off x="5835791" y="2940751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6DD945-8D12-9CF5-1879-85E2EACD891C}"/>
              </a:ext>
            </a:extLst>
          </p:cNvPr>
          <p:cNvSpPr/>
          <p:nvPr/>
        </p:nvSpPr>
        <p:spPr>
          <a:xfrm>
            <a:off x="6029700" y="2948773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9451F2B-E46B-3645-EE7D-6C2556E3EB6D}"/>
              </a:ext>
            </a:extLst>
          </p:cNvPr>
          <p:cNvSpPr/>
          <p:nvPr/>
        </p:nvSpPr>
        <p:spPr>
          <a:xfrm>
            <a:off x="6221333" y="2948773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041CDD-04B8-C482-7382-BFA9104E1E37}"/>
              </a:ext>
            </a:extLst>
          </p:cNvPr>
          <p:cNvSpPr/>
          <p:nvPr/>
        </p:nvSpPr>
        <p:spPr>
          <a:xfrm>
            <a:off x="6437370" y="2948773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A7883F-3455-8C4B-5E0A-560E3C1F28EC}"/>
              </a:ext>
            </a:extLst>
          </p:cNvPr>
          <p:cNvSpPr/>
          <p:nvPr/>
        </p:nvSpPr>
        <p:spPr>
          <a:xfrm>
            <a:off x="2617456" y="3464659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33FEDB-3B7C-39E7-BA16-FB7087A85B03}"/>
              </a:ext>
            </a:extLst>
          </p:cNvPr>
          <p:cNvSpPr/>
          <p:nvPr/>
        </p:nvSpPr>
        <p:spPr>
          <a:xfrm>
            <a:off x="2809089" y="3464659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559016C-1DB4-0C53-8A94-C429F4983CB8}"/>
              </a:ext>
            </a:extLst>
          </p:cNvPr>
          <p:cNvSpPr/>
          <p:nvPr/>
        </p:nvSpPr>
        <p:spPr>
          <a:xfrm>
            <a:off x="3025126" y="3464659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08CA255-9F4C-6573-C360-486CF8285E33}"/>
              </a:ext>
            </a:extLst>
          </p:cNvPr>
          <p:cNvSpPr/>
          <p:nvPr/>
        </p:nvSpPr>
        <p:spPr>
          <a:xfrm>
            <a:off x="3235078" y="3478334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0518F48-92C1-BCCB-1830-1D697C6C0C2A}"/>
              </a:ext>
            </a:extLst>
          </p:cNvPr>
          <p:cNvSpPr/>
          <p:nvPr/>
        </p:nvSpPr>
        <p:spPr>
          <a:xfrm>
            <a:off x="3426711" y="3478334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FA014B0-770D-2B96-5C82-E9656D7B3001}"/>
              </a:ext>
            </a:extLst>
          </p:cNvPr>
          <p:cNvSpPr/>
          <p:nvPr/>
        </p:nvSpPr>
        <p:spPr>
          <a:xfrm>
            <a:off x="3642748" y="3478334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13185A8-A82D-8EA9-6ED1-25DD5D7D66D7}"/>
              </a:ext>
            </a:extLst>
          </p:cNvPr>
          <p:cNvSpPr/>
          <p:nvPr/>
        </p:nvSpPr>
        <p:spPr>
          <a:xfrm>
            <a:off x="3836657" y="3486356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B6CC070-93BD-FC09-7614-E526FFAB8F31}"/>
              </a:ext>
            </a:extLst>
          </p:cNvPr>
          <p:cNvSpPr/>
          <p:nvPr/>
        </p:nvSpPr>
        <p:spPr>
          <a:xfrm>
            <a:off x="4028290" y="3486356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3E3E0E0-1DE5-31AB-7515-B1B8D19589ED}"/>
              </a:ext>
            </a:extLst>
          </p:cNvPr>
          <p:cNvSpPr/>
          <p:nvPr/>
        </p:nvSpPr>
        <p:spPr>
          <a:xfrm>
            <a:off x="4244327" y="3486356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BFF92B3-4C5F-94D1-8EBB-5FD96F17986D}"/>
              </a:ext>
            </a:extLst>
          </p:cNvPr>
          <p:cNvSpPr/>
          <p:nvPr/>
        </p:nvSpPr>
        <p:spPr>
          <a:xfrm>
            <a:off x="4823852" y="3464316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F043734-333A-CAAA-3542-7B7C5F6A1982}"/>
              </a:ext>
            </a:extLst>
          </p:cNvPr>
          <p:cNvSpPr/>
          <p:nvPr/>
        </p:nvSpPr>
        <p:spPr>
          <a:xfrm>
            <a:off x="5015485" y="3464316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4A976D3-344F-6F15-9348-734D1D9E4C2A}"/>
              </a:ext>
            </a:extLst>
          </p:cNvPr>
          <p:cNvSpPr/>
          <p:nvPr/>
        </p:nvSpPr>
        <p:spPr>
          <a:xfrm>
            <a:off x="5231522" y="3464316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9117F17-D91D-5999-964A-652161814F36}"/>
              </a:ext>
            </a:extLst>
          </p:cNvPr>
          <p:cNvSpPr/>
          <p:nvPr/>
        </p:nvSpPr>
        <p:spPr>
          <a:xfrm>
            <a:off x="5441474" y="3477991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F0205E6-278E-2B22-7454-90FD162621FF}"/>
              </a:ext>
            </a:extLst>
          </p:cNvPr>
          <p:cNvSpPr/>
          <p:nvPr/>
        </p:nvSpPr>
        <p:spPr>
          <a:xfrm>
            <a:off x="5633107" y="3477991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C922F8F-B7D2-A705-CD2B-7DC4F65A052E}"/>
              </a:ext>
            </a:extLst>
          </p:cNvPr>
          <p:cNvSpPr/>
          <p:nvPr/>
        </p:nvSpPr>
        <p:spPr>
          <a:xfrm>
            <a:off x="5849144" y="3477991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7799DDA-16CB-9B26-8126-5F27D4D7089A}"/>
              </a:ext>
            </a:extLst>
          </p:cNvPr>
          <p:cNvSpPr/>
          <p:nvPr/>
        </p:nvSpPr>
        <p:spPr>
          <a:xfrm>
            <a:off x="6043053" y="3486013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A7885B5-7CD6-4977-8FE0-1C88235D62D0}"/>
              </a:ext>
            </a:extLst>
          </p:cNvPr>
          <p:cNvSpPr/>
          <p:nvPr/>
        </p:nvSpPr>
        <p:spPr>
          <a:xfrm>
            <a:off x="6234686" y="3486013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E66158A-9757-B3B0-909D-F59F73537512}"/>
              </a:ext>
            </a:extLst>
          </p:cNvPr>
          <p:cNvSpPr/>
          <p:nvPr/>
        </p:nvSpPr>
        <p:spPr>
          <a:xfrm>
            <a:off x="6450723" y="3486013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7E71AB-DAED-111C-190F-708CD964AB51}"/>
              </a:ext>
            </a:extLst>
          </p:cNvPr>
          <p:cNvSpPr/>
          <p:nvPr/>
        </p:nvSpPr>
        <p:spPr>
          <a:xfrm>
            <a:off x="2635272" y="4043803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658B966-3228-E894-A680-BD7A6054C1A1}"/>
              </a:ext>
            </a:extLst>
          </p:cNvPr>
          <p:cNvSpPr/>
          <p:nvPr/>
        </p:nvSpPr>
        <p:spPr>
          <a:xfrm>
            <a:off x="2826905" y="4043803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55892AF-8A6D-7A79-64CA-10D807A3946F}"/>
              </a:ext>
            </a:extLst>
          </p:cNvPr>
          <p:cNvSpPr/>
          <p:nvPr/>
        </p:nvSpPr>
        <p:spPr>
          <a:xfrm>
            <a:off x="3042942" y="4043803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5886539-25E0-426F-FAAC-6EA0D9BC91C2}"/>
              </a:ext>
            </a:extLst>
          </p:cNvPr>
          <p:cNvSpPr/>
          <p:nvPr/>
        </p:nvSpPr>
        <p:spPr>
          <a:xfrm>
            <a:off x="3252894" y="4057478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31BD710-4FD7-F927-A8F0-C55E0BACF868}"/>
              </a:ext>
            </a:extLst>
          </p:cNvPr>
          <p:cNvSpPr/>
          <p:nvPr/>
        </p:nvSpPr>
        <p:spPr>
          <a:xfrm>
            <a:off x="3444527" y="4057478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70EC8D6-2B5C-CF88-A7A7-4D17ECF68658}"/>
              </a:ext>
            </a:extLst>
          </p:cNvPr>
          <p:cNvSpPr/>
          <p:nvPr/>
        </p:nvSpPr>
        <p:spPr>
          <a:xfrm>
            <a:off x="3660564" y="4057478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6FF6974-D53D-B36F-0928-2B6AD279C832}"/>
              </a:ext>
            </a:extLst>
          </p:cNvPr>
          <p:cNvSpPr/>
          <p:nvPr/>
        </p:nvSpPr>
        <p:spPr>
          <a:xfrm>
            <a:off x="3854473" y="4065500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A3DDCE2-FB59-337A-D1BF-D3435C381F39}"/>
              </a:ext>
            </a:extLst>
          </p:cNvPr>
          <p:cNvSpPr/>
          <p:nvPr/>
        </p:nvSpPr>
        <p:spPr>
          <a:xfrm>
            <a:off x="4046106" y="4065500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BD4703A-D149-3E98-9D95-D8633D14A710}"/>
              </a:ext>
            </a:extLst>
          </p:cNvPr>
          <p:cNvSpPr/>
          <p:nvPr/>
        </p:nvSpPr>
        <p:spPr>
          <a:xfrm>
            <a:off x="4262143" y="4065500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2AF9139-9674-4C06-375F-E301A371C067}"/>
              </a:ext>
            </a:extLst>
          </p:cNvPr>
          <p:cNvSpPr/>
          <p:nvPr/>
        </p:nvSpPr>
        <p:spPr>
          <a:xfrm>
            <a:off x="4823852" y="4026528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7173C4A-AE30-3D59-E84B-14F6C66D5660}"/>
              </a:ext>
            </a:extLst>
          </p:cNvPr>
          <p:cNvSpPr/>
          <p:nvPr/>
        </p:nvSpPr>
        <p:spPr>
          <a:xfrm>
            <a:off x="5015485" y="4026528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FBD37FB-27A8-5C5F-E87D-69B6F41B2E8E}"/>
              </a:ext>
            </a:extLst>
          </p:cNvPr>
          <p:cNvSpPr/>
          <p:nvPr/>
        </p:nvSpPr>
        <p:spPr>
          <a:xfrm>
            <a:off x="5231522" y="4026528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B292E7-8488-E4B4-9690-AD3A33615BCC}"/>
              </a:ext>
            </a:extLst>
          </p:cNvPr>
          <p:cNvSpPr/>
          <p:nvPr/>
        </p:nvSpPr>
        <p:spPr>
          <a:xfrm>
            <a:off x="5441474" y="4040203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24B70E4-FDAF-F63B-3AE0-12BA3FB750FE}"/>
              </a:ext>
            </a:extLst>
          </p:cNvPr>
          <p:cNvSpPr/>
          <p:nvPr/>
        </p:nvSpPr>
        <p:spPr>
          <a:xfrm>
            <a:off x="5633107" y="4040203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BA7E098-6BD3-90FA-DEAA-3F71CCFAC08F}"/>
              </a:ext>
            </a:extLst>
          </p:cNvPr>
          <p:cNvSpPr/>
          <p:nvPr/>
        </p:nvSpPr>
        <p:spPr>
          <a:xfrm>
            <a:off x="5849144" y="4040203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219CD2E7-91EF-CED6-EB59-BAA6DB3E2DC3}"/>
              </a:ext>
            </a:extLst>
          </p:cNvPr>
          <p:cNvSpPr/>
          <p:nvPr/>
        </p:nvSpPr>
        <p:spPr>
          <a:xfrm>
            <a:off x="6043053" y="4048225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2826B8C-BA12-12CB-2195-F7292B817F56}"/>
              </a:ext>
            </a:extLst>
          </p:cNvPr>
          <p:cNvSpPr/>
          <p:nvPr/>
        </p:nvSpPr>
        <p:spPr>
          <a:xfrm>
            <a:off x="6234686" y="4048225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7CB52BA-145F-CDC2-4184-1C4F3BD2E8F2}"/>
              </a:ext>
            </a:extLst>
          </p:cNvPr>
          <p:cNvSpPr/>
          <p:nvPr/>
        </p:nvSpPr>
        <p:spPr>
          <a:xfrm>
            <a:off x="6450723" y="4048225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9D2237E4-65AE-8D5C-0F05-185BE1F84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062000"/>
              </p:ext>
            </p:extLst>
          </p:nvPr>
        </p:nvGraphicFramePr>
        <p:xfrm>
          <a:off x="8043306" y="2880193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688F94FA-3F32-2D6B-41F5-7569DD746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919838"/>
              </p:ext>
            </p:extLst>
          </p:nvPr>
        </p:nvGraphicFramePr>
        <p:xfrm>
          <a:off x="8067370" y="3449685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5090B68D-EB11-6682-7D00-A5A80B295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209311"/>
              </p:ext>
            </p:extLst>
          </p:nvPr>
        </p:nvGraphicFramePr>
        <p:xfrm>
          <a:off x="8067370" y="4049068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D34EA92-976A-B325-6CC3-6E445107BB95}"/>
              </a:ext>
            </a:extLst>
          </p:cNvPr>
          <p:cNvSpPr/>
          <p:nvPr/>
        </p:nvSpPr>
        <p:spPr>
          <a:xfrm>
            <a:off x="7752073" y="2716814"/>
            <a:ext cx="4814484" cy="1989220"/>
          </a:xfrm>
          <a:prstGeom prst="roundRect">
            <a:avLst/>
          </a:prstGeom>
          <a:noFill/>
          <a:ln w="114300">
            <a:solidFill>
              <a:srgbClr val="0070C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6A92CDD-393B-E37D-228B-A31574CA3837}"/>
              </a:ext>
            </a:extLst>
          </p:cNvPr>
          <p:cNvSpPr/>
          <p:nvPr/>
        </p:nvSpPr>
        <p:spPr>
          <a:xfrm>
            <a:off x="6995507" y="2893260"/>
            <a:ext cx="396605" cy="151564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42E99F41-B293-67C2-A8BA-995C2F3F34A3}"/>
              </a:ext>
            </a:extLst>
          </p:cNvPr>
          <p:cNvSpPr/>
          <p:nvPr/>
        </p:nvSpPr>
        <p:spPr>
          <a:xfrm>
            <a:off x="7464006" y="2923830"/>
            <a:ext cx="576134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945F875-858B-F71F-948E-F89F2F775DCB}"/>
              </a:ext>
            </a:extLst>
          </p:cNvPr>
          <p:cNvSpPr/>
          <p:nvPr/>
        </p:nvSpPr>
        <p:spPr>
          <a:xfrm>
            <a:off x="7455353" y="3460149"/>
            <a:ext cx="576135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B03462B7-0A8A-3FF2-1309-CA0C50619975}"/>
              </a:ext>
            </a:extLst>
          </p:cNvPr>
          <p:cNvSpPr/>
          <p:nvPr/>
        </p:nvSpPr>
        <p:spPr>
          <a:xfrm>
            <a:off x="7444553" y="3996468"/>
            <a:ext cx="576135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AC9AE5F6-A901-DA7A-1D0A-5272887E3E6D}"/>
              </a:ext>
            </a:extLst>
          </p:cNvPr>
          <p:cNvSpPr/>
          <p:nvPr/>
        </p:nvSpPr>
        <p:spPr>
          <a:xfrm>
            <a:off x="8739297" y="2291749"/>
            <a:ext cx="576134" cy="36392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6BAA9F19-E92D-21A4-CE5D-32AF1E6D5405}"/>
              </a:ext>
            </a:extLst>
          </p:cNvPr>
          <p:cNvSpPr/>
          <p:nvPr/>
        </p:nvSpPr>
        <p:spPr>
          <a:xfrm>
            <a:off x="10656781" y="2283926"/>
            <a:ext cx="576135" cy="36392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36C7A3F-BD04-DE96-FBAB-4A89AEA103C6}"/>
              </a:ext>
            </a:extLst>
          </p:cNvPr>
          <p:cNvSpPr/>
          <p:nvPr/>
        </p:nvSpPr>
        <p:spPr>
          <a:xfrm>
            <a:off x="8300905" y="2972132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28FCB8E-6A19-3DAB-813B-1A06B36D4262}"/>
              </a:ext>
            </a:extLst>
          </p:cNvPr>
          <p:cNvSpPr/>
          <p:nvPr/>
        </p:nvSpPr>
        <p:spPr>
          <a:xfrm>
            <a:off x="8492538" y="2972132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C3E2888-98C8-A0D8-B208-BE271A027102}"/>
              </a:ext>
            </a:extLst>
          </p:cNvPr>
          <p:cNvSpPr/>
          <p:nvPr/>
        </p:nvSpPr>
        <p:spPr>
          <a:xfrm>
            <a:off x="8708575" y="2972132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DDBEECC-1A38-68BE-7595-3E432BDA51C1}"/>
              </a:ext>
            </a:extLst>
          </p:cNvPr>
          <p:cNvSpPr/>
          <p:nvPr/>
        </p:nvSpPr>
        <p:spPr>
          <a:xfrm>
            <a:off x="8918527" y="2985807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C0DEF747-98A7-6E72-19AA-6CD186F202FC}"/>
              </a:ext>
            </a:extLst>
          </p:cNvPr>
          <p:cNvSpPr/>
          <p:nvPr/>
        </p:nvSpPr>
        <p:spPr>
          <a:xfrm>
            <a:off x="9110160" y="2985807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2F3676CA-4379-9484-1FB1-6BA3A5460B3B}"/>
              </a:ext>
            </a:extLst>
          </p:cNvPr>
          <p:cNvSpPr/>
          <p:nvPr/>
        </p:nvSpPr>
        <p:spPr>
          <a:xfrm>
            <a:off x="9326197" y="2985807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27FFFF43-5853-C5C9-2ABB-192D7318AC53}"/>
              </a:ext>
            </a:extLst>
          </p:cNvPr>
          <p:cNvSpPr/>
          <p:nvPr/>
        </p:nvSpPr>
        <p:spPr>
          <a:xfrm>
            <a:off x="9520106" y="2993829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ABF7BF27-2ACC-41D7-ACF9-C13BD03B34C6}"/>
              </a:ext>
            </a:extLst>
          </p:cNvPr>
          <p:cNvSpPr/>
          <p:nvPr/>
        </p:nvSpPr>
        <p:spPr>
          <a:xfrm>
            <a:off x="9711739" y="2993829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3C05305-C4C3-F6BD-5E36-6EA942D233F8}"/>
              </a:ext>
            </a:extLst>
          </p:cNvPr>
          <p:cNvSpPr/>
          <p:nvPr/>
        </p:nvSpPr>
        <p:spPr>
          <a:xfrm>
            <a:off x="9927776" y="2993829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5A9F3F83-C72D-373D-1B1F-F6D790F4D124}"/>
              </a:ext>
            </a:extLst>
          </p:cNvPr>
          <p:cNvSpPr/>
          <p:nvPr/>
        </p:nvSpPr>
        <p:spPr>
          <a:xfrm>
            <a:off x="10498543" y="2980154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82CE2A6-D3F1-7C9A-312B-A1D1D31223A6}"/>
              </a:ext>
            </a:extLst>
          </p:cNvPr>
          <p:cNvSpPr/>
          <p:nvPr/>
        </p:nvSpPr>
        <p:spPr>
          <a:xfrm>
            <a:off x="10690176" y="2980154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B7B3287-6B5D-AF2F-BF0A-01C0AE6FFE5A}"/>
              </a:ext>
            </a:extLst>
          </p:cNvPr>
          <p:cNvSpPr/>
          <p:nvPr/>
        </p:nvSpPr>
        <p:spPr>
          <a:xfrm>
            <a:off x="10906213" y="2980154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7AF269CA-79B6-78C1-6823-D07800F80372}"/>
              </a:ext>
            </a:extLst>
          </p:cNvPr>
          <p:cNvSpPr/>
          <p:nvPr/>
        </p:nvSpPr>
        <p:spPr>
          <a:xfrm>
            <a:off x="11116165" y="2993829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DE1B5889-363E-9212-89C2-1CAE074B0331}"/>
              </a:ext>
            </a:extLst>
          </p:cNvPr>
          <p:cNvSpPr/>
          <p:nvPr/>
        </p:nvSpPr>
        <p:spPr>
          <a:xfrm>
            <a:off x="11307798" y="2993829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ED55BC4-55DF-76F6-6AC6-FF2C6A17D6BE}"/>
              </a:ext>
            </a:extLst>
          </p:cNvPr>
          <p:cNvSpPr/>
          <p:nvPr/>
        </p:nvSpPr>
        <p:spPr>
          <a:xfrm>
            <a:off x="11523835" y="2993829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23B820F2-49F5-301D-44B3-E82BABC0A10B}"/>
              </a:ext>
            </a:extLst>
          </p:cNvPr>
          <p:cNvSpPr/>
          <p:nvPr/>
        </p:nvSpPr>
        <p:spPr>
          <a:xfrm>
            <a:off x="11717744" y="3001851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A01F63-F163-9590-E248-2084F4C47514}"/>
              </a:ext>
            </a:extLst>
          </p:cNvPr>
          <p:cNvSpPr/>
          <p:nvPr/>
        </p:nvSpPr>
        <p:spPr>
          <a:xfrm>
            <a:off x="11909377" y="3001851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389AA2CA-D9BF-312C-4A3F-3360965D8E4D}"/>
              </a:ext>
            </a:extLst>
          </p:cNvPr>
          <p:cNvSpPr/>
          <p:nvPr/>
        </p:nvSpPr>
        <p:spPr>
          <a:xfrm>
            <a:off x="12125414" y="3001851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8244580-139F-88E4-4322-07063EE20547}"/>
              </a:ext>
            </a:extLst>
          </p:cNvPr>
          <p:cNvSpPr/>
          <p:nvPr/>
        </p:nvSpPr>
        <p:spPr>
          <a:xfrm>
            <a:off x="8305500" y="3517737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0B2593C7-EE33-7DDC-0303-535A6B44A9E0}"/>
              </a:ext>
            </a:extLst>
          </p:cNvPr>
          <p:cNvSpPr/>
          <p:nvPr/>
        </p:nvSpPr>
        <p:spPr>
          <a:xfrm>
            <a:off x="8497133" y="3517737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170E289-724E-AD26-E336-CF64B1083AC8}"/>
              </a:ext>
            </a:extLst>
          </p:cNvPr>
          <p:cNvSpPr/>
          <p:nvPr/>
        </p:nvSpPr>
        <p:spPr>
          <a:xfrm>
            <a:off x="8713170" y="3517737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DA72C30B-3D79-2357-F4A8-5E05F55B7EE2}"/>
              </a:ext>
            </a:extLst>
          </p:cNvPr>
          <p:cNvSpPr/>
          <p:nvPr/>
        </p:nvSpPr>
        <p:spPr>
          <a:xfrm>
            <a:off x="8923122" y="3531412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3DBBACBF-C19F-10EB-CCF7-2BB184C72010}"/>
              </a:ext>
            </a:extLst>
          </p:cNvPr>
          <p:cNvSpPr/>
          <p:nvPr/>
        </p:nvSpPr>
        <p:spPr>
          <a:xfrm>
            <a:off x="9114755" y="3531412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ABC5410-44FC-7F1D-8D7B-6BA62D19F065}"/>
              </a:ext>
            </a:extLst>
          </p:cNvPr>
          <p:cNvSpPr/>
          <p:nvPr/>
        </p:nvSpPr>
        <p:spPr>
          <a:xfrm>
            <a:off x="9330792" y="3531412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027C5229-6EDE-65FF-779B-276C8D1A0DCF}"/>
              </a:ext>
            </a:extLst>
          </p:cNvPr>
          <p:cNvSpPr/>
          <p:nvPr/>
        </p:nvSpPr>
        <p:spPr>
          <a:xfrm>
            <a:off x="9524701" y="3539434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EE1640B-E157-FE2B-EA89-EADEAA79E8E0}"/>
              </a:ext>
            </a:extLst>
          </p:cNvPr>
          <p:cNvSpPr/>
          <p:nvPr/>
        </p:nvSpPr>
        <p:spPr>
          <a:xfrm>
            <a:off x="9716334" y="3539434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4857887-D6D9-CBB7-B705-CAD468EA8AAB}"/>
              </a:ext>
            </a:extLst>
          </p:cNvPr>
          <p:cNvSpPr/>
          <p:nvPr/>
        </p:nvSpPr>
        <p:spPr>
          <a:xfrm>
            <a:off x="9932371" y="3539434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9F6598D9-93FF-FF7B-1A5D-4DD4967C5288}"/>
              </a:ext>
            </a:extLst>
          </p:cNvPr>
          <p:cNvSpPr/>
          <p:nvPr/>
        </p:nvSpPr>
        <p:spPr>
          <a:xfrm>
            <a:off x="10511896" y="3517394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5BCE50CA-94F3-97DA-C13C-9902E7A5CA57}"/>
              </a:ext>
            </a:extLst>
          </p:cNvPr>
          <p:cNvSpPr/>
          <p:nvPr/>
        </p:nvSpPr>
        <p:spPr>
          <a:xfrm>
            <a:off x="10703529" y="3517394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2FBD566A-1EA5-F890-2617-5A4CD105B3A8}"/>
              </a:ext>
            </a:extLst>
          </p:cNvPr>
          <p:cNvSpPr/>
          <p:nvPr/>
        </p:nvSpPr>
        <p:spPr>
          <a:xfrm>
            <a:off x="10919566" y="3517394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D6AAA5A2-3F14-4CEE-B085-7E0B4EA5E25C}"/>
              </a:ext>
            </a:extLst>
          </p:cNvPr>
          <p:cNvSpPr/>
          <p:nvPr/>
        </p:nvSpPr>
        <p:spPr>
          <a:xfrm>
            <a:off x="11129518" y="3531069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887C6335-F688-DCF3-BF39-B689BD3A0A61}"/>
              </a:ext>
            </a:extLst>
          </p:cNvPr>
          <p:cNvSpPr/>
          <p:nvPr/>
        </p:nvSpPr>
        <p:spPr>
          <a:xfrm>
            <a:off x="11321151" y="3531069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5E6EEA6-B16D-1021-F01F-72DC491851B7}"/>
              </a:ext>
            </a:extLst>
          </p:cNvPr>
          <p:cNvSpPr/>
          <p:nvPr/>
        </p:nvSpPr>
        <p:spPr>
          <a:xfrm>
            <a:off x="11537188" y="3531069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A80D85D8-0A6E-5891-82BB-35C7A4D4426E}"/>
              </a:ext>
            </a:extLst>
          </p:cNvPr>
          <p:cNvSpPr/>
          <p:nvPr/>
        </p:nvSpPr>
        <p:spPr>
          <a:xfrm>
            <a:off x="11731097" y="3539091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F347BD26-497E-A89D-7011-B2E7A4A943FD}"/>
              </a:ext>
            </a:extLst>
          </p:cNvPr>
          <p:cNvSpPr/>
          <p:nvPr/>
        </p:nvSpPr>
        <p:spPr>
          <a:xfrm>
            <a:off x="11922730" y="3539091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48F44AA0-D311-34FD-84EE-3E32FA5333E9}"/>
              </a:ext>
            </a:extLst>
          </p:cNvPr>
          <p:cNvSpPr/>
          <p:nvPr/>
        </p:nvSpPr>
        <p:spPr>
          <a:xfrm>
            <a:off x="12138767" y="3539091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9766B796-E177-0FE1-B874-9BCA2DBA21B4}"/>
              </a:ext>
            </a:extLst>
          </p:cNvPr>
          <p:cNvSpPr/>
          <p:nvPr/>
        </p:nvSpPr>
        <p:spPr>
          <a:xfrm>
            <a:off x="8323316" y="4096881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5067D59-B3FF-D9BD-75BF-700E93481868}"/>
              </a:ext>
            </a:extLst>
          </p:cNvPr>
          <p:cNvSpPr/>
          <p:nvPr/>
        </p:nvSpPr>
        <p:spPr>
          <a:xfrm>
            <a:off x="8514949" y="4096881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CB3B2B25-0ED1-BFD9-FE7E-6DB34D0F0044}"/>
              </a:ext>
            </a:extLst>
          </p:cNvPr>
          <p:cNvSpPr/>
          <p:nvPr/>
        </p:nvSpPr>
        <p:spPr>
          <a:xfrm>
            <a:off x="8730986" y="4096881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0577C2A5-D86E-FF1B-0E04-597D80F4946A}"/>
              </a:ext>
            </a:extLst>
          </p:cNvPr>
          <p:cNvSpPr/>
          <p:nvPr/>
        </p:nvSpPr>
        <p:spPr>
          <a:xfrm>
            <a:off x="8940938" y="4110556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2E71BC4F-8C38-0376-1DFE-126427D77962}"/>
              </a:ext>
            </a:extLst>
          </p:cNvPr>
          <p:cNvSpPr/>
          <p:nvPr/>
        </p:nvSpPr>
        <p:spPr>
          <a:xfrm>
            <a:off x="9132571" y="4110556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C38DA980-24FA-2F3D-0B0F-B81AACB85E37}"/>
              </a:ext>
            </a:extLst>
          </p:cNvPr>
          <p:cNvSpPr/>
          <p:nvPr/>
        </p:nvSpPr>
        <p:spPr>
          <a:xfrm>
            <a:off x="9348608" y="4110556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3110093D-A7FE-B220-2FEC-FB772596EAE9}"/>
              </a:ext>
            </a:extLst>
          </p:cNvPr>
          <p:cNvSpPr/>
          <p:nvPr/>
        </p:nvSpPr>
        <p:spPr>
          <a:xfrm>
            <a:off x="9542517" y="4118578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6A572A6-25FA-25D4-5B16-94F389DEF304}"/>
              </a:ext>
            </a:extLst>
          </p:cNvPr>
          <p:cNvSpPr/>
          <p:nvPr/>
        </p:nvSpPr>
        <p:spPr>
          <a:xfrm>
            <a:off x="9734150" y="4118578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E6C195F3-951E-2447-D26F-64B622CBCE98}"/>
              </a:ext>
            </a:extLst>
          </p:cNvPr>
          <p:cNvSpPr/>
          <p:nvPr/>
        </p:nvSpPr>
        <p:spPr>
          <a:xfrm>
            <a:off x="9950187" y="4118578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ABF0C6F-F590-67DD-582D-A4D82D8E135A}"/>
              </a:ext>
            </a:extLst>
          </p:cNvPr>
          <p:cNvSpPr/>
          <p:nvPr/>
        </p:nvSpPr>
        <p:spPr>
          <a:xfrm>
            <a:off x="10511896" y="4079606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85AC1CDC-3D64-BE31-349C-7804D24C1548}"/>
              </a:ext>
            </a:extLst>
          </p:cNvPr>
          <p:cNvSpPr/>
          <p:nvPr/>
        </p:nvSpPr>
        <p:spPr>
          <a:xfrm>
            <a:off x="10703529" y="4079606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740B9E3F-1D83-FA13-F489-59C34F31629D}"/>
              </a:ext>
            </a:extLst>
          </p:cNvPr>
          <p:cNvSpPr/>
          <p:nvPr/>
        </p:nvSpPr>
        <p:spPr>
          <a:xfrm>
            <a:off x="10919566" y="4079606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E5C083A7-3594-8D13-A442-713D402D5448}"/>
              </a:ext>
            </a:extLst>
          </p:cNvPr>
          <p:cNvSpPr/>
          <p:nvPr/>
        </p:nvSpPr>
        <p:spPr>
          <a:xfrm>
            <a:off x="11129518" y="4093281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F7356937-7365-2F02-DCF6-A88DAC47A977}"/>
              </a:ext>
            </a:extLst>
          </p:cNvPr>
          <p:cNvSpPr/>
          <p:nvPr/>
        </p:nvSpPr>
        <p:spPr>
          <a:xfrm>
            <a:off x="11321151" y="4093281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B36F92D0-E7DB-40B7-CDA9-D046F57A8843}"/>
              </a:ext>
            </a:extLst>
          </p:cNvPr>
          <p:cNvSpPr/>
          <p:nvPr/>
        </p:nvSpPr>
        <p:spPr>
          <a:xfrm>
            <a:off x="11537188" y="4093281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864BBCCE-1A0B-3F92-A39A-58CE43B333CE}"/>
              </a:ext>
            </a:extLst>
          </p:cNvPr>
          <p:cNvSpPr/>
          <p:nvPr/>
        </p:nvSpPr>
        <p:spPr>
          <a:xfrm>
            <a:off x="11731097" y="4101303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E6B3EEFF-3233-B13C-7B83-6A95A633D0E0}"/>
              </a:ext>
            </a:extLst>
          </p:cNvPr>
          <p:cNvSpPr/>
          <p:nvPr/>
        </p:nvSpPr>
        <p:spPr>
          <a:xfrm>
            <a:off x="11922730" y="4101303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05CEE5F-903A-C715-7801-92A53DBAD659}"/>
              </a:ext>
            </a:extLst>
          </p:cNvPr>
          <p:cNvSpPr/>
          <p:nvPr/>
        </p:nvSpPr>
        <p:spPr>
          <a:xfrm>
            <a:off x="12138767" y="4101303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graphicFrame>
        <p:nvGraphicFramePr>
          <p:cNvPr id="166" name="Table 165">
            <a:extLst>
              <a:ext uri="{FF2B5EF4-FFF2-40B4-BE49-F238E27FC236}">
                <a16:creationId xmlns:a16="http://schemas.microsoft.com/office/drawing/2014/main" id="{EF2A37A1-ACB3-55AF-546F-79CAEC493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034864"/>
              </p:ext>
            </p:extLst>
          </p:nvPr>
        </p:nvGraphicFramePr>
        <p:xfrm>
          <a:off x="2347536" y="5393549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167" name="Table 166">
            <a:extLst>
              <a:ext uri="{FF2B5EF4-FFF2-40B4-BE49-F238E27FC236}">
                <a16:creationId xmlns:a16="http://schemas.microsoft.com/office/drawing/2014/main" id="{8E9BE2F6-CC79-4B77-9811-7115BF2B2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641929"/>
              </p:ext>
            </p:extLst>
          </p:nvPr>
        </p:nvGraphicFramePr>
        <p:xfrm>
          <a:off x="2371600" y="5963041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168" name="Table 167">
            <a:extLst>
              <a:ext uri="{FF2B5EF4-FFF2-40B4-BE49-F238E27FC236}">
                <a16:creationId xmlns:a16="http://schemas.microsoft.com/office/drawing/2014/main" id="{B72EB5A5-6E67-CFFE-0F0B-65837EF8D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255267"/>
              </p:ext>
            </p:extLst>
          </p:nvPr>
        </p:nvGraphicFramePr>
        <p:xfrm>
          <a:off x="2371600" y="6562424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BA43592E-A359-FCD0-DA0E-B85D5C0135BF}"/>
              </a:ext>
            </a:extLst>
          </p:cNvPr>
          <p:cNvSpPr/>
          <p:nvPr/>
        </p:nvSpPr>
        <p:spPr>
          <a:xfrm>
            <a:off x="2056303" y="5230170"/>
            <a:ext cx="4814484" cy="1989220"/>
          </a:xfrm>
          <a:prstGeom prst="roundRect">
            <a:avLst/>
          </a:prstGeom>
          <a:noFill/>
          <a:ln w="114300">
            <a:solidFill>
              <a:srgbClr val="0070C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C72876FC-5EAE-1DB2-8897-0B57395DDB5E}"/>
              </a:ext>
            </a:extLst>
          </p:cNvPr>
          <p:cNvSpPr/>
          <p:nvPr/>
        </p:nvSpPr>
        <p:spPr>
          <a:xfrm>
            <a:off x="1299737" y="5406616"/>
            <a:ext cx="396605" cy="151564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CF188336-71B7-68D3-F0AF-02C99679D982}"/>
              </a:ext>
            </a:extLst>
          </p:cNvPr>
          <p:cNvSpPr/>
          <p:nvPr/>
        </p:nvSpPr>
        <p:spPr>
          <a:xfrm>
            <a:off x="1768236" y="5437186"/>
            <a:ext cx="576134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72A371F7-5DFF-2D66-0E0E-1BB1BDF6D568}"/>
              </a:ext>
            </a:extLst>
          </p:cNvPr>
          <p:cNvSpPr/>
          <p:nvPr/>
        </p:nvSpPr>
        <p:spPr>
          <a:xfrm>
            <a:off x="1759583" y="5973505"/>
            <a:ext cx="576135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06891A60-30BA-9F0A-527A-D8B1A8B926C0}"/>
              </a:ext>
            </a:extLst>
          </p:cNvPr>
          <p:cNvSpPr/>
          <p:nvPr/>
        </p:nvSpPr>
        <p:spPr>
          <a:xfrm>
            <a:off x="1748783" y="6509824"/>
            <a:ext cx="576135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64D61546-294D-CE5A-5EF9-7E38894801EA}"/>
              </a:ext>
            </a:extLst>
          </p:cNvPr>
          <p:cNvSpPr/>
          <p:nvPr/>
        </p:nvSpPr>
        <p:spPr>
          <a:xfrm>
            <a:off x="3043527" y="4805105"/>
            <a:ext cx="576134" cy="36392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A2FD8935-F6C4-0CCC-7D3D-E6DDB82FD0B0}"/>
              </a:ext>
            </a:extLst>
          </p:cNvPr>
          <p:cNvSpPr/>
          <p:nvPr/>
        </p:nvSpPr>
        <p:spPr>
          <a:xfrm>
            <a:off x="4961011" y="4797282"/>
            <a:ext cx="576135" cy="36392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C94D2B66-971A-D4B7-ACA9-6D3915064EE0}"/>
              </a:ext>
            </a:extLst>
          </p:cNvPr>
          <p:cNvSpPr/>
          <p:nvPr/>
        </p:nvSpPr>
        <p:spPr>
          <a:xfrm>
            <a:off x="2605135" y="5485488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6AD8AE25-250B-1B9A-3D56-65B12C7051DF}"/>
              </a:ext>
            </a:extLst>
          </p:cNvPr>
          <p:cNvSpPr/>
          <p:nvPr/>
        </p:nvSpPr>
        <p:spPr>
          <a:xfrm>
            <a:off x="2796768" y="5485488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9145E143-DE61-5DD8-E0B7-377F2AAB5D37}"/>
              </a:ext>
            </a:extLst>
          </p:cNvPr>
          <p:cNvSpPr/>
          <p:nvPr/>
        </p:nvSpPr>
        <p:spPr>
          <a:xfrm>
            <a:off x="3012805" y="5485488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14EDAB9D-94AF-C0F0-A22A-B72D5F499129}"/>
              </a:ext>
            </a:extLst>
          </p:cNvPr>
          <p:cNvSpPr/>
          <p:nvPr/>
        </p:nvSpPr>
        <p:spPr>
          <a:xfrm>
            <a:off x="3222757" y="5499163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CA89ECE6-C333-C198-90CF-4E3E51B59869}"/>
              </a:ext>
            </a:extLst>
          </p:cNvPr>
          <p:cNvSpPr/>
          <p:nvPr/>
        </p:nvSpPr>
        <p:spPr>
          <a:xfrm>
            <a:off x="3414390" y="5499163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06159019-67A8-78F7-B0C9-5EC3C1D2F80A}"/>
              </a:ext>
            </a:extLst>
          </p:cNvPr>
          <p:cNvSpPr/>
          <p:nvPr/>
        </p:nvSpPr>
        <p:spPr>
          <a:xfrm>
            <a:off x="3630427" y="5499163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38ED48CA-E364-4E65-5E7C-619B4887D247}"/>
              </a:ext>
            </a:extLst>
          </p:cNvPr>
          <p:cNvSpPr/>
          <p:nvPr/>
        </p:nvSpPr>
        <p:spPr>
          <a:xfrm>
            <a:off x="3824336" y="5507185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8CDC9D1C-E2DE-078E-5CA0-D67E0F55569A}"/>
              </a:ext>
            </a:extLst>
          </p:cNvPr>
          <p:cNvSpPr/>
          <p:nvPr/>
        </p:nvSpPr>
        <p:spPr>
          <a:xfrm>
            <a:off x="4015969" y="5507185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36325635-64E1-6B22-53E0-5666B2AFC5FF}"/>
              </a:ext>
            </a:extLst>
          </p:cNvPr>
          <p:cNvSpPr/>
          <p:nvPr/>
        </p:nvSpPr>
        <p:spPr>
          <a:xfrm>
            <a:off x="4232006" y="5507185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6C8F754C-CAA1-EA18-A59D-9188E9D4B7F7}"/>
              </a:ext>
            </a:extLst>
          </p:cNvPr>
          <p:cNvSpPr/>
          <p:nvPr/>
        </p:nvSpPr>
        <p:spPr>
          <a:xfrm>
            <a:off x="4802773" y="5493510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C83A9DB3-EB9D-6694-173A-D71B7A38534D}"/>
              </a:ext>
            </a:extLst>
          </p:cNvPr>
          <p:cNvSpPr/>
          <p:nvPr/>
        </p:nvSpPr>
        <p:spPr>
          <a:xfrm>
            <a:off x="4994406" y="5493510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6D6A698F-64FE-3436-12A9-10FE768E2DAE}"/>
              </a:ext>
            </a:extLst>
          </p:cNvPr>
          <p:cNvSpPr/>
          <p:nvPr/>
        </p:nvSpPr>
        <p:spPr>
          <a:xfrm>
            <a:off x="5210443" y="5493510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7CD4D83B-68F7-92C5-51BE-61A07E3B8662}"/>
              </a:ext>
            </a:extLst>
          </p:cNvPr>
          <p:cNvSpPr/>
          <p:nvPr/>
        </p:nvSpPr>
        <p:spPr>
          <a:xfrm>
            <a:off x="5420395" y="5507185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4D458295-F9C0-DC16-DD08-25D671DA5FE8}"/>
              </a:ext>
            </a:extLst>
          </p:cNvPr>
          <p:cNvSpPr/>
          <p:nvPr/>
        </p:nvSpPr>
        <p:spPr>
          <a:xfrm>
            <a:off x="5612028" y="5507185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74D64AA8-BA94-20D5-395A-73B626837CAF}"/>
              </a:ext>
            </a:extLst>
          </p:cNvPr>
          <p:cNvSpPr/>
          <p:nvPr/>
        </p:nvSpPr>
        <p:spPr>
          <a:xfrm>
            <a:off x="5828065" y="5507185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8EAFFE13-D9FB-BCA0-E80B-90D7F36E73B5}"/>
              </a:ext>
            </a:extLst>
          </p:cNvPr>
          <p:cNvSpPr/>
          <p:nvPr/>
        </p:nvSpPr>
        <p:spPr>
          <a:xfrm>
            <a:off x="6021974" y="5515207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5F9742F0-B5BE-D3CB-DDD6-F2CF886C94B0}"/>
              </a:ext>
            </a:extLst>
          </p:cNvPr>
          <p:cNvSpPr/>
          <p:nvPr/>
        </p:nvSpPr>
        <p:spPr>
          <a:xfrm>
            <a:off x="6213607" y="5515207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E8EDB90C-BD2B-CAAB-CE9C-5B4BBE00721B}"/>
              </a:ext>
            </a:extLst>
          </p:cNvPr>
          <p:cNvSpPr/>
          <p:nvPr/>
        </p:nvSpPr>
        <p:spPr>
          <a:xfrm>
            <a:off x="6429644" y="5515207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B5D244B0-95A1-59ED-4F94-E4F0A47916E9}"/>
              </a:ext>
            </a:extLst>
          </p:cNvPr>
          <p:cNvSpPr/>
          <p:nvPr/>
        </p:nvSpPr>
        <p:spPr>
          <a:xfrm>
            <a:off x="2609730" y="6031093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F7615CC4-3E47-357F-D4F6-F46CAEA5004F}"/>
              </a:ext>
            </a:extLst>
          </p:cNvPr>
          <p:cNvSpPr/>
          <p:nvPr/>
        </p:nvSpPr>
        <p:spPr>
          <a:xfrm>
            <a:off x="2801363" y="6031093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713651E1-AE30-92F0-D9E5-B58285F28D92}"/>
              </a:ext>
            </a:extLst>
          </p:cNvPr>
          <p:cNvSpPr/>
          <p:nvPr/>
        </p:nvSpPr>
        <p:spPr>
          <a:xfrm>
            <a:off x="3017400" y="6031093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40CFEA48-AD0C-E351-ECAA-793D16244D66}"/>
              </a:ext>
            </a:extLst>
          </p:cNvPr>
          <p:cNvSpPr/>
          <p:nvPr/>
        </p:nvSpPr>
        <p:spPr>
          <a:xfrm>
            <a:off x="3227352" y="6044768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B768E759-6DBB-3804-8E34-2539170BF2F3}"/>
              </a:ext>
            </a:extLst>
          </p:cNvPr>
          <p:cNvSpPr/>
          <p:nvPr/>
        </p:nvSpPr>
        <p:spPr>
          <a:xfrm>
            <a:off x="3418985" y="6044768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50E53F59-CDE5-34CB-B364-DDB308503B7E}"/>
              </a:ext>
            </a:extLst>
          </p:cNvPr>
          <p:cNvSpPr/>
          <p:nvPr/>
        </p:nvSpPr>
        <p:spPr>
          <a:xfrm>
            <a:off x="3635022" y="6044768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3B48E0DE-DD77-3AF7-E13C-9E1E04632759}"/>
              </a:ext>
            </a:extLst>
          </p:cNvPr>
          <p:cNvSpPr/>
          <p:nvPr/>
        </p:nvSpPr>
        <p:spPr>
          <a:xfrm>
            <a:off x="3828931" y="6052790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80C67889-DD94-30DE-D8F2-01B6227188A2}"/>
              </a:ext>
            </a:extLst>
          </p:cNvPr>
          <p:cNvSpPr/>
          <p:nvPr/>
        </p:nvSpPr>
        <p:spPr>
          <a:xfrm>
            <a:off x="4020564" y="6052790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BD7F27FB-90ED-FD2A-F8CE-30F226D4B04C}"/>
              </a:ext>
            </a:extLst>
          </p:cNvPr>
          <p:cNvSpPr/>
          <p:nvPr/>
        </p:nvSpPr>
        <p:spPr>
          <a:xfrm>
            <a:off x="4236601" y="6052790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65B7AF81-4A30-F00C-9F00-E4770FD5A8CB}"/>
              </a:ext>
            </a:extLst>
          </p:cNvPr>
          <p:cNvSpPr/>
          <p:nvPr/>
        </p:nvSpPr>
        <p:spPr>
          <a:xfrm>
            <a:off x="4816126" y="6030750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F29D5749-5593-3443-76BD-CFAC5FB68AA2}"/>
              </a:ext>
            </a:extLst>
          </p:cNvPr>
          <p:cNvSpPr/>
          <p:nvPr/>
        </p:nvSpPr>
        <p:spPr>
          <a:xfrm>
            <a:off x="5007759" y="6030750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F893A540-5A22-D2F4-1412-F0EAD4CABA05}"/>
              </a:ext>
            </a:extLst>
          </p:cNvPr>
          <p:cNvSpPr/>
          <p:nvPr/>
        </p:nvSpPr>
        <p:spPr>
          <a:xfrm>
            <a:off x="5223796" y="6030750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8EBE6563-B53B-2E77-8444-0869F6A453DA}"/>
              </a:ext>
            </a:extLst>
          </p:cNvPr>
          <p:cNvSpPr/>
          <p:nvPr/>
        </p:nvSpPr>
        <p:spPr>
          <a:xfrm>
            <a:off x="5433748" y="6044425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5234E5DF-8FE4-6239-B9A5-0D677267B5D1}"/>
              </a:ext>
            </a:extLst>
          </p:cNvPr>
          <p:cNvSpPr/>
          <p:nvPr/>
        </p:nvSpPr>
        <p:spPr>
          <a:xfrm>
            <a:off x="5625381" y="6044425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671D0631-499B-8C18-5F9C-AD46668BBB66}"/>
              </a:ext>
            </a:extLst>
          </p:cNvPr>
          <p:cNvSpPr/>
          <p:nvPr/>
        </p:nvSpPr>
        <p:spPr>
          <a:xfrm>
            <a:off x="5841418" y="6044425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53384FA5-B6F6-5C47-D69B-B42C1C810CEA}"/>
              </a:ext>
            </a:extLst>
          </p:cNvPr>
          <p:cNvSpPr/>
          <p:nvPr/>
        </p:nvSpPr>
        <p:spPr>
          <a:xfrm>
            <a:off x="6035327" y="6052447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7665B9DA-C5F6-61C0-4479-F98A186F140E}"/>
              </a:ext>
            </a:extLst>
          </p:cNvPr>
          <p:cNvSpPr/>
          <p:nvPr/>
        </p:nvSpPr>
        <p:spPr>
          <a:xfrm>
            <a:off x="6226960" y="6052447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FBACF89F-2542-0803-5B14-1AD2A1D926FC}"/>
              </a:ext>
            </a:extLst>
          </p:cNvPr>
          <p:cNvSpPr/>
          <p:nvPr/>
        </p:nvSpPr>
        <p:spPr>
          <a:xfrm>
            <a:off x="6442997" y="6052447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BB0417D2-B909-4E3D-39E4-A0722C17F78C}"/>
              </a:ext>
            </a:extLst>
          </p:cNvPr>
          <p:cNvSpPr/>
          <p:nvPr/>
        </p:nvSpPr>
        <p:spPr>
          <a:xfrm>
            <a:off x="2627546" y="6610237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EEDBA030-D692-1CF2-6830-D8E98E9A65CF}"/>
              </a:ext>
            </a:extLst>
          </p:cNvPr>
          <p:cNvSpPr/>
          <p:nvPr/>
        </p:nvSpPr>
        <p:spPr>
          <a:xfrm>
            <a:off x="2819179" y="6610237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7D29C8A9-5C49-14C8-3E3D-08C7AE36DEBA}"/>
              </a:ext>
            </a:extLst>
          </p:cNvPr>
          <p:cNvSpPr/>
          <p:nvPr/>
        </p:nvSpPr>
        <p:spPr>
          <a:xfrm>
            <a:off x="3035216" y="6610237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47D99741-8F75-1C25-1637-7B99EEA8B026}"/>
              </a:ext>
            </a:extLst>
          </p:cNvPr>
          <p:cNvSpPr/>
          <p:nvPr/>
        </p:nvSpPr>
        <p:spPr>
          <a:xfrm>
            <a:off x="3245168" y="6623912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CEDC8B3B-89F2-3821-18D4-03D9EFB2644C}"/>
              </a:ext>
            </a:extLst>
          </p:cNvPr>
          <p:cNvSpPr/>
          <p:nvPr/>
        </p:nvSpPr>
        <p:spPr>
          <a:xfrm>
            <a:off x="3436801" y="6623912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09BEF3A4-738B-7F13-CFDC-ACD235DD1B91}"/>
              </a:ext>
            </a:extLst>
          </p:cNvPr>
          <p:cNvSpPr/>
          <p:nvPr/>
        </p:nvSpPr>
        <p:spPr>
          <a:xfrm>
            <a:off x="3652838" y="6623912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F6D911EC-9F56-7820-12C7-141452D616CF}"/>
              </a:ext>
            </a:extLst>
          </p:cNvPr>
          <p:cNvSpPr/>
          <p:nvPr/>
        </p:nvSpPr>
        <p:spPr>
          <a:xfrm>
            <a:off x="3846747" y="6631934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93A0BE73-3840-CEB4-FCB0-B4D902B62CED}"/>
              </a:ext>
            </a:extLst>
          </p:cNvPr>
          <p:cNvSpPr/>
          <p:nvPr/>
        </p:nvSpPr>
        <p:spPr>
          <a:xfrm>
            <a:off x="4038380" y="6631934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2FF8EB45-EEBD-5774-7426-8EDA71625D77}"/>
              </a:ext>
            </a:extLst>
          </p:cNvPr>
          <p:cNvSpPr/>
          <p:nvPr/>
        </p:nvSpPr>
        <p:spPr>
          <a:xfrm>
            <a:off x="4254417" y="6631934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C3BA6E1D-B82B-9664-6A1B-DE5FDFDD5ED3}"/>
              </a:ext>
            </a:extLst>
          </p:cNvPr>
          <p:cNvSpPr/>
          <p:nvPr/>
        </p:nvSpPr>
        <p:spPr>
          <a:xfrm>
            <a:off x="4816126" y="6592962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52A5A400-A996-0F61-6165-710A308BB1DA}"/>
              </a:ext>
            </a:extLst>
          </p:cNvPr>
          <p:cNvSpPr/>
          <p:nvPr/>
        </p:nvSpPr>
        <p:spPr>
          <a:xfrm>
            <a:off x="5007759" y="6592962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7E03A52A-C60A-1A11-821F-8C002BDAE47F}"/>
              </a:ext>
            </a:extLst>
          </p:cNvPr>
          <p:cNvSpPr/>
          <p:nvPr/>
        </p:nvSpPr>
        <p:spPr>
          <a:xfrm>
            <a:off x="5223796" y="6592962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54EABFFD-9CEE-B25B-9B0C-9553A3AF7D0F}"/>
              </a:ext>
            </a:extLst>
          </p:cNvPr>
          <p:cNvSpPr/>
          <p:nvPr/>
        </p:nvSpPr>
        <p:spPr>
          <a:xfrm>
            <a:off x="5433748" y="6606637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8EC8218D-9F1D-DE82-C7D9-84B80A1F2D41}"/>
              </a:ext>
            </a:extLst>
          </p:cNvPr>
          <p:cNvSpPr/>
          <p:nvPr/>
        </p:nvSpPr>
        <p:spPr>
          <a:xfrm>
            <a:off x="5625381" y="6606637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479AAF1A-88E9-8ED3-257A-0176DAB94A5C}"/>
              </a:ext>
            </a:extLst>
          </p:cNvPr>
          <p:cNvSpPr/>
          <p:nvPr/>
        </p:nvSpPr>
        <p:spPr>
          <a:xfrm>
            <a:off x="5841418" y="6606637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5599F8F0-2A79-02CE-EF98-ED798808E740}"/>
              </a:ext>
            </a:extLst>
          </p:cNvPr>
          <p:cNvSpPr/>
          <p:nvPr/>
        </p:nvSpPr>
        <p:spPr>
          <a:xfrm>
            <a:off x="6035327" y="6614659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2CCA55C5-0464-3CD8-8CF5-70EBA4C2D85C}"/>
              </a:ext>
            </a:extLst>
          </p:cNvPr>
          <p:cNvSpPr/>
          <p:nvPr/>
        </p:nvSpPr>
        <p:spPr>
          <a:xfrm>
            <a:off x="6226960" y="6614659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9AF94D97-5267-CD65-DF2E-08872C3D0D74}"/>
              </a:ext>
            </a:extLst>
          </p:cNvPr>
          <p:cNvSpPr/>
          <p:nvPr/>
        </p:nvSpPr>
        <p:spPr>
          <a:xfrm>
            <a:off x="6442997" y="6614659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graphicFrame>
        <p:nvGraphicFramePr>
          <p:cNvPr id="230" name="Table 229">
            <a:extLst>
              <a:ext uri="{FF2B5EF4-FFF2-40B4-BE49-F238E27FC236}">
                <a16:creationId xmlns:a16="http://schemas.microsoft.com/office/drawing/2014/main" id="{9F21B49F-F6DC-A70D-6EFE-89493F1BE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854202"/>
              </p:ext>
            </p:extLst>
          </p:nvPr>
        </p:nvGraphicFramePr>
        <p:xfrm>
          <a:off x="8083116" y="5372961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231" name="Table 230">
            <a:extLst>
              <a:ext uri="{FF2B5EF4-FFF2-40B4-BE49-F238E27FC236}">
                <a16:creationId xmlns:a16="http://schemas.microsoft.com/office/drawing/2014/main" id="{C31616FE-E9E8-9BF9-F6D9-A640278B9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289994"/>
              </p:ext>
            </p:extLst>
          </p:nvPr>
        </p:nvGraphicFramePr>
        <p:xfrm>
          <a:off x="8107180" y="5942453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aphicFrame>
        <p:nvGraphicFramePr>
          <p:cNvPr id="232" name="Table 231">
            <a:extLst>
              <a:ext uri="{FF2B5EF4-FFF2-40B4-BE49-F238E27FC236}">
                <a16:creationId xmlns:a16="http://schemas.microsoft.com/office/drawing/2014/main" id="{8CA3DA15-BE70-8FBC-8BF7-615C5A571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220696"/>
              </p:ext>
            </p:extLst>
          </p:nvPr>
        </p:nvGraphicFramePr>
        <p:xfrm>
          <a:off x="8107180" y="6541836"/>
          <a:ext cx="4331372" cy="541751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2326222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2005150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41751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0DD712DF-5FC0-D14D-CD7E-DD9AA55B2E58}"/>
              </a:ext>
            </a:extLst>
          </p:cNvPr>
          <p:cNvSpPr/>
          <p:nvPr/>
        </p:nvSpPr>
        <p:spPr>
          <a:xfrm>
            <a:off x="7791883" y="5209582"/>
            <a:ext cx="4814484" cy="1989220"/>
          </a:xfrm>
          <a:prstGeom prst="roundRect">
            <a:avLst/>
          </a:prstGeom>
          <a:noFill/>
          <a:ln w="114300">
            <a:solidFill>
              <a:srgbClr val="0070C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9E2BF44F-064A-63C0-2419-E3F34774CD9A}"/>
              </a:ext>
            </a:extLst>
          </p:cNvPr>
          <p:cNvSpPr/>
          <p:nvPr/>
        </p:nvSpPr>
        <p:spPr>
          <a:xfrm>
            <a:off x="7035317" y="5386028"/>
            <a:ext cx="396605" cy="151564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3</a:t>
            </a:r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2C5D888B-6148-79E8-BC3F-601598767387}"/>
              </a:ext>
            </a:extLst>
          </p:cNvPr>
          <p:cNvSpPr/>
          <p:nvPr/>
        </p:nvSpPr>
        <p:spPr>
          <a:xfrm>
            <a:off x="7503816" y="5416598"/>
            <a:ext cx="576134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E020FB64-3992-38AA-3D73-B9E3EE1C7209}"/>
              </a:ext>
            </a:extLst>
          </p:cNvPr>
          <p:cNvSpPr/>
          <p:nvPr/>
        </p:nvSpPr>
        <p:spPr>
          <a:xfrm>
            <a:off x="7495163" y="5952917"/>
            <a:ext cx="576135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7E9E6B13-58A7-675F-3FC7-EA093CF270C8}"/>
              </a:ext>
            </a:extLst>
          </p:cNvPr>
          <p:cNvSpPr/>
          <p:nvPr/>
        </p:nvSpPr>
        <p:spPr>
          <a:xfrm>
            <a:off x="7484363" y="6489236"/>
            <a:ext cx="576135" cy="4275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5061D30C-E9F8-7170-52D3-19F33128A2BD}"/>
              </a:ext>
            </a:extLst>
          </p:cNvPr>
          <p:cNvSpPr/>
          <p:nvPr/>
        </p:nvSpPr>
        <p:spPr>
          <a:xfrm>
            <a:off x="8779107" y="4784517"/>
            <a:ext cx="576134" cy="36392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38405240-624E-373A-3D42-7C6B652BB6BD}"/>
              </a:ext>
            </a:extLst>
          </p:cNvPr>
          <p:cNvSpPr/>
          <p:nvPr/>
        </p:nvSpPr>
        <p:spPr>
          <a:xfrm>
            <a:off x="10696591" y="4776694"/>
            <a:ext cx="576135" cy="36392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E56DA3D1-FD4E-D6B6-7876-C2BB8212C2E6}"/>
              </a:ext>
            </a:extLst>
          </p:cNvPr>
          <p:cNvSpPr/>
          <p:nvPr/>
        </p:nvSpPr>
        <p:spPr>
          <a:xfrm>
            <a:off x="8340715" y="5464900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463B609C-6675-7ABF-E183-C212429C5776}"/>
              </a:ext>
            </a:extLst>
          </p:cNvPr>
          <p:cNvSpPr/>
          <p:nvPr/>
        </p:nvSpPr>
        <p:spPr>
          <a:xfrm>
            <a:off x="8532348" y="5464900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A67B5099-EE03-FAED-4951-C08E90701933}"/>
              </a:ext>
            </a:extLst>
          </p:cNvPr>
          <p:cNvSpPr/>
          <p:nvPr/>
        </p:nvSpPr>
        <p:spPr>
          <a:xfrm>
            <a:off x="8748385" y="5464900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725EFF74-D7E4-CCD9-F317-6878DC9514E9}"/>
              </a:ext>
            </a:extLst>
          </p:cNvPr>
          <p:cNvSpPr/>
          <p:nvPr/>
        </p:nvSpPr>
        <p:spPr>
          <a:xfrm>
            <a:off x="8958337" y="5478575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673F2FC4-37C8-977E-62CE-145BE2E2A4FE}"/>
              </a:ext>
            </a:extLst>
          </p:cNvPr>
          <p:cNvSpPr/>
          <p:nvPr/>
        </p:nvSpPr>
        <p:spPr>
          <a:xfrm>
            <a:off x="9149970" y="5478575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992AD6F6-D43D-7FD7-E7AE-5B09630BABA9}"/>
              </a:ext>
            </a:extLst>
          </p:cNvPr>
          <p:cNvSpPr/>
          <p:nvPr/>
        </p:nvSpPr>
        <p:spPr>
          <a:xfrm>
            <a:off x="9366007" y="5478575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1B4CAB3C-87A1-7919-BA48-7D6A0928BA0F}"/>
              </a:ext>
            </a:extLst>
          </p:cNvPr>
          <p:cNvSpPr/>
          <p:nvPr/>
        </p:nvSpPr>
        <p:spPr>
          <a:xfrm>
            <a:off x="9559916" y="5486597"/>
            <a:ext cx="156194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12B24D37-4BC2-29A5-0652-C3CCBD2D96AC}"/>
              </a:ext>
            </a:extLst>
          </p:cNvPr>
          <p:cNvSpPr/>
          <p:nvPr/>
        </p:nvSpPr>
        <p:spPr>
          <a:xfrm>
            <a:off x="9751549" y="5486597"/>
            <a:ext cx="156193" cy="32085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6ED2A670-AAC4-3986-D92A-54B1689E9F82}"/>
              </a:ext>
            </a:extLst>
          </p:cNvPr>
          <p:cNvSpPr/>
          <p:nvPr/>
        </p:nvSpPr>
        <p:spPr>
          <a:xfrm>
            <a:off x="9967586" y="5486597"/>
            <a:ext cx="156193" cy="320859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286DA1B0-B1C8-19E0-BB1C-75F3952BD086}"/>
              </a:ext>
            </a:extLst>
          </p:cNvPr>
          <p:cNvSpPr/>
          <p:nvPr/>
        </p:nvSpPr>
        <p:spPr>
          <a:xfrm>
            <a:off x="10538353" y="5472922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68F386D8-FA29-1865-EEC3-4209AD8D49A6}"/>
              </a:ext>
            </a:extLst>
          </p:cNvPr>
          <p:cNvSpPr/>
          <p:nvPr/>
        </p:nvSpPr>
        <p:spPr>
          <a:xfrm>
            <a:off x="10729986" y="5472922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51" name="Rectangle: Rounded Corners 250">
            <a:extLst>
              <a:ext uri="{FF2B5EF4-FFF2-40B4-BE49-F238E27FC236}">
                <a16:creationId xmlns:a16="http://schemas.microsoft.com/office/drawing/2014/main" id="{15D5C1DA-A712-160A-FB09-F1F25021845C}"/>
              </a:ext>
            </a:extLst>
          </p:cNvPr>
          <p:cNvSpPr/>
          <p:nvPr/>
        </p:nvSpPr>
        <p:spPr>
          <a:xfrm>
            <a:off x="10946023" y="5472922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52" name="Rectangle: Rounded Corners 251">
            <a:extLst>
              <a:ext uri="{FF2B5EF4-FFF2-40B4-BE49-F238E27FC236}">
                <a16:creationId xmlns:a16="http://schemas.microsoft.com/office/drawing/2014/main" id="{CF6AE9D1-7A2F-F8A7-BA0D-6DAF7C5125C3}"/>
              </a:ext>
            </a:extLst>
          </p:cNvPr>
          <p:cNvSpPr/>
          <p:nvPr/>
        </p:nvSpPr>
        <p:spPr>
          <a:xfrm>
            <a:off x="11155975" y="5486597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E5677C08-5197-96AF-9E29-03AB58CC0F91}"/>
              </a:ext>
            </a:extLst>
          </p:cNvPr>
          <p:cNvSpPr/>
          <p:nvPr/>
        </p:nvSpPr>
        <p:spPr>
          <a:xfrm>
            <a:off x="11347608" y="5486597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54DDC757-1CD9-62FC-9EF5-AE7E0E419791}"/>
              </a:ext>
            </a:extLst>
          </p:cNvPr>
          <p:cNvSpPr/>
          <p:nvPr/>
        </p:nvSpPr>
        <p:spPr>
          <a:xfrm>
            <a:off x="11563645" y="5486597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58712358-1E55-C733-8F55-7F7CBFF5B07C}"/>
              </a:ext>
            </a:extLst>
          </p:cNvPr>
          <p:cNvSpPr/>
          <p:nvPr/>
        </p:nvSpPr>
        <p:spPr>
          <a:xfrm>
            <a:off x="11757554" y="5494619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D3BBE747-134B-A182-C356-FF3309B0A942}"/>
              </a:ext>
            </a:extLst>
          </p:cNvPr>
          <p:cNvSpPr/>
          <p:nvPr/>
        </p:nvSpPr>
        <p:spPr>
          <a:xfrm>
            <a:off x="11949187" y="5494619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B5EEABC0-3727-D651-4AE1-502736F3231F}"/>
              </a:ext>
            </a:extLst>
          </p:cNvPr>
          <p:cNvSpPr/>
          <p:nvPr/>
        </p:nvSpPr>
        <p:spPr>
          <a:xfrm>
            <a:off x="12165224" y="5494619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CFECDBE9-61CC-3DBE-DDB7-4061498D32E1}"/>
              </a:ext>
            </a:extLst>
          </p:cNvPr>
          <p:cNvSpPr/>
          <p:nvPr/>
        </p:nvSpPr>
        <p:spPr>
          <a:xfrm>
            <a:off x="8345310" y="6010505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164F6988-B345-1329-9691-63B719755F2E}"/>
              </a:ext>
            </a:extLst>
          </p:cNvPr>
          <p:cNvSpPr/>
          <p:nvPr/>
        </p:nvSpPr>
        <p:spPr>
          <a:xfrm>
            <a:off x="8536943" y="6010505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0BFB5AD0-B397-4E7A-415F-09122D467B04}"/>
              </a:ext>
            </a:extLst>
          </p:cNvPr>
          <p:cNvSpPr/>
          <p:nvPr/>
        </p:nvSpPr>
        <p:spPr>
          <a:xfrm>
            <a:off x="8752980" y="6010505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7940A251-27BF-9132-DE9B-C348D03EA6A6}"/>
              </a:ext>
            </a:extLst>
          </p:cNvPr>
          <p:cNvSpPr/>
          <p:nvPr/>
        </p:nvSpPr>
        <p:spPr>
          <a:xfrm>
            <a:off x="8962932" y="6024180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62" name="Rectangle: Rounded Corners 261">
            <a:extLst>
              <a:ext uri="{FF2B5EF4-FFF2-40B4-BE49-F238E27FC236}">
                <a16:creationId xmlns:a16="http://schemas.microsoft.com/office/drawing/2014/main" id="{AB4B1981-09DB-5C6C-8D9C-C8B2ADFCE5CA}"/>
              </a:ext>
            </a:extLst>
          </p:cNvPr>
          <p:cNvSpPr/>
          <p:nvPr/>
        </p:nvSpPr>
        <p:spPr>
          <a:xfrm>
            <a:off x="9154565" y="6024180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9A856071-143F-52F4-4531-92CB3D71A5FD}"/>
              </a:ext>
            </a:extLst>
          </p:cNvPr>
          <p:cNvSpPr/>
          <p:nvPr/>
        </p:nvSpPr>
        <p:spPr>
          <a:xfrm>
            <a:off x="9370602" y="6024180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B4FF60F5-1628-4BA0-251C-F52561A4EE3A}"/>
              </a:ext>
            </a:extLst>
          </p:cNvPr>
          <p:cNvSpPr/>
          <p:nvPr/>
        </p:nvSpPr>
        <p:spPr>
          <a:xfrm>
            <a:off x="9564511" y="6032202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B552FF2A-88A3-F879-9A68-B41870A9F637}"/>
              </a:ext>
            </a:extLst>
          </p:cNvPr>
          <p:cNvSpPr/>
          <p:nvPr/>
        </p:nvSpPr>
        <p:spPr>
          <a:xfrm>
            <a:off x="9756144" y="6032202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D03A4E8D-8BD6-ED4B-610F-8F6EA5827C1E}"/>
              </a:ext>
            </a:extLst>
          </p:cNvPr>
          <p:cNvSpPr/>
          <p:nvPr/>
        </p:nvSpPr>
        <p:spPr>
          <a:xfrm>
            <a:off x="9972181" y="6032202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EF300382-98E3-91C6-3C31-DA85DBD17F1A}"/>
              </a:ext>
            </a:extLst>
          </p:cNvPr>
          <p:cNvSpPr/>
          <p:nvPr/>
        </p:nvSpPr>
        <p:spPr>
          <a:xfrm>
            <a:off x="10551706" y="6010162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A1527384-7657-D757-8AC6-6E526ABD1AEF}"/>
              </a:ext>
            </a:extLst>
          </p:cNvPr>
          <p:cNvSpPr/>
          <p:nvPr/>
        </p:nvSpPr>
        <p:spPr>
          <a:xfrm>
            <a:off x="10743339" y="6010162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EAC8AA71-BC97-DA8E-9AD3-E0EF027B6717}"/>
              </a:ext>
            </a:extLst>
          </p:cNvPr>
          <p:cNvSpPr/>
          <p:nvPr/>
        </p:nvSpPr>
        <p:spPr>
          <a:xfrm>
            <a:off x="10959376" y="6010162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59A5480E-13DE-02E0-7CA5-5C944320D00F}"/>
              </a:ext>
            </a:extLst>
          </p:cNvPr>
          <p:cNvSpPr/>
          <p:nvPr/>
        </p:nvSpPr>
        <p:spPr>
          <a:xfrm>
            <a:off x="11169328" y="6023837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42F1A71D-4B9A-5EE8-973D-EF52E22999A0}"/>
              </a:ext>
            </a:extLst>
          </p:cNvPr>
          <p:cNvSpPr/>
          <p:nvPr/>
        </p:nvSpPr>
        <p:spPr>
          <a:xfrm>
            <a:off x="11360961" y="6023837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376801CC-5401-3E4E-6880-A5D15AEBBB76}"/>
              </a:ext>
            </a:extLst>
          </p:cNvPr>
          <p:cNvSpPr/>
          <p:nvPr/>
        </p:nvSpPr>
        <p:spPr>
          <a:xfrm>
            <a:off x="11576998" y="6023837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4F5D6CC3-9427-45B1-B4DF-8616FFDB20EA}"/>
              </a:ext>
            </a:extLst>
          </p:cNvPr>
          <p:cNvSpPr/>
          <p:nvPr/>
        </p:nvSpPr>
        <p:spPr>
          <a:xfrm>
            <a:off x="11770907" y="6031859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74" name="Rectangle: Rounded Corners 273">
            <a:extLst>
              <a:ext uri="{FF2B5EF4-FFF2-40B4-BE49-F238E27FC236}">
                <a16:creationId xmlns:a16="http://schemas.microsoft.com/office/drawing/2014/main" id="{1A5523F0-2FF3-4833-AD49-5700C82BD7CC}"/>
              </a:ext>
            </a:extLst>
          </p:cNvPr>
          <p:cNvSpPr/>
          <p:nvPr/>
        </p:nvSpPr>
        <p:spPr>
          <a:xfrm>
            <a:off x="11962540" y="6031859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70C63ECE-4E6D-AA28-5EBE-C3688393DBA0}"/>
              </a:ext>
            </a:extLst>
          </p:cNvPr>
          <p:cNvSpPr/>
          <p:nvPr/>
        </p:nvSpPr>
        <p:spPr>
          <a:xfrm>
            <a:off x="12178577" y="6031859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EEC69F4B-B948-5098-8605-2B9693E0CE6B}"/>
              </a:ext>
            </a:extLst>
          </p:cNvPr>
          <p:cNvSpPr/>
          <p:nvPr/>
        </p:nvSpPr>
        <p:spPr>
          <a:xfrm>
            <a:off x="8363126" y="6589649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1D415BA2-12C8-E8A6-221A-0A3BD6AEE0FC}"/>
              </a:ext>
            </a:extLst>
          </p:cNvPr>
          <p:cNvSpPr/>
          <p:nvPr/>
        </p:nvSpPr>
        <p:spPr>
          <a:xfrm>
            <a:off x="8554759" y="6589649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FF45E881-5DFD-BD22-4D8F-F38D2635E4BB}"/>
              </a:ext>
            </a:extLst>
          </p:cNvPr>
          <p:cNvSpPr/>
          <p:nvPr/>
        </p:nvSpPr>
        <p:spPr>
          <a:xfrm>
            <a:off x="8770796" y="6589649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79" name="Rectangle: Rounded Corners 278">
            <a:extLst>
              <a:ext uri="{FF2B5EF4-FFF2-40B4-BE49-F238E27FC236}">
                <a16:creationId xmlns:a16="http://schemas.microsoft.com/office/drawing/2014/main" id="{64A911A7-30B4-48B7-238D-F98D3B6ED30A}"/>
              </a:ext>
            </a:extLst>
          </p:cNvPr>
          <p:cNvSpPr/>
          <p:nvPr/>
        </p:nvSpPr>
        <p:spPr>
          <a:xfrm>
            <a:off x="8980748" y="6603324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80" name="Rectangle: Rounded Corners 279">
            <a:extLst>
              <a:ext uri="{FF2B5EF4-FFF2-40B4-BE49-F238E27FC236}">
                <a16:creationId xmlns:a16="http://schemas.microsoft.com/office/drawing/2014/main" id="{1F3EF792-F83B-3359-3E51-9BC84899B10C}"/>
              </a:ext>
            </a:extLst>
          </p:cNvPr>
          <p:cNvSpPr/>
          <p:nvPr/>
        </p:nvSpPr>
        <p:spPr>
          <a:xfrm>
            <a:off x="9172381" y="6603324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1" name="Rectangle: Rounded Corners 280">
            <a:extLst>
              <a:ext uri="{FF2B5EF4-FFF2-40B4-BE49-F238E27FC236}">
                <a16:creationId xmlns:a16="http://schemas.microsoft.com/office/drawing/2014/main" id="{E960DADA-6855-C66F-1217-0C935D6220D3}"/>
              </a:ext>
            </a:extLst>
          </p:cNvPr>
          <p:cNvSpPr/>
          <p:nvPr/>
        </p:nvSpPr>
        <p:spPr>
          <a:xfrm>
            <a:off x="9388418" y="6603324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82" name="Rectangle: Rounded Corners 281">
            <a:extLst>
              <a:ext uri="{FF2B5EF4-FFF2-40B4-BE49-F238E27FC236}">
                <a16:creationId xmlns:a16="http://schemas.microsoft.com/office/drawing/2014/main" id="{F92BB896-3AB6-5A51-D00C-E98E86602788}"/>
              </a:ext>
            </a:extLst>
          </p:cNvPr>
          <p:cNvSpPr/>
          <p:nvPr/>
        </p:nvSpPr>
        <p:spPr>
          <a:xfrm>
            <a:off x="9582327" y="6611346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2B4183E2-CDAB-CA4A-2858-9B2DFFD3EDA7}"/>
              </a:ext>
            </a:extLst>
          </p:cNvPr>
          <p:cNvSpPr/>
          <p:nvPr/>
        </p:nvSpPr>
        <p:spPr>
          <a:xfrm>
            <a:off x="9773960" y="6611346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84" name="Rectangle: Rounded Corners 283">
            <a:extLst>
              <a:ext uri="{FF2B5EF4-FFF2-40B4-BE49-F238E27FC236}">
                <a16:creationId xmlns:a16="http://schemas.microsoft.com/office/drawing/2014/main" id="{92DD52FD-F144-F5BA-4FF5-0BD528E8EF94}"/>
              </a:ext>
            </a:extLst>
          </p:cNvPr>
          <p:cNvSpPr/>
          <p:nvPr/>
        </p:nvSpPr>
        <p:spPr>
          <a:xfrm>
            <a:off x="9989997" y="6611346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85" name="Rectangle: Rounded Corners 284">
            <a:extLst>
              <a:ext uri="{FF2B5EF4-FFF2-40B4-BE49-F238E27FC236}">
                <a16:creationId xmlns:a16="http://schemas.microsoft.com/office/drawing/2014/main" id="{EAF3BE34-F5C9-7D65-5ABD-19396DD6DD9E}"/>
              </a:ext>
            </a:extLst>
          </p:cNvPr>
          <p:cNvSpPr/>
          <p:nvPr/>
        </p:nvSpPr>
        <p:spPr>
          <a:xfrm>
            <a:off x="10551706" y="6572374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71DBBBAF-2F8C-C84A-6370-EDB8FF73E739}"/>
              </a:ext>
            </a:extLst>
          </p:cNvPr>
          <p:cNvSpPr/>
          <p:nvPr/>
        </p:nvSpPr>
        <p:spPr>
          <a:xfrm>
            <a:off x="10743339" y="6572374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86AD25AB-6EFE-64D2-CC17-37C5847DFF7D}"/>
              </a:ext>
            </a:extLst>
          </p:cNvPr>
          <p:cNvSpPr/>
          <p:nvPr/>
        </p:nvSpPr>
        <p:spPr>
          <a:xfrm>
            <a:off x="10959376" y="6572374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88" name="Rectangle: Rounded Corners 287">
            <a:extLst>
              <a:ext uri="{FF2B5EF4-FFF2-40B4-BE49-F238E27FC236}">
                <a16:creationId xmlns:a16="http://schemas.microsoft.com/office/drawing/2014/main" id="{744A27ED-A419-CC74-F79A-FCF54255CFF4}"/>
              </a:ext>
            </a:extLst>
          </p:cNvPr>
          <p:cNvSpPr/>
          <p:nvPr/>
        </p:nvSpPr>
        <p:spPr>
          <a:xfrm>
            <a:off x="11169328" y="6586049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89" name="Rectangle: Rounded Corners 288">
            <a:extLst>
              <a:ext uri="{FF2B5EF4-FFF2-40B4-BE49-F238E27FC236}">
                <a16:creationId xmlns:a16="http://schemas.microsoft.com/office/drawing/2014/main" id="{51A2B99C-C1F3-E25B-68D0-F4CF1A09BD5A}"/>
              </a:ext>
            </a:extLst>
          </p:cNvPr>
          <p:cNvSpPr/>
          <p:nvPr/>
        </p:nvSpPr>
        <p:spPr>
          <a:xfrm>
            <a:off x="11360961" y="6586049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0" name="Rectangle: Rounded Corners 289">
            <a:extLst>
              <a:ext uri="{FF2B5EF4-FFF2-40B4-BE49-F238E27FC236}">
                <a16:creationId xmlns:a16="http://schemas.microsoft.com/office/drawing/2014/main" id="{E60D89BF-B747-49F6-4027-70FF375F1945}"/>
              </a:ext>
            </a:extLst>
          </p:cNvPr>
          <p:cNvSpPr/>
          <p:nvPr/>
        </p:nvSpPr>
        <p:spPr>
          <a:xfrm>
            <a:off x="11576998" y="6586049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91" name="Rectangle: Rounded Corners 290">
            <a:extLst>
              <a:ext uri="{FF2B5EF4-FFF2-40B4-BE49-F238E27FC236}">
                <a16:creationId xmlns:a16="http://schemas.microsoft.com/office/drawing/2014/main" id="{E9336CA5-DEFD-FCC2-BCB2-F53062CAF4B2}"/>
              </a:ext>
            </a:extLst>
          </p:cNvPr>
          <p:cNvSpPr/>
          <p:nvPr/>
        </p:nvSpPr>
        <p:spPr>
          <a:xfrm>
            <a:off x="11770907" y="6594071"/>
            <a:ext cx="156192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92" name="Rectangle: Rounded Corners 291">
            <a:extLst>
              <a:ext uri="{FF2B5EF4-FFF2-40B4-BE49-F238E27FC236}">
                <a16:creationId xmlns:a16="http://schemas.microsoft.com/office/drawing/2014/main" id="{622DA491-0748-9753-B84E-DFFB42415292}"/>
              </a:ext>
            </a:extLst>
          </p:cNvPr>
          <p:cNvSpPr/>
          <p:nvPr/>
        </p:nvSpPr>
        <p:spPr>
          <a:xfrm>
            <a:off x="11962540" y="6594071"/>
            <a:ext cx="156191" cy="35142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D51A8B93-0E9A-52E2-0FA4-33CF4F54AA36}"/>
              </a:ext>
            </a:extLst>
          </p:cNvPr>
          <p:cNvSpPr/>
          <p:nvPr/>
        </p:nvSpPr>
        <p:spPr>
          <a:xfrm>
            <a:off x="12178577" y="6594071"/>
            <a:ext cx="156191" cy="35142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BB70B536-AD99-2E69-25D5-93857F9C5F75}"/>
              </a:ext>
            </a:extLst>
          </p:cNvPr>
          <p:cNvGrpSpPr/>
          <p:nvPr/>
        </p:nvGrpSpPr>
        <p:grpSpPr>
          <a:xfrm>
            <a:off x="3624994" y="1339788"/>
            <a:ext cx="2696949" cy="840601"/>
            <a:chOff x="1159468" y="892337"/>
            <a:chExt cx="2690674" cy="89560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95" name="Rectangle: Rounded Corners 294">
              <a:extLst>
                <a:ext uri="{FF2B5EF4-FFF2-40B4-BE49-F238E27FC236}">
                  <a16:creationId xmlns:a16="http://schemas.microsoft.com/office/drawing/2014/main" id="{C5B1C77A-FC62-30A4-9BEB-98B30332A850}"/>
                </a:ext>
              </a:extLst>
            </p:cNvPr>
            <p:cNvSpPr/>
            <p:nvPr/>
          </p:nvSpPr>
          <p:spPr>
            <a:xfrm>
              <a:off x="1159468" y="892337"/>
              <a:ext cx="2690674" cy="89560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800"/>
            </a:p>
          </p:txBody>
        </p:sp>
        <p:sp>
          <p:nvSpPr>
            <p:cNvPr id="296" name="Rectangle: Rounded Corners 4">
              <a:extLst>
                <a:ext uri="{FF2B5EF4-FFF2-40B4-BE49-F238E27FC236}">
                  <a16:creationId xmlns:a16="http://schemas.microsoft.com/office/drawing/2014/main" id="{7B1CA56E-802C-34CC-B383-EAECA1BFC0CB}"/>
                </a:ext>
              </a:extLst>
            </p:cNvPr>
            <p:cNvSpPr txBox="1"/>
            <p:nvPr/>
          </p:nvSpPr>
          <p:spPr>
            <a:xfrm>
              <a:off x="1317468" y="1104856"/>
              <a:ext cx="2369981" cy="471344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/>
                <a:t>Size(locations) </a:t>
              </a:r>
            </a:p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/>
                <a:t>= 4 x 3 x 2 = 24</a:t>
              </a:r>
            </a:p>
          </p:txBody>
        </p:sp>
      </p:grpSp>
      <p:sp>
        <p:nvSpPr>
          <p:cNvPr id="297" name="Content Placeholder 3">
            <a:extLst>
              <a:ext uri="{FF2B5EF4-FFF2-40B4-BE49-F238E27FC236}">
                <a16:creationId xmlns:a16="http://schemas.microsoft.com/office/drawing/2014/main" id="{7AB8D1E8-5CAF-1682-3F01-CE51D512DE31}"/>
              </a:ext>
            </a:extLst>
          </p:cNvPr>
          <p:cNvSpPr txBox="1">
            <a:spLocks/>
          </p:cNvSpPr>
          <p:nvPr/>
        </p:nvSpPr>
        <p:spPr>
          <a:xfrm>
            <a:off x="6460943" y="1832763"/>
            <a:ext cx="6138030" cy="398243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0" tIns="45720" rIns="91440" bIns="45720" rtlCol="0">
            <a:normAutofit lnSpcReduction="1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Each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</a:rPr>
              <a:t>threeD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 [ T ] contains 3 x 2 locations.</a:t>
            </a:r>
          </a:p>
          <a:p>
            <a:pPr marL="0" indent="0">
              <a:buClr>
                <a:srgbClr val="00B0F0"/>
              </a:buClr>
              <a:buNone/>
            </a:pP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14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500"/>
                            </p:stCondLst>
                            <p:childTnLst>
                              <p:par>
                                <p:cTn id="1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5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50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500"/>
                            </p:stCondLst>
                            <p:childTnLst>
                              <p:par>
                                <p:cTn id="16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000"/>
                            </p:stCondLst>
                            <p:childTnLst>
                              <p:par>
                                <p:cTn id="1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250"/>
                            </p:stCondLst>
                            <p:childTnLst>
                              <p:par>
                                <p:cTn id="17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25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4" dur="25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500"/>
                            </p:stCondLst>
                            <p:childTnLst>
                              <p:par>
                                <p:cTn id="17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5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9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750"/>
                            </p:stCondLst>
                            <p:childTnLst>
                              <p:par>
                                <p:cTn id="18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5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4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3000"/>
                            </p:stCondLst>
                            <p:childTnLst>
                              <p:par>
                                <p:cTn id="18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5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9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250"/>
                            </p:stCondLst>
                            <p:childTnLst>
                              <p:par>
                                <p:cTn id="19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5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4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3500"/>
                            </p:stCondLst>
                            <p:childTnLst>
                              <p:par>
                                <p:cTn id="19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5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9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750"/>
                            </p:stCondLst>
                            <p:childTnLst>
                              <p:par>
                                <p:cTn id="20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5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4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4000"/>
                            </p:stCondLst>
                            <p:childTnLst>
                              <p:par>
                                <p:cTn id="20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5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9" dur="2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4250"/>
                            </p:stCondLst>
                            <p:childTnLst>
                              <p:par>
                                <p:cTn id="21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5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4" dur="2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4500"/>
                            </p:stCondLst>
                            <p:childTnLst>
                              <p:par>
                                <p:cTn id="21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5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9" dur="2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4750"/>
                            </p:stCondLst>
                            <p:childTnLst>
                              <p:par>
                                <p:cTn id="2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5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4" dur="2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5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9" dur="2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250"/>
                            </p:stCondLst>
                            <p:childTnLst>
                              <p:par>
                                <p:cTn id="2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5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4" dur="2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500"/>
                            </p:stCondLst>
                            <p:childTnLst>
                              <p:par>
                                <p:cTn id="2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5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9" dur="2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750"/>
                            </p:stCondLst>
                            <p:childTnLst>
                              <p:par>
                                <p:cTn id="24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5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4" dur="2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6000"/>
                            </p:stCondLst>
                            <p:childTnLst>
                              <p:par>
                                <p:cTn id="24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6250"/>
                            </p:stCondLst>
                            <p:childTnLst>
                              <p:par>
                                <p:cTn id="2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6500"/>
                            </p:stCondLst>
                            <p:childTnLst>
                              <p:par>
                                <p:cTn id="25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6750"/>
                            </p:stCondLst>
                            <p:childTnLst>
                              <p:par>
                                <p:cTn id="2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7250"/>
                            </p:stCondLst>
                            <p:childTnLst>
                              <p:par>
                                <p:cTn id="27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7500"/>
                            </p:stCondLst>
                            <p:childTnLst>
                              <p:par>
                                <p:cTn id="2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7750"/>
                            </p:stCondLst>
                            <p:childTnLst>
                              <p:par>
                                <p:cTn id="28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8000"/>
                            </p:stCondLst>
                            <p:childTnLst>
                              <p:par>
                                <p:cTn id="28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8250"/>
                            </p:stCondLst>
                            <p:childTnLst>
                              <p:par>
                                <p:cTn id="29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8500"/>
                            </p:stCondLst>
                            <p:childTnLst>
                              <p:par>
                                <p:cTn id="29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8750"/>
                            </p:stCondLst>
                            <p:childTnLst>
                              <p:par>
                                <p:cTn id="30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9000"/>
                            </p:stCondLst>
                            <p:childTnLst>
                              <p:par>
                                <p:cTn id="30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9250"/>
                            </p:stCondLst>
                            <p:childTnLst>
                              <p:par>
                                <p:cTn id="31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4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9500"/>
                            </p:stCondLst>
                            <p:childTnLst>
                              <p:par>
                                <p:cTn id="31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9750"/>
                            </p:stCondLst>
                            <p:childTnLst>
                              <p:par>
                                <p:cTn id="3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10000"/>
                            </p:stCondLst>
                            <p:childTnLst>
                              <p:par>
                                <p:cTn id="3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10250"/>
                            </p:stCondLst>
                            <p:childTnLst>
                              <p:par>
                                <p:cTn id="3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2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0750"/>
                            </p:stCondLst>
                            <p:childTnLst>
                              <p:par>
                                <p:cTn id="3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4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11000"/>
                            </p:stCondLst>
                            <p:childTnLst>
                              <p:par>
                                <p:cTn id="34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9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11250"/>
                            </p:stCondLst>
                            <p:childTnLst>
                              <p:par>
                                <p:cTn id="35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2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4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1500"/>
                            </p:stCondLst>
                            <p:childTnLst>
                              <p:par>
                                <p:cTn id="35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25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11750"/>
                            </p:stCondLst>
                            <p:childTnLst>
                              <p:par>
                                <p:cTn id="3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4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12000"/>
                            </p:stCondLst>
                            <p:childTnLst>
                              <p:par>
                                <p:cTn id="36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25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9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12250"/>
                            </p:stCondLst>
                            <p:childTnLst>
                              <p:par>
                                <p:cTn id="37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25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12500"/>
                            </p:stCondLst>
                            <p:childTnLst>
                              <p:par>
                                <p:cTn id="3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25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12750"/>
                            </p:stCondLst>
                            <p:childTnLst>
                              <p:par>
                                <p:cTn id="3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25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4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13000"/>
                            </p:stCondLst>
                            <p:childTnLst>
                              <p:par>
                                <p:cTn id="38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2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13250"/>
                            </p:stCondLst>
                            <p:childTnLst>
                              <p:par>
                                <p:cTn id="39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25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4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13500"/>
                            </p:stCondLst>
                            <p:childTnLst>
                              <p:par>
                                <p:cTn id="39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25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13750"/>
                            </p:stCondLst>
                            <p:childTnLst>
                              <p:par>
                                <p:cTn id="40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25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4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14000"/>
                            </p:stCondLst>
                            <p:childTnLst>
                              <p:par>
                                <p:cTn id="40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25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9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14250"/>
                            </p:stCondLst>
                            <p:childTnLst>
                              <p:par>
                                <p:cTn id="41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25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4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14500"/>
                            </p:stCondLst>
                            <p:childTnLst>
                              <p:par>
                                <p:cTn id="4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25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9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14750"/>
                            </p:stCondLst>
                            <p:childTnLst>
                              <p:par>
                                <p:cTn id="4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25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4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5000"/>
                            </p:stCondLst>
                            <p:childTnLst>
                              <p:par>
                                <p:cTn id="4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9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15250"/>
                            </p:stCondLst>
                            <p:childTnLst>
                              <p:par>
                                <p:cTn id="4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25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4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15500"/>
                            </p:stCondLst>
                            <p:childTnLst>
                              <p:par>
                                <p:cTn id="43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9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15750"/>
                            </p:stCondLst>
                            <p:childTnLst>
                              <p:par>
                                <p:cTn id="44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3" dur="25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4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16000"/>
                            </p:stCondLst>
                            <p:childTnLst>
                              <p:par>
                                <p:cTn id="4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8" dur="25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16250"/>
                            </p:stCondLst>
                            <p:childTnLst>
                              <p:par>
                                <p:cTn id="45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25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4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16500"/>
                            </p:stCondLst>
                            <p:childTnLst>
                              <p:par>
                                <p:cTn id="45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8" dur="25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9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16750"/>
                            </p:stCondLst>
                            <p:childTnLst>
                              <p:par>
                                <p:cTn id="46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25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4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17000"/>
                            </p:stCondLst>
                            <p:childTnLst>
                              <p:par>
                                <p:cTn id="46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8" dur="25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9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17250"/>
                            </p:stCondLst>
                            <p:childTnLst>
                              <p:par>
                                <p:cTn id="47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25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4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17500"/>
                            </p:stCondLst>
                            <p:childTnLst>
                              <p:par>
                                <p:cTn id="47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25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9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17750"/>
                            </p:stCondLst>
                            <p:childTnLst>
                              <p:par>
                                <p:cTn id="48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3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4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18000"/>
                            </p:stCondLst>
                            <p:childTnLst>
                              <p:par>
                                <p:cTn id="48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8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9" fill="hold">
                            <p:stCondLst>
                              <p:cond delay="18250"/>
                            </p:stCondLst>
                            <p:childTnLst>
                              <p:par>
                                <p:cTn id="49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2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3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18500"/>
                            </p:stCondLst>
                            <p:childTnLst>
                              <p:par>
                                <p:cTn id="49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25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8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18750"/>
                            </p:stCondLst>
                            <p:childTnLst>
                              <p:par>
                                <p:cTn id="50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2" dur="25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3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>
                            <p:stCondLst>
                              <p:cond delay="19000"/>
                            </p:stCondLst>
                            <p:childTnLst>
                              <p:par>
                                <p:cTn id="50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7" dur="25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8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19250"/>
                            </p:stCondLst>
                            <p:childTnLst>
                              <p:par>
                                <p:cTn id="5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2" dur="25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3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4" fill="hold">
                            <p:stCondLst>
                              <p:cond delay="19500"/>
                            </p:stCondLst>
                            <p:childTnLst>
                              <p:par>
                                <p:cTn id="5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7" dur="25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8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19750"/>
                            </p:stCondLst>
                            <p:childTnLst>
                              <p:par>
                                <p:cTn id="52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2" dur="25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3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5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7" dur="25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8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20250"/>
                            </p:stCondLst>
                            <p:childTnLst>
                              <p:par>
                                <p:cTn id="5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2" dur="25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3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20500"/>
                            </p:stCondLst>
                            <p:childTnLst>
                              <p:par>
                                <p:cTn id="5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7" dur="25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8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20750"/>
                            </p:stCondLst>
                            <p:childTnLst>
                              <p:par>
                                <p:cTn id="5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2" dur="25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3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fill="hold">
                            <p:stCondLst>
                              <p:cond delay="21000"/>
                            </p:stCondLst>
                            <p:childTnLst>
                              <p:par>
                                <p:cTn id="5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7" dur="25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8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21250"/>
                            </p:stCondLst>
                            <p:childTnLst>
                              <p:par>
                                <p:cTn id="5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2" dur="25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3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4" fill="hold">
                            <p:stCondLst>
                              <p:cond delay="21500"/>
                            </p:stCondLst>
                            <p:childTnLst>
                              <p:par>
                                <p:cTn id="5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7" dur="25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8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9" fill="hold">
                            <p:stCondLst>
                              <p:cond delay="21750"/>
                            </p:stCondLst>
                            <p:childTnLst>
                              <p:par>
                                <p:cTn id="5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2" dur="25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3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22000"/>
                            </p:stCondLst>
                            <p:childTnLst>
                              <p:par>
                                <p:cTn id="5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7" dur="25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8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9" fill="hold">
                            <p:stCondLst>
                              <p:cond delay="22250"/>
                            </p:stCondLst>
                            <p:childTnLst>
                              <p:par>
                                <p:cTn id="5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2" dur="25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3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22500"/>
                            </p:stCondLst>
                            <p:childTnLst>
                              <p:par>
                                <p:cTn id="57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7" dur="25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8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fill="hold">
                            <p:stCondLst>
                              <p:cond delay="22750"/>
                            </p:stCondLst>
                            <p:childTnLst>
                              <p:par>
                                <p:cTn id="58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2" dur="25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3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4" fill="hold">
                            <p:stCondLst>
                              <p:cond delay="23000"/>
                            </p:stCondLst>
                            <p:childTnLst>
                              <p:par>
                                <p:cTn id="58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7" dur="25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8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9" fill="hold">
                            <p:stCondLst>
                              <p:cond delay="23250"/>
                            </p:stCondLst>
                            <p:childTnLst>
                              <p:par>
                                <p:cTn id="59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2" dur="25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93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23500"/>
                            </p:stCondLst>
                            <p:childTnLst>
                              <p:par>
                                <p:cTn id="59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7" dur="25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98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9" fill="hold">
                            <p:stCondLst>
                              <p:cond delay="23750"/>
                            </p:stCondLst>
                            <p:childTnLst>
                              <p:par>
                                <p:cTn id="60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2" dur="25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3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4" fill="hold">
                            <p:stCondLst>
                              <p:cond delay="24000"/>
                            </p:stCondLst>
                            <p:childTnLst>
                              <p:par>
                                <p:cTn id="60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7" dur="25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8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" fill="hold">
                            <p:stCondLst>
                              <p:cond delay="24250"/>
                            </p:stCondLst>
                            <p:childTnLst>
                              <p:par>
                                <p:cTn id="6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2" dur="25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3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4" fill="hold">
                            <p:stCondLst>
                              <p:cond delay="24500"/>
                            </p:stCondLst>
                            <p:childTnLst>
                              <p:par>
                                <p:cTn id="6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7" dur="25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8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9" fill="hold">
                            <p:stCondLst>
                              <p:cond delay="24750"/>
                            </p:stCondLst>
                            <p:childTnLst>
                              <p:par>
                                <p:cTn id="62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2" dur="25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3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fill="hold">
                            <p:stCondLst>
                              <p:cond delay="25000"/>
                            </p:stCondLst>
                            <p:childTnLst>
                              <p:par>
                                <p:cTn id="6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7" dur="25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8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9" fill="hold">
                            <p:stCondLst>
                              <p:cond delay="25250"/>
                            </p:stCondLst>
                            <p:childTnLst>
                              <p:par>
                                <p:cTn id="6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2" dur="25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3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>
                            <p:stCondLst>
                              <p:cond delay="25500"/>
                            </p:stCondLst>
                            <p:childTnLst>
                              <p:par>
                                <p:cTn id="6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7" dur="25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8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9" fill="hold">
                            <p:stCondLst>
                              <p:cond delay="25750"/>
                            </p:stCondLst>
                            <p:childTnLst>
                              <p:par>
                                <p:cTn id="6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2" dur="25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43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4" fill="hold">
                            <p:stCondLst>
                              <p:cond delay="26000"/>
                            </p:stCondLst>
                            <p:childTnLst>
                              <p:par>
                                <p:cTn id="6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7" dur="25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8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" fill="hold">
                            <p:stCondLst>
                              <p:cond delay="26250"/>
                            </p:stCondLst>
                            <p:childTnLst>
                              <p:par>
                                <p:cTn id="6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2" dur="25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3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4" fill="hold">
                            <p:stCondLst>
                              <p:cond delay="26500"/>
                            </p:stCondLst>
                            <p:childTnLst>
                              <p:par>
                                <p:cTn id="6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7" dur="25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8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9" fill="hold">
                            <p:stCondLst>
                              <p:cond delay="26750"/>
                            </p:stCondLst>
                            <p:childTnLst>
                              <p:par>
                                <p:cTn id="66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2" dur="25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3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4" fill="hold">
                            <p:stCondLst>
                              <p:cond delay="27000"/>
                            </p:stCondLst>
                            <p:childTnLst>
                              <p:par>
                                <p:cTn id="6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7" dur="2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8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9" fill="hold">
                            <p:stCondLst>
                              <p:cond delay="27250"/>
                            </p:stCondLst>
                            <p:childTnLst>
                              <p:par>
                                <p:cTn id="67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2" dur="2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3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4" fill="hold">
                            <p:stCondLst>
                              <p:cond delay="27500"/>
                            </p:stCondLst>
                            <p:childTnLst>
                              <p:par>
                                <p:cTn id="67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7" dur="2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8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9" fill="hold">
                            <p:stCondLst>
                              <p:cond delay="27750"/>
                            </p:stCondLst>
                            <p:childTnLst>
                              <p:par>
                                <p:cTn id="68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2" dur="2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3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4" fill="hold">
                            <p:stCondLst>
                              <p:cond delay="28000"/>
                            </p:stCondLst>
                            <p:childTnLst>
                              <p:par>
                                <p:cTn id="68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7" dur="2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8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9" fill="hold">
                            <p:stCondLst>
                              <p:cond delay="28250"/>
                            </p:stCondLst>
                            <p:childTnLst>
                              <p:par>
                                <p:cTn id="69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2" dur="25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3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4" fill="hold">
                            <p:stCondLst>
                              <p:cond delay="28500"/>
                            </p:stCondLst>
                            <p:childTnLst>
                              <p:par>
                                <p:cTn id="69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7" dur="25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8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9" fill="hold">
                            <p:stCondLst>
                              <p:cond delay="28750"/>
                            </p:stCondLst>
                            <p:childTnLst>
                              <p:par>
                                <p:cTn id="70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2" dur="25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03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" fill="hold">
                            <p:stCondLst>
                              <p:cond delay="29000"/>
                            </p:stCondLst>
                            <p:childTnLst>
                              <p:par>
                                <p:cTn id="70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7" dur="25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08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9" fill="hold">
                            <p:stCondLst>
                              <p:cond delay="29250"/>
                            </p:stCondLst>
                            <p:childTnLst>
                              <p:par>
                                <p:cTn id="7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2" dur="25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13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4" fill="hold">
                            <p:stCondLst>
                              <p:cond delay="29500"/>
                            </p:stCondLst>
                            <p:childTnLst>
                              <p:par>
                                <p:cTn id="7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7" dur="25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18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9" fill="hold">
                            <p:stCondLst>
                              <p:cond delay="29750"/>
                            </p:stCondLst>
                            <p:childTnLst>
                              <p:par>
                                <p:cTn id="7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2" dur="25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3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4" fill="hold">
                            <p:stCondLst>
                              <p:cond delay="30000"/>
                            </p:stCondLst>
                            <p:childTnLst>
                              <p:par>
                                <p:cTn id="7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7" dur="25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8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9" fill="hold">
                            <p:stCondLst>
                              <p:cond delay="30250"/>
                            </p:stCondLst>
                            <p:childTnLst>
                              <p:par>
                                <p:cTn id="7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2" dur="2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3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4" fill="hold">
                            <p:stCondLst>
                              <p:cond delay="30500"/>
                            </p:stCondLst>
                            <p:childTnLst>
                              <p:par>
                                <p:cTn id="7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7" dur="2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8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9" fill="hold">
                            <p:stCondLst>
                              <p:cond delay="30750"/>
                            </p:stCondLst>
                            <p:childTnLst>
                              <p:par>
                                <p:cTn id="7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2" dur="25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3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4" fill="hold">
                            <p:stCondLst>
                              <p:cond delay="31000"/>
                            </p:stCondLst>
                            <p:childTnLst>
                              <p:par>
                                <p:cTn id="7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7" dur="25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8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9" fill="hold">
                            <p:stCondLst>
                              <p:cond delay="31250"/>
                            </p:stCondLst>
                            <p:childTnLst>
                              <p:par>
                                <p:cTn id="7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2" dur="2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3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4" fill="hold">
                            <p:stCondLst>
                              <p:cond delay="31500"/>
                            </p:stCondLst>
                            <p:childTnLst>
                              <p:par>
                                <p:cTn id="7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7" dur="2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58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9" fill="hold">
                            <p:stCondLst>
                              <p:cond delay="31750"/>
                            </p:stCondLst>
                            <p:childTnLst>
                              <p:par>
                                <p:cTn id="7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2" dur="25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63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4" fill="hold">
                            <p:stCondLst>
                              <p:cond delay="32000"/>
                            </p:stCondLst>
                            <p:childTnLst>
                              <p:par>
                                <p:cTn id="7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7" dur="25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8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9" fill="hold">
                            <p:stCondLst>
                              <p:cond delay="32250"/>
                            </p:stCondLst>
                            <p:childTnLst>
                              <p:par>
                                <p:cTn id="77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2" dur="25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73" dur="2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4" fill="hold">
                            <p:stCondLst>
                              <p:cond delay="32500"/>
                            </p:stCondLst>
                            <p:childTnLst>
                              <p:par>
                                <p:cTn id="77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7" dur="25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78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9" fill="hold">
                            <p:stCondLst>
                              <p:cond delay="32750"/>
                            </p:stCondLst>
                            <p:childTnLst>
                              <p:par>
                                <p:cTn id="78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2" dur="25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3" dur="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4" fill="hold">
                            <p:stCondLst>
                              <p:cond delay="33000"/>
                            </p:stCondLst>
                            <p:childTnLst>
                              <p:par>
                                <p:cTn id="78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7" dur="25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8" dur="2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9" fill="hold">
                            <p:stCondLst>
                              <p:cond delay="33250"/>
                            </p:stCondLst>
                            <p:childTnLst>
                              <p:par>
                                <p:cTn id="79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2" dur="25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3" dur="2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4" fill="hold">
                            <p:stCondLst>
                              <p:cond delay="33500"/>
                            </p:stCondLst>
                            <p:childTnLst>
                              <p:par>
                                <p:cTn id="79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7" dur="25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8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9" fill="hold">
                            <p:stCondLst>
                              <p:cond delay="33750"/>
                            </p:stCondLst>
                            <p:childTnLst>
                              <p:par>
                                <p:cTn id="80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2" dur="25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3" dur="2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4" fill="hold">
                            <p:stCondLst>
                              <p:cond delay="34000"/>
                            </p:stCondLst>
                            <p:childTnLst>
                              <p:par>
                                <p:cTn id="80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7" dur="2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8" fill="hold">
                            <p:stCondLst>
                              <p:cond delay="34250"/>
                            </p:stCondLst>
                            <p:childTnLst>
                              <p:par>
                                <p:cTn id="80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1" dur="25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12" dur="2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3" fill="hold">
                            <p:stCondLst>
                              <p:cond delay="34500"/>
                            </p:stCondLst>
                            <p:childTnLst>
                              <p:par>
                                <p:cTn id="8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6" dur="25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1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8" fill="hold">
                            <p:stCondLst>
                              <p:cond delay="34750"/>
                            </p:stCondLst>
                            <p:childTnLst>
                              <p:par>
                                <p:cTn id="8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1" dur="25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2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3" fill="hold">
                            <p:stCondLst>
                              <p:cond delay="35000"/>
                            </p:stCondLst>
                            <p:childTnLst>
                              <p:par>
                                <p:cTn id="8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6" dur="25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7" dur="2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8" fill="hold">
                            <p:stCondLst>
                              <p:cond delay="35250"/>
                            </p:stCondLst>
                            <p:childTnLst>
                              <p:par>
                                <p:cTn id="8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1" dur="25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32" dur="2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3" fill="hold">
                            <p:stCondLst>
                              <p:cond delay="35500"/>
                            </p:stCondLst>
                            <p:childTnLst>
                              <p:par>
                                <p:cTn id="8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6" dur="25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37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8" fill="hold">
                            <p:stCondLst>
                              <p:cond delay="35750"/>
                            </p:stCondLst>
                            <p:childTnLst>
                              <p:par>
                                <p:cTn id="8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1" dur="25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2" dur="2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3" fill="hold">
                            <p:stCondLst>
                              <p:cond delay="36000"/>
                            </p:stCondLst>
                            <p:childTnLst>
                              <p:par>
                                <p:cTn id="84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6" dur="25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7" dur="2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8" fill="hold">
                            <p:stCondLst>
                              <p:cond delay="36250"/>
                            </p:stCondLst>
                            <p:childTnLst>
                              <p:par>
                                <p:cTn id="84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1" dur="25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52" dur="2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3" fill="hold">
                            <p:stCondLst>
                              <p:cond delay="36500"/>
                            </p:stCondLst>
                            <p:childTnLst>
                              <p:par>
                                <p:cTn id="85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6" dur="25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57" dur="2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8" fill="hold">
                            <p:stCondLst>
                              <p:cond delay="36750"/>
                            </p:stCondLst>
                            <p:childTnLst>
                              <p:par>
                                <p:cTn id="8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1" dur="25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62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3" fill="hold">
                            <p:stCondLst>
                              <p:cond delay="37000"/>
                            </p:stCondLst>
                            <p:childTnLst>
                              <p:par>
                                <p:cTn id="86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6" dur="25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67" dur="2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8" fill="hold">
                            <p:stCondLst>
                              <p:cond delay="37250"/>
                            </p:stCondLst>
                            <p:childTnLst>
                              <p:par>
                                <p:cTn id="86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1" dur="25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72" dur="2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3" fill="hold">
                            <p:stCondLst>
                              <p:cond delay="37500"/>
                            </p:stCondLst>
                            <p:childTnLst>
                              <p:par>
                                <p:cTn id="8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6" dur="25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7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8" fill="hold">
                            <p:stCondLst>
                              <p:cond delay="37750"/>
                            </p:stCondLst>
                            <p:childTnLst>
                              <p:par>
                                <p:cTn id="87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1" dur="25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82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3" fill="hold">
                            <p:stCondLst>
                              <p:cond delay="38000"/>
                            </p:stCondLst>
                            <p:childTnLst>
                              <p:par>
                                <p:cTn id="8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6" dur="25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87" dur="2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8" fill="hold">
                            <p:stCondLst>
                              <p:cond delay="38250"/>
                            </p:stCondLst>
                            <p:childTnLst>
                              <p:par>
                                <p:cTn id="88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1" dur="25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92" dur="2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3" fill="hold">
                            <p:stCondLst>
                              <p:cond delay="38500"/>
                            </p:stCondLst>
                            <p:childTnLst>
                              <p:par>
                                <p:cTn id="89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6" dur="25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97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8" fill="hold">
                            <p:stCondLst>
                              <p:cond delay="38750"/>
                            </p:stCondLst>
                            <p:childTnLst>
                              <p:par>
                                <p:cTn id="89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1" dur="25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2" dur="2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3" fill="hold">
                            <p:stCondLst>
                              <p:cond delay="39000"/>
                            </p:stCondLst>
                            <p:childTnLst>
                              <p:par>
                                <p:cTn id="90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6" dur="25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07" dur="2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8" fill="hold">
                            <p:stCondLst>
                              <p:cond delay="39250"/>
                            </p:stCondLst>
                            <p:childTnLst>
                              <p:par>
                                <p:cTn id="90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1" dur="25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2" dur="2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3" fill="hold">
                            <p:stCondLst>
                              <p:cond delay="39500"/>
                            </p:stCondLst>
                            <p:childTnLst>
                              <p:par>
                                <p:cTn id="9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6" dur="25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7" dur="25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8" fill="hold">
                            <p:stCondLst>
                              <p:cond delay="39750"/>
                            </p:stCondLst>
                            <p:childTnLst>
                              <p:par>
                                <p:cTn id="9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1" dur="25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22" dur="2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3" fill="hold">
                            <p:stCondLst>
                              <p:cond delay="40000"/>
                            </p:stCondLst>
                            <p:childTnLst>
                              <p:par>
                                <p:cTn id="92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6" dur="25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27" dur="2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8" fill="hold">
                            <p:stCondLst>
                              <p:cond delay="40250"/>
                            </p:stCondLst>
                            <p:childTnLst>
                              <p:par>
                                <p:cTn id="92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1" dur="25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32" dur="25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3" fill="hold">
                            <p:stCondLst>
                              <p:cond delay="40500"/>
                            </p:stCondLst>
                            <p:childTnLst>
                              <p:par>
                                <p:cTn id="9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6" dur="25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37" dur="25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8" fill="hold">
                            <p:stCondLst>
                              <p:cond delay="40750"/>
                            </p:stCondLst>
                            <p:childTnLst>
                              <p:par>
                                <p:cTn id="9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1" dur="25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42" dur="25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3" fill="hold">
                            <p:stCondLst>
                              <p:cond delay="41000"/>
                            </p:stCondLst>
                            <p:childTnLst>
                              <p:par>
                                <p:cTn id="94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6" dur="25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47" dur="25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8" fill="hold">
                            <p:stCondLst>
                              <p:cond delay="41250"/>
                            </p:stCondLst>
                            <p:childTnLst>
                              <p:par>
                                <p:cTn id="94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1" dur="25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52" dur="25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3" fill="hold">
                            <p:stCondLst>
                              <p:cond delay="41500"/>
                            </p:stCondLst>
                            <p:childTnLst>
                              <p:par>
                                <p:cTn id="95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6" dur="25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57" dur="25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8" fill="hold">
                            <p:stCondLst>
                              <p:cond delay="41750"/>
                            </p:stCondLst>
                            <p:childTnLst>
                              <p:par>
                                <p:cTn id="95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1" dur="25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2" dur="2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3" fill="hold">
                            <p:stCondLst>
                              <p:cond delay="42000"/>
                            </p:stCondLst>
                            <p:childTnLst>
                              <p:par>
                                <p:cTn id="96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6" dur="25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7" dur="25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8" fill="hold">
                            <p:stCondLst>
                              <p:cond delay="42250"/>
                            </p:stCondLst>
                            <p:childTnLst>
                              <p:par>
                                <p:cTn id="96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1" dur="25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72" dur="2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3" fill="hold">
                            <p:stCondLst>
                              <p:cond delay="42500"/>
                            </p:stCondLst>
                            <p:childTnLst>
                              <p:par>
                                <p:cTn id="97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6" dur="25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77" dur="2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8" fill="hold">
                            <p:stCondLst>
                              <p:cond delay="42750"/>
                            </p:stCondLst>
                            <p:childTnLst>
                              <p:par>
                                <p:cTn id="9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1" dur="25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82" dur="2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3" fill="hold">
                            <p:stCondLst>
                              <p:cond delay="43000"/>
                            </p:stCondLst>
                            <p:childTnLst>
                              <p:par>
                                <p:cTn id="9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6" dur="25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87" dur="2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8" fill="hold">
                            <p:stCondLst>
                              <p:cond delay="43250"/>
                            </p:stCondLst>
                            <p:childTnLst>
                              <p:par>
                                <p:cTn id="98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1" dur="25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92" dur="2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3" fill="hold">
                            <p:stCondLst>
                              <p:cond delay="43500"/>
                            </p:stCondLst>
                            <p:childTnLst>
                              <p:par>
                                <p:cTn id="99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6" dur="25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97" dur="2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8" fill="hold">
                            <p:stCondLst>
                              <p:cond delay="43750"/>
                            </p:stCondLst>
                            <p:childTnLst>
                              <p:par>
                                <p:cTn id="99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1" dur="25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02" dur="2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3" fill="hold">
                            <p:stCondLst>
                              <p:cond delay="44000"/>
                            </p:stCondLst>
                            <p:childTnLst>
                              <p:par>
                                <p:cTn id="100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6" dur="25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07" dur="2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8" fill="hold">
                            <p:stCondLst>
                              <p:cond delay="44250"/>
                            </p:stCondLst>
                            <p:childTnLst>
                              <p:par>
                                <p:cTn id="100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1" dur="25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12" dur="2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3" fill="hold">
                            <p:stCondLst>
                              <p:cond delay="44500"/>
                            </p:stCondLst>
                            <p:childTnLst>
                              <p:par>
                                <p:cTn id="10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6" dur="25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17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8" fill="hold">
                            <p:stCondLst>
                              <p:cond delay="44750"/>
                            </p:stCondLst>
                            <p:childTnLst>
                              <p:par>
                                <p:cTn id="10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1" dur="25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22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3" fill="hold">
                            <p:stCondLst>
                              <p:cond delay="45000"/>
                            </p:stCondLst>
                            <p:childTnLst>
                              <p:par>
                                <p:cTn id="10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6" dur="25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27" dur="25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8" fill="hold">
                            <p:stCondLst>
                              <p:cond delay="45250"/>
                            </p:stCondLst>
                            <p:childTnLst>
                              <p:par>
                                <p:cTn id="102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1" dur="25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32" dur="2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3" fill="hold">
                            <p:stCondLst>
                              <p:cond delay="45500"/>
                            </p:stCondLst>
                            <p:childTnLst>
                              <p:par>
                                <p:cTn id="103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6" dur="25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37" dur="2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8" fill="hold">
                            <p:stCondLst>
                              <p:cond delay="45750"/>
                            </p:stCondLst>
                            <p:childTnLst>
                              <p:par>
                                <p:cTn id="10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1" dur="25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42" dur="25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3" fill="hold">
                            <p:stCondLst>
                              <p:cond delay="46000"/>
                            </p:stCondLst>
                            <p:childTnLst>
                              <p:par>
                                <p:cTn id="104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6" dur="25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47" dur="2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8" fill="hold">
                            <p:stCondLst>
                              <p:cond delay="46250"/>
                            </p:stCondLst>
                            <p:childTnLst>
                              <p:par>
                                <p:cTn id="104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1" dur="25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52" dur="2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3" fill="hold">
                            <p:stCondLst>
                              <p:cond delay="46500"/>
                            </p:stCondLst>
                            <p:childTnLst>
                              <p:par>
                                <p:cTn id="105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6" dur="25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57" dur="2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8" fill="hold">
                            <p:stCondLst>
                              <p:cond delay="46750"/>
                            </p:stCondLst>
                            <p:childTnLst>
                              <p:par>
                                <p:cTn id="105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1" dur="25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62" dur="2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3" fill="hold">
                            <p:stCondLst>
                              <p:cond delay="47000"/>
                            </p:stCondLst>
                            <p:childTnLst>
                              <p:par>
                                <p:cTn id="106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6" dur="25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67" dur="25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8" fill="hold">
                            <p:stCondLst>
                              <p:cond delay="47250"/>
                            </p:stCondLst>
                            <p:childTnLst>
                              <p:par>
                                <p:cTn id="106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1" dur="25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72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3" fill="hold">
                            <p:stCondLst>
                              <p:cond delay="47500"/>
                            </p:stCondLst>
                            <p:childTnLst>
                              <p:par>
                                <p:cTn id="107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6" dur="25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77" dur="2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8" fill="hold">
                            <p:stCondLst>
                              <p:cond delay="47750"/>
                            </p:stCondLst>
                            <p:childTnLst>
                              <p:par>
                                <p:cTn id="107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1" dur="25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82" dur="25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3" fill="hold">
                            <p:stCondLst>
                              <p:cond delay="48000"/>
                            </p:stCondLst>
                            <p:childTnLst>
                              <p:par>
                                <p:cTn id="108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6" dur="25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87" dur="2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8" fill="hold">
                            <p:stCondLst>
                              <p:cond delay="48250"/>
                            </p:stCondLst>
                            <p:childTnLst>
                              <p:par>
                                <p:cTn id="108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1" dur="25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92" dur="2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3" fill="hold">
                            <p:stCondLst>
                              <p:cond delay="48500"/>
                            </p:stCondLst>
                            <p:childTnLst>
                              <p:par>
                                <p:cTn id="109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6" dur="25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97" dur="25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8" fill="hold">
                            <p:stCondLst>
                              <p:cond delay="48750"/>
                            </p:stCondLst>
                            <p:childTnLst>
                              <p:par>
                                <p:cTn id="109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1" dur="25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02" dur="25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3" fill="hold">
                            <p:stCondLst>
                              <p:cond delay="49000"/>
                            </p:stCondLst>
                            <p:childTnLst>
                              <p:par>
                                <p:cTn id="110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6" dur="25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07" dur="2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8" fill="hold">
                            <p:stCondLst>
                              <p:cond delay="49250"/>
                            </p:stCondLst>
                            <p:childTnLst>
                              <p:par>
                                <p:cTn id="110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1" dur="25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12" dur="2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3" fill="hold">
                            <p:stCondLst>
                              <p:cond delay="49500"/>
                            </p:stCondLst>
                            <p:childTnLst>
                              <p:par>
                                <p:cTn id="11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6" dur="25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17" dur="25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8" fill="hold">
                            <p:stCondLst>
                              <p:cond delay="49750"/>
                            </p:stCondLst>
                            <p:childTnLst>
                              <p:par>
                                <p:cTn id="11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1" dur="25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22" dur="25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3" fill="hold">
                            <p:stCondLst>
                              <p:cond delay="50000"/>
                            </p:stCondLst>
                            <p:childTnLst>
                              <p:par>
                                <p:cTn id="11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6" dur="25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7" fill="hold">
                            <p:stCondLst>
                              <p:cond delay="50250"/>
                            </p:stCondLst>
                            <p:childTnLst>
                              <p:par>
                                <p:cTn id="11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0" dur="25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31" dur="25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2" fill="hold">
                            <p:stCondLst>
                              <p:cond delay="50500"/>
                            </p:stCondLst>
                            <p:childTnLst>
                              <p:par>
                                <p:cTn id="11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5" dur="25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36" dur="25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7" fill="hold">
                            <p:stCondLst>
                              <p:cond delay="50750"/>
                            </p:stCondLst>
                            <p:childTnLst>
                              <p:par>
                                <p:cTn id="11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0" dur="25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41" dur="2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2" fill="hold">
                            <p:stCondLst>
                              <p:cond delay="51000"/>
                            </p:stCondLst>
                            <p:childTnLst>
                              <p:par>
                                <p:cTn id="11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5" dur="25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46" dur="25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7" fill="hold">
                            <p:stCondLst>
                              <p:cond delay="51250"/>
                            </p:stCondLst>
                            <p:childTnLst>
                              <p:par>
                                <p:cTn id="11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0" dur="25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51" dur="25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2" fill="hold">
                            <p:stCondLst>
                              <p:cond delay="51500"/>
                            </p:stCondLst>
                            <p:childTnLst>
                              <p:par>
                                <p:cTn id="11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5" dur="25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56" dur="25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7" fill="hold">
                            <p:stCondLst>
                              <p:cond delay="51750"/>
                            </p:stCondLst>
                            <p:childTnLst>
                              <p:par>
                                <p:cTn id="11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0" dur="25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61" dur="25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2" fill="hold">
                            <p:stCondLst>
                              <p:cond delay="52000"/>
                            </p:stCondLst>
                            <p:childTnLst>
                              <p:par>
                                <p:cTn id="116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5" dur="25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66" dur="2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7" fill="hold">
                            <p:stCondLst>
                              <p:cond delay="52250"/>
                            </p:stCondLst>
                            <p:childTnLst>
                              <p:par>
                                <p:cTn id="116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0" dur="25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1" dur="25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2" fill="hold">
                            <p:stCondLst>
                              <p:cond delay="52500"/>
                            </p:stCondLst>
                            <p:childTnLst>
                              <p:par>
                                <p:cTn id="117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5" dur="25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6" dur="25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7" fill="hold">
                            <p:stCondLst>
                              <p:cond delay="52750"/>
                            </p:stCondLst>
                            <p:childTnLst>
                              <p:par>
                                <p:cTn id="117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0" dur="25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81" dur="25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2" fill="hold">
                            <p:stCondLst>
                              <p:cond delay="53000"/>
                            </p:stCondLst>
                            <p:childTnLst>
                              <p:par>
                                <p:cTn id="11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5" dur="25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86" dur="25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7" fill="hold">
                            <p:stCondLst>
                              <p:cond delay="53250"/>
                            </p:stCondLst>
                            <p:childTnLst>
                              <p:par>
                                <p:cTn id="118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0" dur="25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91" dur="2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2" fill="hold">
                            <p:stCondLst>
                              <p:cond delay="53500"/>
                            </p:stCondLst>
                            <p:childTnLst>
                              <p:par>
                                <p:cTn id="11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5" dur="25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96" dur="25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7" fill="hold">
                            <p:stCondLst>
                              <p:cond delay="53750"/>
                            </p:stCondLst>
                            <p:childTnLst>
                              <p:par>
                                <p:cTn id="119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0" dur="25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01" dur="25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2" fill="hold">
                            <p:stCondLst>
                              <p:cond delay="54000"/>
                            </p:stCondLst>
                            <p:childTnLst>
                              <p:par>
                                <p:cTn id="120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5" dur="25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06" dur="2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7" fill="hold">
                            <p:stCondLst>
                              <p:cond delay="54250"/>
                            </p:stCondLst>
                            <p:childTnLst>
                              <p:par>
                                <p:cTn id="120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0" dur="25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11" dur="2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2" fill="hold">
                            <p:stCondLst>
                              <p:cond delay="54500"/>
                            </p:stCondLst>
                            <p:childTnLst>
                              <p:par>
                                <p:cTn id="12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5" dur="25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16" dur="25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7" fill="hold">
                            <p:stCondLst>
                              <p:cond delay="54750"/>
                            </p:stCondLst>
                            <p:childTnLst>
                              <p:par>
                                <p:cTn id="12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0" dur="25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1" dur="25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2" fill="hold">
                            <p:stCondLst>
                              <p:cond delay="55000"/>
                            </p:stCondLst>
                            <p:childTnLst>
                              <p:par>
                                <p:cTn id="122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5" dur="25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26" dur="25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7" fill="hold">
                            <p:stCondLst>
                              <p:cond delay="55250"/>
                            </p:stCondLst>
                            <p:childTnLst>
                              <p:par>
                                <p:cTn id="12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0" dur="25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31" dur="25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2" fill="hold">
                            <p:stCondLst>
                              <p:cond delay="55500"/>
                            </p:stCondLst>
                            <p:childTnLst>
                              <p:par>
                                <p:cTn id="12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5" dur="25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36" dur="25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7" fill="hold">
                            <p:stCondLst>
                              <p:cond delay="55750"/>
                            </p:stCondLst>
                            <p:childTnLst>
                              <p:par>
                                <p:cTn id="12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0" dur="25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41" dur="25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2" fill="hold">
                            <p:stCondLst>
                              <p:cond delay="56000"/>
                            </p:stCondLst>
                            <p:childTnLst>
                              <p:par>
                                <p:cTn id="12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5" dur="25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46" dur="25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7" fill="hold">
                            <p:stCondLst>
                              <p:cond delay="56250"/>
                            </p:stCondLst>
                            <p:childTnLst>
                              <p:par>
                                <p:cTn id="12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0" dur="25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51" dur="25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2" fill="hold">
                            <p:stCondLst>
                              <p:cond delay="56500"/>
                            </p:stCondLst>
                            <p:childTnLst>
                              <p:par>
                                <p:cTn id="12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5" dur="25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56" dur="25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7" fill="hold">
                            <p:stCondLst>
                              <p:cond delay="56750"/>
                            </p:stCondLst>
                            <p:childTnLst>
                              <p:par>
                                <p:cTn id="12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0" dur="25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61" dur="25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57000"/>
                            </p:stCondLst>
                            <p:childTnLst>
                              <p:par>
                                <p:cTn id="126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5" dur="25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66" dur="25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7" fill="hold">
                            <p:stCondLst>
                              <p:cond delay="57250"/>
                            </p:stCondLst>
                            <p:childTnLst>
                              <p:par>
                                <p:cTn id="126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0" dur="25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71" dur="25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2" fill="hold">
                            <p:stCondLst>
                              <p:cond delay="57500"/>
                            </p:stCondLst>
                            <p:childTnLst>
                              <p:par>
                                <p:cTn id="127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5" dur="25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76" dur="2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7" fill="hold">
                            <p:stCondLst>
                              <p:cond delay="57750"/>
                            </p:stCondLst>
                            <p:childTnLst>
                              <p:par>
                                <p:cTn id="127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0" dur="25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81" dur="25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2" fill="hold">
                            <p:stCondLst>
                              <p:cond delay="58000"/>
                            </p:stCondLst>
                            <p:childTnLst>
                              <p:par>
                                <p:cTn id="128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5" dur="25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86" dur="25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7" fill="hold">
                            <p:stCondLst>
                              <p:cond delay="58250"/>
                            </p:stCondLst>
                            <p:childTnLst>
                              <p:par>
                                <p:cTn id="128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0" dur="25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91" dur="25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2" fill="hold">
                            <p:stCondLst>
                              <p:cond delay="58500"/>
                            </p:stCondLst>
                            <p:childTnLst>
                              <p:par>
                                <p:cTn id="12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5" dur="25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96" dur="2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7" fill="hold">
                            <p:stCondLst>
                              <p:cond delay="58750"/>
                            </p:stCondLst>
                            <p:childTnLst>
                              <p:par>
                                <p:cTn id="129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0" dur="25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01" dur="25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2" fill="hold">
                            <p:stCondLst>
                              <p:cond delay="59000"/>
                            </p:stCondLst>
                            <p:childTnLst>
                              <p:par>
                                <p:cTn id="130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5" dur="25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06" dur="25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7" fill="hold">
                            <p:stCondLst>
                              <p:cond delay="59250"/>
                            </p:stCondLst>
                            <p:childTnLst>
                              <p:par>
                                <p:cTn id="130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0" dur="25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11" dur="25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2" fill="hold">
                            <p:stCondLst>
                              <p:cond delay="59500"/>
                            </p:stCondLst>
                            <p:childTnLst>
                              <p:par>
                                <p:cTn id="13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5" dur="25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16" dur="25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7" fill="hold">
                            <p:stCondLst>
                              <p:cond delay="59750"/>
                            </p:stCondLst>
                            <p:childTnLst>
                              <p:par>
                                <p:cTn id="13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0" dur="25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21" dur="25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2" fill="hold">
                            <p:stCondLst>
                              <p:cond delay="60000"/>
                            </p:stCondLst>
                            <p:childTnLst>
                              <p:par>
                                <p:cTn id="13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5" dur="25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26" dur="25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7" fill="hold">
                            <p:stCondLst>
                              <p:cond delay="60250"/>
                            </p:stCondLst>
                            <p:childTnLst>
                              <p:par>
                                <p:cTn id="13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0" dur="25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31" dur="25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2" fill="hold">
                            <p:stCondLst>
                              <p:cond delay="60500"/>
                            </p:stCondLst>
                            <p:childTnLst>
                              <p:par>
                                <p:cTn id="13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5" dur="25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36" dur="25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7" fill="hold">
                            <p:stCondLst>
                              <p:cond delay="60750"/>
                            </p:stCondLst>
                            <p:childTnLst>
                              <p:par>
                                <p:cTn id="13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0" dur="25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41" dur="25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2" fill="hold">
                            <p:stCondLst>
                              <p:cond delay="61000"/>
                            </p:stCondLst>
                            <p:childTnLst>
                              <p:par>
                                <p:cTn id="13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5" dur="25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46" dur="25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7" fill="hold">
                            <p:stCondLst>
                              <p:cond delay="61250"/>
                            </p:stCondLst>
                            <p:childTnLst>
                              <p:par>
                                <p:cTn id="13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0" dur="25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51" dur="25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2" fill="hold">
                            <p:stCondLst>
                              <p:cond delay="61500"/>
                            </p:stCondLst>
                            <p:childTnLst>
                              <p:par>
                                <p:cTn id="13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5" dur="25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56" dur="25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7" fill="hold">
                            <p:stCondLst>
                              <p:cond delay="61750"/>
                            </p:stCondLst>
                            <p:childTnLst>
                              <p:par>
                                <p:cTn id="135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0" dur="25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61" dur="25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2" fill="hold">
                            <p:stCondLst>
                              <p:cond delay="62000"/>
                            </p:stCondLst>
                            <p:childTnLst>
                              <p:par>
                                <p:cTn id="136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5" dur="25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66" dur="25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7" fill="hold">
                            <p:stCondLst>
                              <p:cond delay="62250"/>
                            </p:stCondLst>
                            <p:childTnLst>
                              <p:par>
                                <p:cTn id="136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0" dur="25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71" dur="25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2" fill="hold">
                            <p:stCondLst>
                              <p:cond delay="62500"/>
                            </p:stCondLst>
                            <p:childTnLst>
                              <p:par>
                                <p:cTn id="137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5" dur="25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76" dur="25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7" fill="hold">
                            <p:stCondLst>
                              <p:cond delay="62750"/>
                            </p:stCondLst>
                            <p:childTnLst>
                              <p:par>
                                <p:cTn id="137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0" dur="25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81" dur="25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2" fill="hold">
                            <p:stCondLst>
                              <p:cond delay="63000"/>
                            </p:stCondLst>
                            <p:childTnLst>
                              <p:par>
                                <p:cTn id="13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5" dur="25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86" dur="25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7" fill="hold">
                            <p:stCondLst>
                              <p:cond delay="63250"/>
                            </p:stCondLst>
                            <p:childTnLst>
                              <p:par>
                                <p:cTn id="138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0" dur="25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91" dur="25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2" fill="hold">
                            <p:stCondLst>
                              <p:cond delay="63500"/>
                            </p:stCondLst>
                            <p:childTnLst>
                              <p:par>
                                <p:cTn id="13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5" dur="25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96" dur="25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7" fill="hold">
                            <p:stCondLst>
                              <p:cond delay="63750"/>
                            </p:stCondLst>
                            <p:childTnLst>
                              <p:par>
                                <p:cTn id="139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0" dur="25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01" dur="25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2" fill="hold">
                            <p:stCondLst>
                              <p:cond delay="64000"/>
                            </p:stCondLst>
                            <p:childTnLst>
                              <p:par>
                                <p:cTn id="140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5" dur="25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06" dur="25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7" fill="hold">
                            <p:stCondLst>
                              <p:cond delay="64250"/>
                            </p:stCondLst>
                            <p:childTnLst>
                              <p:par>
                                <p:cTn id="140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0" dur="25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11" dur="25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2" fill="hold">
                            <p:stCondLst>
                              <p:cond delay="64500"/>
                            </p:stCondLst>
                            <p:childTnLst>
                              <p:par>
                                <p:cTn id="14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5" dur="25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16" dur="25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7" fill="hold">
                            <p:stCondLst>
                              <p:cond delay="64750"/>
                            </p:stCondLst>
                            <p:childTnLst>
                              <p:par>
                                <p:cTn id="14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0" dur="25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21" dur="25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4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5" dur="25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26" dur="25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7" fill="hold">
                      <p:stCondLst>
                        <p:cond delay="indefinite"/>
                      </p:stCondLst>
                      <p:childTnLst>
                        <p:par>
                          <p:cTn id="1428" fill="hold">
                            <p:stCondLst>
                              <p:cond delay="0"/>
                            </p:stCondLst>
                            <p:childTnLst>
                              <p:par>
                                <p:cTn id="14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1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2" fill="hold">
                      <p:stCondLst>
                        <p:cond delay="indefinite"/>
                      </p:stCondLst>
                      <p:childTnLst>
                        <p:par>
                          <p:cTn id="1433" fill="hold">
                            <p:stCondLst>
                              <p:cond delay="0"/>
                            </p:stCondLst>
                            <p:childTnLst>
                              <p:par>
                                <p:cTn id="14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36" dur="2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" grpId="0" animBg="1"/>
      <p:bldP spid="3" grpId="0" animBg="1"/>
      <p:bldP spid="5" grpId="0" animBg="1"/>
      <p:bldP spid="7" grpId="0" animBg="1"/>
      <p:bldP spid="32" grpId="0" animBg="1"/>
      <p:bldP spid="33" grpId="0" animBg="1"/>
      <p:bldP spid="34" grpId="0" animBg="1"/>
      <p:bldP spid="53" grpId="0" animBg="1"/>
      <p:bldP spid="54" grpId="0" animBg="1"/>
      <p:bldP spid="55" grpId="0" animBg="1"/>
      <p:bldP spid="125" grpId="0" animBg="1"/>
      <p:bldP spid="126" grpId="0" animBg="1"/>
      <p:bldP spid="127" grpId="0" animBg="1"/>
      <p:bldP spid="128" grpId="0" animBg="1"/>
      <p:bldP spid="144" grpId="0" animBg="1"/>
      <p:bldP spid="145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46" grpId="0" animBg="1"/>
      <p:bldP spid="147" grpId="0" animBg="1"/>
      <p:bldP spid="148" grpId="0" animBg="1"/>
      <p:bldP spid="149" grpId="0" animBg="1"/>
      <p:bldP spid="164" grpId="0" animBg="1"/>
      <p:bldP spid="165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28" grpId="0" animBg="1"/>
      <p:bldP spid="229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D56E35E-8F4A-BBC3-4181-2BAD8A6C1A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81" y="695109"/>
            <a:ext cx="3004169" cy="15938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8128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333" b="1" i="0" kern="1200" spc="89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Mapping Dimensions &amp; Calculating Sizes (Locations)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3CEBAE-A6D9-47AE-2835-3008D1B7D67B}"/>
              </a:ext>
            </a:extLst>
          </p:cNvPr>
          <p:cNvSpPr/>
          <p:nvPr/>
        </p:nvSpPr>
        <p:spPr>
          <a:xfrm>
            <a:off x="334709" y="75948"/>
            <a:ext cx="189514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Data type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3D6EA2-6D82-6EAD-E239-26FAC14FE317}"/>
              </a:ext>
            </a:extLst>
          </p:cNvPr>
          <p:cNvSpPr/>
          <p:nvPr/>
        </p:nvSpPr>
        <p:spPr>
          <a:xfrm>
            <a:off x="4520952" y="75948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7BDD7C-D286-14CC-F1A2-A0AB68E8AA52}"/>
              </a:ext>
            </a:extLst>
          </p:cNvPr>
          <p:cNvSpPr/>
          <p:nvPr/>
        </p:nvSpPr>
        <p:spPr>
          <a:xfrm>
            <a:off x="4895006" y="75948"/>
            <a:ext cx="82541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size1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6B434F-CFE4-6200-8C7E-219B708CF0D4}"/>
              </a:ext>
            </a:extLst>
          </p:cNvPr>
          <p:cNvSpPr/>
          <p:nvPr/>
        </p:nvSpPr>
        <p:spPr>
          <a:xfrm>
            <a:off x="5737013" y="75948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904BD6-8425-8F90-A4E3-E66183CB73E7}"/>
              </a:ext>
            </a:extLst>
          </p:cNvPr>
          <p:cNvSpPr/>
          <p:nvPr/>
        </p:nvSpPr>
        <p:spPr>
          <a:xfrm>
            <a:off x="2237244" y="75948"/>
            <a:ext cx="225995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Array Name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6BEEF9-59C4-67CA-9021-0AD2973E8776}"/>
              </a:ext>
            </a:extLst>
          </p:cNvPr>
          <p:cNvSpPr/>
          <p:nvPr/>
        </p:nvSpPr>
        <p:spPr>
          <a:xfrm>
            <a:off x="6096226" y="75948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C5DBF8-335E-9DAD-0117-363A294F0924}"/>
              </a:ext>
            </a:extLst>
          </p:cNvPr>
          <p:cNvSpPr/>
          <p:nvPr/>
        </p:nvSpPr>
        <p:spPr>
          <a:xfrm>
            <a:off x="6470280" y="75948"/>
            <a:ext cx="82541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size2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E2F9B1-E2D4-039B-6C02-53C4347AEB1D}"/>
              </a:ext>
            </a:extLst>
          </p:cNvPr>
          <p:cNvSpPr/>
          <p:nvPr/>
        </p:nvSpPr>
        <p:spPr>
          <a:xfrm>
            <a:off x="7328329" y="75948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11077D0-7BE0-FD74-5AA7-1901AD56E28A}"/>
              </a:ext>
            </a:extLst>
          </p:cNvPr>
          <p:cNvSpPr/>
          <p:nvPr/>
        </p:nvSpPr>
        <p:spPr>
          <a:xfrm>
            <a:off x="7694150" y="75948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BCC584A-1C17-B9F2-4CA8-6906B71D7663}"/>
              </a:ext>
            </a:extLst>
          </p:cNvPr>
          <p:cNvSpPr/>
          <p:nvPr/>
        </p:nvSpPr>
        <p:spPr>
          <a:xfrm>
            <a:off x="8068204" y="75948"/>
            <a:ext cx="82541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size3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49487DB-D685-3407-14CC-BC2ABEA50129}"/>
              </a:ext>
            </a:extLst>
          </p:cNvPr>
          <p:cNvSpPr/>
          <p:nvPr/>
        </p:nvSpPr>
        <p:spPr>
          <a:xfrm>
            <a:off x="8926253" y="75948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970927C-695E-0177-9C09-4ED4FAC6CF9C}"/>
              </a:ext>
            </a:extLst>
          </p:cNvPr>
          <p:cNvSpPr/>
          <p:nvPr/>
        </p:nvSpPr>
        <p:spPr>
          <a:xfrm>
            <a:off x="9298355" y="64343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76ACA4F-AE2B-51E2-1EE8-A9A1D3430133}"/>
              </a:ext>
            </a:extLst>
          </p:cNvPr>
          <p:cNvSpPr/>
          <p:nvPr/>
        </p:nvSpPr>
        <p:spPr>
          <a:xfrm>
            <a:off x="9672409" y="64343"/>
            <a:ext cx="82541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size4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A60B9F7-B80C-CA56-866C-1551666B70CE}"/>
              </a:ext>
            </a:extLst>
          </p:cNvPr>
          <p:cNvSpPr/>
          <p:nvPr/>
        </p:nvSpPr>
        <p:spPr>
          <a:xfrm>
            <a:off x="10546500" y="64343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A57331-C610-B46B-0FA8-52E9779C1973}"/>
              </a:ext>
            </a:extLst>
          </p:cNvPr>
          <p:cNvSpPr/>
          <p:nvPr/>
        </p:nvSpPr>
        <p:spPr>
          <a:xfrm>
            <a:off x="10896279" y="64343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EF941A8-8BF2-3062-5A2F-8DC9C7894763}"/>
              </a:ext>
            </a:extLst>
          </p:cNvPr>
          <p:cNvSpPr/>
          <p:nvPr/>
        </p:nvSpPr>
        <p:spPr>
          <a:xfrm>
            <a:off x="11254291" y="64343"/>
            <a:ext cx="825416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size5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80FF62-15A5-4804-2460-47055E40165B}"/>
              </a:ext>
            </a:extLst>
          </p:cNvPr>
          <p:cNvSpPr/>
          <p:nvPr/>
        </p:nvSpPr>
        <p:spPr>
          <a:xfrm>
            <a:off x="12112340" y="64343"/>
            <a:ext cx="512797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2023F7A-62FC-CB05-49B9-10AA0073E792}"/>
              </a:ext>
            </a:extLst>
          </p:cNvPr>
          <p:cNvGrpSpPr/>
          <p:nvPr/>
        </p:nvGrpSpPr>
        <p:grpSpPr>
          <a:xfrm>
            <a:off x="4497196" y="712417"/>
            <a:ext cx="1513747" cy="427568"/>
            <a:chOff x="1159467" y="892336"/>
            <a:chExt cx="2145283" cy="1367627"/>
          </a:xfrm>
          <a:solidFill>
            <a:schemeClr val="accent4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94F2595-93EB-CC8C-BD80-CA01A42DC9F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E71BE99B-866F-3620-E565-4ED306F505F4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>
                  <a:solidFill>
                    <a:schemeClr val="tx1"/>
                  </a:solidFill>
                </a:rPr>
                <a:t>Books</a:t>
              </a:r>
              <a:endParaRPr lang="en-PK" sz="26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988300-5E45-971A-68FC-775B39FA9C23}"/>
              </a:ext>
            </a:extLst>
          </p:cNvPr>
          <p:cNvGrpSpPr/>
          <p:nvPr/>
        </p:nvGrpSpPr>
        <p:grpSpPr>
          <a:xfrm>
            <a:off x="6226812" y="704165"/>
            <a:ext cx="1312977" cy="427568"/>
            <a:chOff x="1159467" y="892336"/>
            <a:chExt cx="2145283" cy="1367627"/>
          </a:xfrm>
          <a:solidFill>
            <a:schemeClr val="bg1"/>
          </a:solidFill>
          <a:scene3d>
            <a:camera prst="orthographicFront"/>
            <a:lightRig rig="flat" dir="t"/>
          </a:scene3d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EDF4A59-1B09-BCEF-F66B-C3A4EF82531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chemeClr val="tx1"/>
                </a:solidFill>
              </a:endParaRPr>
            </a:p>
          </p:txBody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8479CEFB-EE8A-FF2A-BB7F-ECCB7F203E25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chemeClr val="tx1"/>
                  </a:solidFill>
                </a:rPr>
                <a:t>Pages</a:t>
              </a:r>
              <a:endParaRPr lang="en-PK" sz="26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A4135D6-7F76-5F34-D08F-E55119A66222}"/>
              </a:ext>
            </a:extLst>
          </p:cNvPr>
          <p:cNvGrpSpPr/>
          <p:nvPr/>
        </p:nvGrpSpPr>
        <p:grpSpPr>
          <a:xfrm>
            <a:off x="7742547" y="712417"/>
            <a:ext cx="1513747" cy="427568"/>
            <a:chOff x="1159467" y="892336"/>
            <a:chExt cx="2145283" cy="1367627"/>
          </a:xfrm>
          <a:solidFill>
            <a:schemeClr val="tx2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3AFF4E9-814F-66A8-EF8C-BE3DA67B789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solidFill>
                <a:schemeClr val="tx1"/>
              </a:solidFill>
            </a:ln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3" name="Rectangle: Rounded Corners 4">
              <a:extLst>
                <a:ext uri="{FF2B5EF4-FFF2-40B4-BE49-F238E27FC236}">
                  <a16:creationId xmlns:a16="http://schemas.microsoft.com/office/drawing/2014/main" id="{E1F27F58-7CEF-3F63-2D13-046A9C8BC404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chemeClr val="tx1"/>
                  </a:solidFill>
                </a:rPr>
                <a:t>Tables</a:t>
              </a:r>
              <a:endParaRPr lang="en-PK" sz="26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FCA7DDE-5766-5D75-751C-5FB34A7A35C7}"/>
              </a:ext>
            </a:extLst>
          </p:cNvPr>
          <p:cNvGrpSpPr/>
          <p:nvPr/>
        </p:nvGrpSpPr>
        <p:grpSpPr>
          <a:xfrm>
            <a:off x="9466375" y="694918"/>
            <a:ext cx="1312977" cy="42756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3AD88EF-2D18-829F-C659-AA06722068C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132B3BF3-4586-57F6-1B2F-E8BAB33E0247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chemeClr val="bg1"/>
                  </a:solidFill>
                </a:rPr>
                <a:t>Rows</a:t>
              </a:r>
              <a:endParaRPr lang="en-PK" sz="2600" b="1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003153A-1425-4A52-3711-985F19B81459}"/>
              </a:ext>
            </a:extLst>
          </p:cNvPr>
          <p:cNvGrpSpPr/>
          <p:nvPr/>
        </p:nvGrpSpPr>
        <p:grpSpPr>
          <a:xfrm>
            <a:off x="10869816" y="703170"/>
            <a:ext cx="1699821" cy="427568"/>
            <a:chOff x="1159467" y="892336"/>
            <a:chExt cx="2145283" cy="1367627"/>
          </a:xfrm>
          <a:solidFill>
            <a:schemeClr val="accent5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133E4F2-F960-2658-923A-95093C11463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9" name="Rectangle: Rounded Corners 4">
              <a:extLst>
                <a:ext uri="{FF2B5EF4-FFF2-40B4-BE49-F238E27FC236}">
                  <a16:creationId xmlns:a16="http://schemas.microsoft.com/office/drawing/2014/main" id="{C6C066E0-EE9E-8B06-7955-8D4AE3581A10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>
                  <a:solidFill>
                    <a:schemeClr val="accent5">
                      <a:lumMod val="75000"/>
                    </a:schemeClr>
                  </a:solidFill>
                </a:rPr>
                <a:t>Columns</a:t>
              </a:r>
              <a:endParaRPr lang="en-PK" sz="2600" b="1" kern="1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E15686-59E8-2E3D-BCA9-D9CE6A4CC43B}"/>
              </a:ext>
            </a:extLst>
          </p:cNvPr>
          <p:cNvGrpSpPr/>
          <p:nvPr/>
        </p:nvGrpSpPr>
        <p:grpSpPr>
          <a:xfrm>
            <a:off x="4424818" y="1820778"/>
            <a:ext cx="8168116" cy="744388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F21A3FF-8C7C-7BB1-A888-D680D50137F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42" name="Rectangle: Rounded Corners 4">
              <a:extLst>
                <a:ext uri="{FF2B5EF4-FFF2-40B4-BE49-F238E27FC236}">
                  <a16:creationId xmlns:a16="http://schemas.microsoft.com/office/drawing/2014/main" id="{F0918168-CD80-F0EB-40E3-90A0429C867B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Use your imagination to extend this concept incase of more dimensions such as bag, shelf, library </a:t>
              </a:r>
              <a:r>
                <a:rPr lang="en-US" sz="2600" b="1" dirty="0" err="1"/>
                <a:t>etc</a:t>
              </a:r>
              <a:r>
                <a:rPr lang="en-US" sz="2600" b="1" dirty="0"/>
                <a:t> etc.</a:t>
              </a:r>
              <a:endParaRPr lang="en-PK" sz="2600" b="1" kern="1200" dirty="0"/>
            </a:p>
          </p:txBody>
        </p:sp>
      </p:grpSp>
      <p:sp>
        <p:nvSpPr>
          <p:cNvPr id="46" name="Callout: Down Arrow 45">
            <a:extLst>
              <a:ext uri="{FF2B5EF4-FFF2-40B4-BE49-F238E27FC236}">
                <a16:creationId xmlns:a16="http://schemas.microsoft.com/office/drawing/2014/main" id="{F50CB473-B262-EC1E-4E21-95573859DE46}"/>
              </a:ext>
            </a:extLst>
          </p:cNvPr>
          <p:cNvSpPr/>
          <p:nvPr/>
        </p:nvSpPr>
        <p:spPr>
          <a:xfrm>
            <a:off x="4694714" y="2609802"/>
            <a:ext cx="7725471" cy="983632"/>
          </a:xfrm>
          <a:prstGeom prst="downArrowCallou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300" b="1" dirty="0">
                <a:solidFill>
                  <a:srgbClr val="002060"/>
                </a:solidFill>
              </a:rPr>
              <a:t>Finding total size of </a:t>
            </a:r>
            <a:r>
              <a:rPr lang="en-US" sz="2300" b="1" u="sng" dirty="0">
                <a:solidFill>
                  <a:srgbClr val="FF0000"/>
                </a:solidFill>
              </a:rPr>
              <a:t>array</a:t>
            </a:r>
            <a:r>
              <a:rPr lang="en-US" sz="2300" b="1" dirty="0">
                <a:solidFill>
                  <a:srgbClr val="002060"/>
                </a:solidFill>
              </a:rPr>
              <a:t> and </a:t>
            </a:r>
            <a:r>
              <a:rPr lang="en-US" sz="2300" b="1" u="sng" dirty="0">
                <a:solidFill>
                  <a:srgbClr val="FF0000"/>
                </a:solidFill>
              </a:rPr>
              <a:t>single element</a:t>
            </a:r>
            <a:r>
              <a:rPr lang="en-US" sz="2300" b="1" dirty="0">
                <a:solidFill>
                  <a:srgbClr val="002060"/>
                </a:solidFill>
              </a:rPr>
              <a:t> in each dimension in terms of locations</a:t>
            </a:r>
            <a:endParaRPr lang="en-PK" sz="2300" b="1" kern="1200" dirty="0">
              <a:solidFill>
                <a:srgbClr val="002060"/>
              </a:solidFill>
            </a:endParaRPr>
          </a:p>
          <a:p>
            <a:pPr algn="ctr"/>
            <a:endParaRPr lang="en-PK" sz="2300" dirty="0">
              <a:solidFill>
                <a:srgbClr val="002060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E928270-CFD5-FD92-75D8-DCA8E82AA195}"/>
              </a:ext>
            </a:extLst>
          </p:cNvPr>
          <p:cNvGrpSpPr/>
          <p:nvPr/>
        </p:nvGrpSpPr>
        <p:grpSpPr>
          <a:xfrm>
            <a:off x="4566881" y="3551109"/>
            <a:ext cx="8082316" cy="553454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2DC1D793-A7FE-8F68-FE4C-5DBA3426C80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2" name="Rectangle: Rounded Corners 4">
              <a:extLst>
                <a:ext uri="{FF2B5EF4-FFF2-40B4-BE49-F238E27FC236}">
                  <a16:creationId xmlns:a16="http://schemas.microsoft.com/office/drawing/2014/main" id="{460A0397-D4C7-7A98-D97A-1732BC21EEFC}"/>
                </a:ext>
              </a:extLst>
            </p:cNvPr>
            <p:cNvSpPr txBox="1"/>
            <p:nvPr/>
          </p:nvSpPr>
          <p:spPr>
            <a:xfrm>
              <a:off x="1343304" y="1108729"/>
              <a:ext cx="1813421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Total size = size1 x size2 x size3 x size4 x size5</a:t>
              </a:r>
              <a:endParaRPr lang="en-PK" sz="2600" b="1" kern="1200" dirty="0"/>
            </a:p>
          </p:txBody>
        </p:sp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735A4C9-EB0B-B686-E04D-65AF7C203F65}"/>
              </a:ext>
            </a:extLst>
          </p:cNvPr>
          <p:cNvSpPr/>
          <p:nvPr/>
        </p:nvSpPr>
        <p:spPr>
          <a:xfrm>
            <a:off x="2980877" y="1209542"/>
            <a:ext cx="745345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BEB2B4D-8937-9AC8-6B05-77545E6AAB2B}"/>
              </a:ext>
            </a:extLst>
          </p:cNvPr>
          <p:cNvSpPr/>
          <p:nvPr/>
        </p:nvSpPr>
        <p:spPr>
          <a:xfrm>
            <a:off x="4714170" y="1209542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BB0E379-7235-92BF-C813-B85C9170BE4C}"/>
              </a:ext>
            </a:extLst>
          </p:cNvPr>
          <p:cNvSpPr/>
          <p:nvPr/>
        </p:nvSpPr>
        <p:spPr>
          <a:xfrm>
            <a:off x="5088224" y="1209542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00C5395-782B-D6D7-F932-AD8DD68B2070}"/>
              </a:ext>
            </a:extLst>
          </p:cNvPr>
          <p:cNvSpPr/>
          <p:nvPr/>
        </p:nvSpPr>
        <p:spPr>
          <a:xfrm>
            <a:off x="5641041" y="120923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80E87AF-4355-A38E-2925-84EA095B25E3}"/>
              </a:ext>
            </a:extLst>
          </p:cNvPr>
          <p:cNvSpPr/>
          <p:nvPr/>
        </p:nvSpPr>
        <p:spPr>
          <a:xfrm>
            <a:off x="3761993" y="1196239"/>
            <a:ext cx="90714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MD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1AD310D-1035-961D-A442-36F7F248D636}"/>
              </a:ext>
            </a:extLst>
          </p:cNvPr>
          <p:cNvSpPr/>
          <p:nvPr/>
        </p:nvSpPr>
        <p:spPr>
          <a:xfrm>
            <a:off x="6272968" y="120923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8E09DA5-3313-405B-C889-F548705849B0}"/>
              </a:ext>
            </a:extLst>
          </p:cNvPr>
          <p:cNvSpPr/>
          <p:nvPr/>
        </p:nvSpPr>
        <p:spPr>
          <a:xfrm>
            <a:off x="6647022" y="120923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B5DC372-0053-1944-0E2B-02E4F7BF8F20}"/>
              </a:ext>
            </a:extLst>
          </p:cNvPr>
          <p:cNvSpPr/>
          <p:nvPr/>
        </p:nvSpPr>
        <p:spPr>
          <a:xfrm>
            <a:off x="7183997" y="120923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A729C06-0870-A722-2F3F-AC62DF5C19AF}"/>
              </a:ext>
            </a:extLst>
          </p:cNvPr>
          <p:cNvSpPr/>
          <p:nvPr/>
        </p:nvSpPr>
        <p:spPr>
          <a:xfrm>
            <a:off x="7870658" y="120923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28FC93F-EBED-0DBF-A73B-098267C30E57}"/>
              </a:ext>
            </a:extLst>
          </p:cNvPr>
          <p:cNvSpPr/>
          <p:nvPr/>
        </p:nvSpPr>
        <p:spPr>
          <a:xfrm>
            <a:off x="8244712" y="120923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CE3A9D6-009D-9694-A00C-EB54AA8E8C22}"/>
              </a:ext>
            </a:extLst>
          </p:cNvPr>
          <p:cNvSpPr/>
          <p:nvPr/>
        </p:nvSpPr>
        <p:spPr>
          <a:xfrm>
            <a:off x="8781687" y="1222362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6A5845C2-46F0-B14B-B954-4C9F956D4DD6}"/>
              </a:ext>
            </a:extLst>
          </p:cNvPr>
          <p:cNvSpPr/>
          <p:nvPr/>
        </p:nvSpPr>
        <p:spPr>
          <a:xfrm>
            <a:off x="9474629" y="121075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16E7288C-988D-4899-E798-0F17E033F9CD}"/>
              </a:ext>
            </a:extLst>
          </p:cNvPr>
          <p:cNvSpPr/>
          <p:nvPr/>
        </p:nvSpPr>
        <p:spPr>
          <a:xfrm>
            <a:off x="9848683" y="121075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D333EF3-453C-88C1-C5AA-A1ED5B286139}"/>
              </a:ext>
            </a:extLst>
          </p:cNvPr>
          <p:cNvSpPr/>
          <p:nvPr/>
        </p:nvSpPr>
        <p:spPr>
          <a:xfrm>
            <a:off x="10388611" y="1196239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0C5B2F0-52E0-5856-C3B7-DA1513434C09}"/>
              </a:ext>
            </a:extLst>
          </p:cNvPr>
          <p:cNvSpPr/>
          <p:nvPr/>
        </p:nvSpPr>
        <p:spPr>
          <a:xfrm>
            <a:off x="11027146" y="1196239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DB8B623-D05A-F244-8529-DB2B3F381795}"/>
              </a:ext>
            </a:extLst>
          </p:cNvPr>
          <p:cNvSpPr/>
          <p:nvPr/>
        </p:nvSpPr>
        <p:spPr>
          <a:xfrm>
            <a:off x="11385158" y="1196239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EEC6BF6-A7C6-0056-1D36-6052E21DB3BE}"/>
              </a:ext>
            </a:extLst>
          </p:cNvPr>
          <p:cNvSpPr/>
          <p:nvPr/>
        </p:nvSpPr>
        <p:spPr>
          <a:xfrm>
            <a:off x="11954217" y="1196239"/>
            <a:ext cx="512797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41108BE-F614-377F-9907-A57E0850A360}"/>
              </a:ext>
            </a:extLst>
          </p:cNvPr>
          <p:cNvGrpSpPr/>
          <p:nvPr/>
        </p:nvGrpSpPr>
        <p:grpSpPr>
          <a:xfrm>
            <a:off x="4574903" y="4152685"/>
            <a:ext cx="8082316" cy="553454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C95023DB-1EC2-9856-EB60-D518A01C844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75" name="Rectangle: Rounded Corners 4">
              <a:extLst>
                <a:ext uri="{FF2B5EF4-FFF2-40B4-BE49-F238E27FC236}">
                  <a16:creationId xmlns:a16="http://schemas.microsoft.com/office/drawing/2014/main" id="{15BF7A15-C3F2-2468-8668-8243B8F8F525}"/>
                </a:ext>
              </a:extLst>
            </p:cNvPr>
            <p:cNvSpPr txBox="1"/>
            <p:nvPr/>
          </p:nvSpPr>
          <p:spPr>
            <a:xfrm>
              <a:off x="1343304" y="1108729"/>
              <a:ext cx="1813421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Total size of MD  = 5 x 3 x 4 x 3 x 2 = 360 Locs.</a:t>
              </a:r>
              <a:endParaRPr lang="en-PK" sz="2600" b="1" kern="120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EC598DC-046A-3323-0A9A-4EC1C625ACEF}"/>
              </a:ext>
            </a:extLst>
          </p:cNvPr>
          <p:cNvGrpSpPr/>
          <p:nvPr/>
        </p:nvGrpSpPr>
        <p:grpSpPr>
          <a:xfrm>
            <a:off x="4585355" y="4743131"/>
            <a:ext cx="8082316" cy="553454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F9EB6B66-12D3-539E-1578-4704AFDFFBA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78" name="Rectangle: Rounded Corners 4">
              <a:extLst>
                <a:ext uri="{FF2B5EF4-FFF2-40B4-BE49-F238E27FC236}">
                  <a16:creationId xmlns:a16="http://schemas.microsoft.com/office/drawing/2014/main" id="{BCB8996C-220C-0F2E-0E19-40682081D3CE}"/>
                </a:ext>
              </a:extLst>
            </p:cNvPr>
            <p:cNvSpPr txBox="1"/>
            <p:nvPr/>
          </p:nvSpPr>
          <p:spPr>
            <a:xfrm>
              <a:off x="1343304" y="1108729"/>
              <a:ext cx="1813421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size of MD [0]  =  3 x 4 x 3 x 2 = 72 Locs.</a:t>
              </a:r>
              <a:endParaRPr lang="en-PK" sz="2600" b="1" kern="1200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84F2DE9-6DAA-5296-B7E2-A80AB4826EA4}"/>
              </a:ext>
            </a:extLst>
          </p:cNvPr>
          <p:cNvGrpSpPr/>
          <p:nvPr/>
        </p:nvGrpSpPr>
        <p:grpSpPr>
          <a:xfrm>
            <a:off x="60524" y="4857584"/>
            <a:ext cx="4492512" cy="458982"/>
            <a:chOff x="1159467" y="892336"/>
            <a:chExt cx="2145283" cy="1367627"/>
          </a:xfrm>
          <a:solidFill>
            <a:schemeClr val="accent4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7B1FB315-E0CE-304F-1F0A-38BF6C23D31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800"/>
            </a:p>
          </p:txBody>
        </p:sp>
        <p:sp>
          <p:nvSpPr>
            <p:cNvPr id="81" name="Rectangle: Rounded Corners 4">
              <a:extLst>
                <a:ext uri="{FF2B5EF4-FFF2-40B4-BE49-F238E27FC236}">
                  <a16:creationId xmlns:a16="http://schemas.microsoft.com/office/drawing/2014/main" id="{09C4AB3C-9996-B1CD-C4A4-E162EF910CEC}"/>
                </a:ext>
              </a:extLst>
            </p:cNvPr>
            <p:cNvSpPr txBox="1"/>
            <p:nvPr/>
          </p:nvSpPr>
          <p:spPr>
            <a:xfrm>
              <a:off x="1159467" y="1100723"/>
              <a:ext cx="2113592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dirty="0"/>
                <a:t>Single element of First (books) dimension</a:t>
              </a:r>
              <a:endParaRPr lang="en-PK" sz="1800" b="1" kern="120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2976D0E-CA16-1D75-C3E1-E1AA23D440EE}"/>
              </a:ext>
            </a:extLst>
          </p:cNvPr>
          <p:cNvGrpSpPr/>
          <p:nvPr/>
        </p:nvGrpSpPr>
        <p:grpSpPr>
          <a:xfrm>
            <a:off x="4587437" y="5402357"/>
            <a:ext cx="8082316" cy="553454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AB248AD-CE40-5325-19CB-711B7BC71D1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84" name="Rectangle: Rounded Corners 4">
              <a:extLst>
                <a:ext uri="{FF2B5EF4-FFF2-40B4-BE49-F238E27FC236}">
                  <a16:creationId xmlns:a16="http://schemas.microsoft.com/office/drawing/2014/main" id="{6F080F4C-4E7E-F4C9-93FD-234F00CA19B7}"/>
                </a:ext>
              </a:extLst>
            </p:cNvPr>
            <p:cNvSpPr txBox="1"/>
            <p:nvPr/>
          </p:nvSpPr>
          <p:spPr>
            <a:xfrm>
              <a:off x="1343304" y="1108729"/>
              <a:ext cx="1813421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size of MD [0][0]  =   4 x 3 x 2 = 24 Locs.</a:t>
              </a:r>
              <a:endParaRPr lang="en-PK" sz="2600" b="1" kern="1200" dirty="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3BFDD57-B060-98AB-F896-74AF36A90F7F}"/>
              </a:ext>
            </a:extLst>
          </p:cNvPr>
          <p:cNvGrpSpPr/>
          <p:nvPr/>
        </p:nvGrpSpPr>
        <p:grpSpPr>
          <a:xfrm>
            <a:off x="55642" y="5458143"/>
            <a:ext cx="4492512" cy="458982"/>
            <a:chOff x="1159467" y="892336"/>
            <a:chExt cx="2145283" cy="1367627"/>
          </a:xfrm>
          <a:solidFill>
            <a:schemeClr val="bg1"/>
          </a:solidFill>
          <a:scene3d>
            <a:camera prst="orthographicFront"/>
            <a:lightRig rig="flat" dir="t"/>
          </a:scene3d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6C24A7C8-48DA-658B-9937-1439CDEBDE2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800"/>
            </a:p>
          </p:txBody>
        </p:sp>
        <p:sp>
          <p:nvSpPr>
            <p:cNvPr id="87" name="Rectangle: Rounded Corners 4">
              <a:extLst>
                <a:ext uri="{FF2B5EF4-FFF2-40B4-BE49-F238E27FC236}">
                  <a16:creationId xmlns:a16="http://schemas.microsoft.com/office/drawing/2014/main" id="{485EC630-E019-9145-900B-2C67E5B6D2FC}"/>
                </a:ext>
              </a:extLst>
            </p:cNvPr>
            <p:cNvSpPr txBox="1"/>
            <p:nvPr/>
          </p:nvSpPr>
          <p:spPr>
            <a:xfrm>
              <a:off x="1159467" y="1100723"/>
              <a:ext cx="2113592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dirty="0"/>
                <a:t>Single element of Second(Pages)dimension</a:t>
              </a:r>
              <a:endParaRPr lang="en-PK" sz="1800" b="1" kern="1200" dirty="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076122C-AD9E-AAD6-588C-70E8D168B73B}"/>
              </a:ext>
            </a:extLst>
          </p:cNvPr>
          <p:cNvGrpSpPr/>
          <p:nvPr/>
        </p:nvGrpSpPr>
        <p:grpSpPr>
          <a:xfrm>
            <a:off x="4570668" y="6010575"/>
            <a:ext cx="8082316" cy="553454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17CE4683-FF48-9F27-449E-D80BFA6E098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90" name="Rectangle: Rounded Corners 4">
              <a:extLst>
                <a:ext uri="{FF2B5EF4-FFF2-40B4-BE49-F238E27FC236}">
                  <a16:creationId xmlns:a16="http://schemas.microsoft.com/office/drawing/2014/main" id="{8FE9C79C-C009-814B-ED1A-FC18E6789F2E}"/>
                </a:ext>
              </a:extLst>
            </p:cNvPr>
            <p:cNvSpPr txBox="1"/>
            <p:nvPr/>
          </p:nvSpPr>
          <p:spPr>
            <a:xfrm>
              <a:off x="1343304" y="1108729"/>
              <a:ext cx="1813421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size of MD [0][0][0]  =    3 x 2 = 6 Locs.</a:t>
              </a:r>
              <a:endParaRPr lang="en-PK" sz="2600" b="1" kern="1200" dirty="0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10D27CB-DBE2-2E43-A691-921C8259D6D5}"/>
              </a:ext>
            </a:extLst>
          </p:cNvPr>
          <p:cNvGrpSpPr/>
          <p:nvPr/>
        </p:nvGrpSpPr>
        <p:grpSpPr>
          <a:xfrm>
            <a:off x="4215564" y="1737917"/>
            <a:ext cx="8478758" cy="2646947"/>
            <a:chOff x="1159467" y="892336"/>
            <a:chExt cx="2145283" cy="1367627"/>
          </a:xfrm>
          <a:solidFill>
            <a:schemeClr val="tx1"/>
          </a:solidFill>
          <a:scene3d>
            <a:camera prst="orthographicFront"/>
            <a:lightRig rig="flat" dir="t"/>
          </a:scene3d>
        </p:grpSpPr>
        <p:sp>
          <p:nvSpPr>
            <p:cNvPr id="219" name="Rectangle: Rounded Corners 218">
              <a:extLst>
                <a:ext uri="{FF2B5EF4-FFF2-40B4-BE49-F238E27FC236}">
                  <a16:creationId xmlns:a16="http://schemas.microsoft.com/office/drawing/2014/main" id="{6BD1B21F-418F-7349-AA96-A9F3F2CB3F7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3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20" name="Rectangle: Rounded Corners 4">
              <a:extLst>
                <a:ext uri="{FF2B5EF4-FFF2-40B4-BE49-F238E27FC236}">
                  <a16:creationId xmlns:a16="http://schemas.microsoft.com/office/drawing/2014/main" id="{9FEFB770-81F9-7A76-F683-439B2AB383BE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endParaRPr lang="en-US" sz="4000" b="1" dirty="0">
                <a:solidFill>
                  <a:schemeClr val="bg2">
                    <a:lumMod val="25000"/>
                  </a:schemeClr>
                </a:solidFill>
              </a:endParaRPr>
            </a:p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200000"/>
              </a:pP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D39D712-FA22-3983-CCA1-B6AD67017B0B}"/>
              </a:ext>
            </a:extLst>
          </p:cNvPr>
          <p:cNvGrpSpPr/>
          <p:nvPr/>
        </p:nvGrpSpPr>
        <p:grpSpPr>
          <a:xfrm>
            <a:off x="31343" y="6034277"/>
            <a:ext cx="4492512" cy="458982"/>
            <a:chOff x="1159467" y="892336"/>
            <a:chExt cx="2145283" cy="1367627"/>
          </a:xfrm>
          <a:solidFill>
            <a:schemeClr val="tx2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9513E19F-900B-B54B-445A-FE124144D60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800">
                <a:solidFill>
                  <a:schemeClr val="tx1"/>
                </a:solidFill>
              </a:endParaRPr>
            </a:p>
          </p:txBody>
        </p:sp>
        <p:sp>
          <p:nvSpPr>
            <p:cNvPr id="93" name="Rectangle: Rounded Corners 4">
              <a:extLst>
                <a:ext uri="{FF2B5EF4-FFF2-40B4-BE49-F238E27FC236}">
                  <a16:creationId xmlns:a16="http://schemas.microsoft.com/office/drawing/2014/main" id="{EBE3FE6F-C6D5-F786-6CB4-C913FD18BCCC}"/>
                </a:ext>
              </a:extLst>
            </p:cNvPr>
            <p:cNvSpPr txBox="1"/>
            <p:nvPr/>
          </p:nvSpPr>
          <p:spPr>
            <a:xfrm>
              <a:off x="1159467" y="1100723"/>
              <a:ext cx="2113592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dirty="0">
                  <a:solidFill>
                    <a:schemeClr val="tx1"/>
                  </a:solidFill>
                </a:rPr>
                <a:t>Single element of Third (Tables) dimension</a:t>
              </a:r>
              <a:endParaRPr lang="en-PK" sz="18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F0597FE-D954-8C91-8819-9D07DBA0E000}"/>
              </a:ext>
            </a:extLst>
          </p:cNvPr>
          <p:cNvGrpSpPr/>
          <p:nvPr/>
        </p:nvGrpSpPr>
        <p:grpSpPr>
          <a:xfrm>
            <a:off x="4574903" y="6595145"/>
            <a:ext cx="8082316" cy="553454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F21049DA-DF97-4074-AB6F-31BF8DC4160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96" name="Rectangle: Rounded Corners 4">
              <a:extLst>
                <a:ext uri="{FF2B5EF4-FFF2-40B4-BE49-F238E27FC236}">
                  <a16:creationId xmlns:a16="http://schemas.microsoft.com/office/drawing/2014/main" id="{04390502-BEAE-EF11-8107-60347637DB83}"/>
                </a:ext>
              </a:extLst>
            </p:cNvPr>
            <p:cNvSpPr txBox="1"/>
            <p:nvPr/>
          </p:nvSpPr>
          <p:spPr>
            <a:xfrm>
              <a:off x="1343304" y="1108729"/>
              <a:ext cx="1813421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size of MD [0][0][0][0]  =  2 Locs.</a:t>
              </a:r>
              <a:endParaRPr lang="en-PK" sz="2600" b="1" kern="120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A857F86-0375-FA32-4AD0-F00C02C203F2}"/>
              </a:ext>
            </a:extLst>
          </p:cNvPr>
          <p:cNvGrpSpPr/>
          <p:nvPr/>
        </p:nvGrpSpPr>
        <p:grpSpPr>
          <a:xfrm>
            <a:off x="55642" y="6633410"/>
            <a:ext cx="4492512" cy="458982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F0B957CA-1863-1286-BC9B-2673220BE63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800">
                <a:solidFill>
                  <a:schemeClr val="bg1"/>
                </a:solidFill>
              </a:endParaRPr>
            </a:p>
          </p:txBody>
        </p:sp>
        <p:sp>
          <p:nvSpPr>
            <p:cNvPr id="99" name="Rectangle: Rounded Corners 4">
              <a:extLst>
                <a:ext uri="{FF2B5EF4-FFF2-40B4-BE49-F238E27FC236}">
                  <a16:creationId xmlns:a16="http://schemas.microsoft.com/office/drawing/2014/main" id="{43057DA3-2BC9-6A24-5022-A261B9437B0D}"/>
                </a:ext>
              </a:extLst>
            </p:cNvPr>
            <p:cNvSpPr txBox="1"/>
            <p:nvPr/>
          </p:nvSpPr>
          <p:spPr>
            <a:xfrm>
              <a:off x="1159467" y="1100723"/>
              <a:ext cx="2113592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dirty="0">
                  <a:solidFill>
                    <a:schemeClr val="bg1"/>
                  </a:solidFill>
                </a:rPr>
                <a:t>Single element of Fourth (Rows) dimension</a:t>
              </a:r>
              <a:endParaRPr lang="en-PK" sz="1800" b="1" kern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0" name="Picture 99">
            <a:extLst>
              <a:ext uri="{FF2B5EF4-FFF2-40B4-BE49-F238E27FC236}">
                <a16:creationId xmlns:a16="http://schemas.microsoft.com/office/drawing/2014/main" id="{5ACC7104-99E6-039F-C682-8327CD11C4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3047999" y="2756166"/>
            <a:ext cx="1456911" cy="1955499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4000" dist="152400" dir="5400000" sy="-100000" algn="bl" rotWithShape="0"/>
          </a:effectLst>
          <a:scene3d>
            <a:camera prst="orthographicFront"/>
            <a:lightRig rig="threePt" dir="t"/>
          </a:scene3d>
          <a:sp3d>
            <a:bevelB prst="relaxedInset"/>
          </a:sp3d>
        </p:spPr>
      </p:pic>
      <p:sp>
        <p:nvSpPr>
          <p:cNvPr id="101" name="Content Placeholder 3">
            <a:extLst>
              <a:ext uri="{FF2B5EF4-FFF2-40B4-BE49-F238E27FC236}">
                <a16:creationId xmlns:a16="http://schemas.microsoft.com/office/drawing/2014/main" id="{1263B387-0FB3-F39E-467D-E842A40F9ADE}"/>
              </a:ext>
            </a:extLst>
          </p:cNvPr>
          <p:cNvSpPr txBox="1">
            <a:spLocks/>
          </p:cNvSpPr>
          <p:nvPr/>
        </p:nvSpPr>
        <p:spPr>
          <a:xfrm>
            <a:off x="55643" y="2448833"/>
            <a:ext cx="4401847" cy="2359328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Complete size of single dimension?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MD[ ]= 5 X  72  =360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MD[ ][ ]=3 X  24  = 72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MD[ ][ ][ ]=4X  6  = 24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MD[ ][ ][ ][ ]=3X2=  6</a:t>
            </a:r>
          </a:p>
          <a:p>
            <a:pPr marL="0" indent="0">
              <a:buClr>
                <a:srgbClr val="00B0F0"/>
              </a:buClr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5DE7CE1-E42D-5B03-7E24-2FFB81456618}"/>
              </a:ext>
            </a:extLst>
          </p:cNvPr>
          <p:cNvGrpSpPr/>
          <p:nvPr/>
        </p:nvGrpSpPr>
        <p:grpSpPr>
          <a:xfrm>
            <a:off x="4367248" y="3355810"/>
            <a:ext cx="1624051" cy="457206"/>
            <a:chOff x="1159467" y="892336"/>
            <a:chExt cx="2145283" cy="1367627"/>
          </a:xfrm>
          <a:solidFill>
            <a:schemeClr val="accent4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E3A682E1-B97F-EE13-0D36-428D2A8602E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7" name="Rectangle: Rounded Corners 4">
              <a:extLst>
                <a:ext uri="{FF2B5EF4-FFF2-40B4-BE49-F238E27FC236}">
                  <a16:creationId xmlns:a16="http://schemas.microsoft.com/office/drawing/2014/main" id="{C18E95E0-B8D5-A9B8-7752-02E72923AA10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0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AB84DA9-FF2E-CC01-6BFE-42FE45505975}"/>
              </a:ext>
            </a:extLst>
          </p:cNvPr>
          <p:cNvGrpSpPr/>
          <p:nvPr/>
        </p:nvGrpSpPr>
        <p:grpSpPr>
          <a:xfrm rot="5400000">
            <a:off x="4610900" y="2072707"/>
            <a:ext cx="1500497" cy="776732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8061A9D7-064E-FB0C-4D1C-BDFE971A6B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Arrow: Right 159">
              <a:extLst>
                <a:ext uri="{FF2B5EF4-FFF2-40B4-BE49-F238E27FC236}">
                  <a16:creationId xmlns:a16="http://schemas.microsoft.com/office/drawing/2014/main" id="{26463446-E5BF-29FB-452D-5DE39C8EAA63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A2108A3-646D-8C5E-2182-1A47D9F4EB62}"/>
              </a:ext>
            </a:extLst>
          </p:cNvPr>
          <p:cNvGrpSpPr/>
          <p:nvPr/>
        </p:nvGrpSpPr>
        <p:grpSpPr>
          <a:xfrm rot="5400000">
            <a:off x="6175005" y="2048645"/>
            <a:ext cx="1500497" cy="776732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C380703-1804-F583-0558-EDFDFB5518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Arrow: Right 162">
              <a:extLst>
                <a:ext uri="{FF2B5EF4-FFF2-40B4-BE49-F238E27FC236}">
                  <a16:creationId xmlns:a16="http://schemas.microsoft.com/office/drawing/2014/main" id="{5E2D0AF5-9226-14C8-5F8C-BE47CE95528C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D52AC54-369F-1B2E-6726-9C27E59D44ED}"/>
              </a:ext>
            </a:extLst>
          </p:cNvPr>
          <p:cNvGrpSpPr/>
          <p:nvPr/>
        </p:nvGrpSpPr>
        <p:grpSpPr>
          <a:xfrm rot="5400000">
            <a:off x="7779219" y="2048645"/>
            <a:ext cx="1500497" cy="776732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67121A99-ACD5-53CF-6C0B-27E12BCA2E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Arrow: Right 165">
              <a:extLst>
                <a:ext uri="{FF2B5EF4-FFF2-40B4-BE49-F238E27FC236}">
                  <a16:creationId xmlns:a16="http://schemas.microsoft.com/office/drawing/2014/main" id="{3EBDB561-D51C-7127-5106-A467B089B823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1CB81C8-6BA0-05AC-DCFA-7C30817315FF}"/>
              </a:ext>
            </a:extLst>
          </p:cNvPr>
          <p:cNvGrpSpPr/>
          <p:nvPr/>
        </p:nvGrpSpPr>
        <p:grpSpPr>
          <a:xfrm rot="5400000">
            <a:off x="9399464" y="2032603"/>
            <a:ext cx="1500497" cy="776732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C15E1AF3-E848-2333-22BD-6E4B63D2EE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Arrow: Right 168">
              <a:extLst>
                <a:ext uri="{FF2B5EF4-FFF2-40B4-BE49-F238E27FC236}">
                  <a16:creationId xmlns:a16="http://schemas.microsoft.com/office/drawing/2014/main" id="{48E0AC35-B2AB-A9E0-23FC-0641158AEBF1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9CF20CF-FDD6-A335-B04D-091719738E1E}"/>
              </a:ext>
            </a:extLst>
          </p:cNvPr>
          <p:cNvGrpSpPr/>
          <p:nvPr/>
        </p:nvGrpSpPr>
        <p:grpSpPr>
          <a:xfrm>
            <a:off x="4375270" y="3829050"/>
            <a:ext cx="1624051" cy="457206"/>
            <a:chOff x="1159467" y="892336"/>
            <a:chExt cx="2145283" cy="1367627"/>
          </a:xfrm>
          <a:solidFill>
            <a:schemeClr val="accent4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71" name="Rectangle: Rounded Corners 170">
              <a:extLst>
                <a:ext uri="{FF2B5EF4-FFF2-40B4-BE49-F238E27FC236}">
                  <a16:creationId xmlns:a16="http://schemas.microsoft.com/office/drawing/2014/main" id="{CA88D572-5274-FCFF-DA3F-32644C947CA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2" name="Rectangle: Rounded Corners 4">
              <a:extLst>
                <a:ext uri="{FF2B5EF4-FFF2-40B4-BE49-F238E27FC236}">
                  <a16:creationId xmlns:a16="http://schemas.microsoft.com/office/drawing/2014/main" id="{E891324B-EF98-E8C4-A84F-C5FBC9E98AE4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1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154C2DA-32CB-A524-DC40-D927F5A950FD}"/>
              </a:ext>
            </a:extLst>
          </p:cNvPr>
          <p:cNvGrpSpPr/>
          <p:nvPr/>
        </p:nvGrpSpPr>
        <p:grpSpPr>
          <a:xfrm>
            <a:off x="4375270" y="4294268"/>
            <a:ext cx="1624051" cy="457206"/>
            <a:chOff x="1159467" y="892336"/>
            <a:chExt cx="2145283" cy="1367627"/>
          </a:xfrm>
          <a:solidFill>
            <a:schemeClr val="accent4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74" name="Rectangle: Rounded Corners 173">
              <a:extLst>
                <a:ext uri="{FF2B5EF4-FFF2-40B4-BE49-F238E27FC236}">
                  <a16:creationId xmlns:a16="http://schemas.microsoft.com/office/drawing/2014/main" id="{20BC7394-9C3F-B86F-F410-D732E1BD731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5" name="Rectangle: Rounded Corners 4">
              <a:extLst>
                <a:ext uri="{FF2B5EF4-FFF2-40B4-BE49-F238E27FC236}">
                  <a16:creationId xmlns:a16="http://schemas.microsoft.com/office/drawing/2014/main" id="{FF41F459-4A43-4711-93A1-A700AF3D5482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2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C1F4ED2-B7E4-5A1E-6C02-553921FF2860}"/>
              </a:ext>
            </a:extLst>
          </p:cNvPr>
          <p:cNvGrpSpPr/>
          <p:nvPr/>
        </p:nvGrpSpPr>
        <p:grpSpPr>
          <a:xfrm>
            <a:off x="4375270" y="4759494"/>
            <a:ext cx="1624051" cy="457206"/>
            <a:chOff x="1159467" y="892336"/>
            <a:chExt cx="2145283" cy="1367627"/>
          </a:xfrm>
          <a:solidFill>
            <a:schemeClr val="accent4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77960D14-803F-CB91-A3C6-237CE01B903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8" name="Rectangle: Rounded Corners 4">
              <a:extLst>
                <a:ext uri="{FF2B5EF4-FFF2-40B4-BE49-F238E27FC236}">
                  <a16:creationId xmlns:a16="http://schemas.microsoft.com/office/drawing/2014/main" id="{6F00DC4F-07F8-3422-503D-C7C2F37EF3E9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3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F43C270-44FD-A296-616B-8CCA2FF6B268}"/>
              </a:ext>
            </a:extLst>
          </p:cNvPr>
          <p:cNvGrpSpPr/>
          <p:nvPr/>
        </p:nvGrpSpPr>
        <p:grpSpPr>
          <a:xfrm>
            <a:off x="4379013" y="5229474"/>
            <a:ext cx="1624051" cy="457206"/>
            <a:chOff x="1159467" y="892336"/>
            <a:chExt cx="2145283" cy="1367627"/>
          </a:xfrm>
          <a:solidFill>
            <a:schemeClr val="accent4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80" name="Rectangle: Rounded Corners 179">
              <a:extLst>
                <a:ext uri="{FF2B5EF4-FFF2-40B4-BE49-F238E27FC236}">
                  <a16:creationId xmlns:a16="http://schemas.microsoft.com/office/drawing/2014/main" id="{678F22D1-56F3-567E-5353-C8947FF262E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1" name="Rectangle: Rounded Corners 4">
              <a:extLst>
                <a:ext uri="{FF2B5EF4-FFF2-40B4-BE49-F238E27FC236}">
                  <a16:creationId xmlns:a16="http://schemas.microsoft.com/office/drawing/2014/main" id="{BC54481C-01E1-2446-BE68-B506FF969C53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4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0528B51-7C14-067C-354A-BDFFDA43D3C0}"/>
              </a:ext>
            </a:extLst>
          </p:cNvPr>
          <p:cNvGrpSpPr/>
          <p:nvPr/>
        </p:nvGrpSpPr>
        <p:grpSpPr>
          <a:xfrm>
            <a:off x="136950" y="2518231"/>
            <a:ext cx="4185803" cy="4323352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83" name="Rectangle: Rounded Corners 182">
              <a:extLst>
                <a:ext uri="{FF2B5EF4-FFF2-40B4-BE49-F238E27FC236}">
                  <a16:creationId xmlns:a16="http://schemas.microsoft.com/office/drawing/2014/main" id="{181108DB-D164-8E89-6442-872D87D86D2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3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84" name="Rectangle: Rounded Corners 4">
              <a:extLst>
                <a:ext uri="{FF2B5EF4-FFF2-40B4-BE49-F238E27FC236}">
                  <a16:creationId xmlns:a16="http://schemas.microsoft.com/office/drawing/2014/main" id="{17BE7C13-0443-6C5F-FCDB-EE8EBECA2FA1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  <a:buBlip>
                  <a:blip r:embed="rId3"/>
                </a:buBlip>
              </a:pPr>
              <a:r>
                <a:rPr lang="en-US" sz="4000" b="1" kern="1200" dirty="0">
                  <a:solidFill>
                    <a:schemeClr val="bg2">
                      <a:lumMod val="25000"/>
                    </a:schemeClr>
                  </a:solidFill>
                </a:rPr>
                <a:t>     </a:t>
              </a:r>
              <a:r>
                <a:rPr lang="en-US" sz="4000" b="1" u="sng" kern="1200" dirty="0">
                  <a:solidFill>
                    <a:srgbClr val="FF0000"/>
                  </a:solidFill>
                </a:rPr>
                <a:t>Element</a:t>
              </a:r>
              <a:r>
                <a:rPr lang="en-US" sz="4000" b="1" kern="1200" dirty="0">
                  <a:solidFill>
                    <a:schemeClr val="bg2">
                      <a:lumMod val="25000"/>
                    </a:schemeClr>
                  </a:solidFill>
                </a:rPr>
                <a:t>: will refer to location containing sub-array.</a:t>
              </a:r>
              <a:endParaRPr lang="en-US" sz="4000" b="1" dirty="0">
                <a:solidFill>
                  <a:schemeClr val="bg2">
                    <a:lumMod val="25000"/>
                  </a:schemeClr>
                </a:solidFill>
              </a:endParaRPr>
            </a:p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200000"/>
              </a:pP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5136CB7-7C79-B32A-A8DF-D174B77A999B}"/>
              </a:ext>
            </a:extLst>
          </p:cNvPr>
          <p:cNvGrpSpPr/>
          <p:nvPr/>
        </p:nvGrpSpPr>
        <p:grpSpPr>
          <a:xfrm>
            <a:off x="6059926" y="3355810"/>
            <a:ext cx="1624051" cy="457206"/>
            <a:chOff x="1159467" y="892336"/>
            <a:chExt cx="2145283" cy="1367627"/>
          </a:xfrm>
          <a:solidFill>
            <a:schemeClr val="bg1"/>
          </a:solidFill>
          <a:scene3d>
            <a:camera prst="orthographicFront"/>
            <a:lightRig rig="flat" dir="t"/>
          </a:scene3d>
        </p:grpSpPr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DA0E6954-0E73-386D-7428-973BDA30D10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7" name="Rectangle: Rounded Corners 4">
              <a:extLst>
                <a:ext uri="{FF2B5EF4-FFF2-40B4-BE49-F238E27FC236}">
                  <a16:creationId xmlns:a16="http://schemas.microsoft.com/office/drawing/2014/main" id="{6B359C8B-5338-AD6C-33DC-4C09B7673463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0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B085312E-799A-4B8A-E00B-727A9A140A1B}"/>
              </a:ext>
            </a:extLst>
          </p:cNvPr>
          <p:cNvGrpSpPr/>
          <p:nvPr/>
        </p:nvGrpSpPr>
        <p:grpSpPr>
          <a:xfrm>
            <a:off x="6067948" y="3829050"/>
            <a:ext cx="1624051" cy="457206"/>
            <a:chOff x="1159467" y="892336"/>
            <a:chExt cx="2145283" cy="1367627"/>
          </a:xfrm>
          <a:solidFill>
            <a:schemeClr val="bg1"/>
          </a:solidFill>
          <a:scene3d>
            <a:camera prst="orthographicFront"/>
            <a:lightRig rig="flat" dir="t"/>
          </a:scene3d>
        </p:grpSpPr>
        <p:sp>
          <p:nvSpPr>
            <p:cNvPr id="189" name="Rectangle: Rounded Corners 188">
              <a:extLst>
                <a:ext uri="{FF2B5EF4-FFF2-40B4-BE49-F238E27FC236}">
                  <a16:creationId xmlns:a16="http://schemas.microsoft.com/office/drawing/2014/main" id="{37AEB254-7355-754B-29F4-ECA1D75E717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0" name="Rectangle: Rounded Corners 4">
              <a:extLst>
                <a:ext uri="{FF2B5EF4-FFF2-40B4-BE49-F238E27FC236}">
                  <a16:creationId xmlns:a16="http://schemas.microsoft.com/office/drawing/2014/main" id="{AF46154B-2FD4-E1BB-37CB-0BB820B1900A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1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B6F7D7AD-7D07-A2FA-DAD4-1D73311EF9C7}"/>
              </a:ext>
            </a:extLst>
          </p:cNvPr>
          <p:cNvGrpSpPr/>
          <p:nvPr/>
        </p:nvGrpSpPr>
        <p:grpSpPr>
          <a:xfrm>
            <a:off x="6067948" y="4294268"/>
            <a:ext cx="1624051" cy="457206"/>
            <a:chOff x="1159467" y="892336"/>
            <a:chExt cx="2145283" cy="1367627"/>
          </a:xfrm>
          <a:solidFill>
            <a:schemeClr val="bg1"/>
          </a:solidFill>
          <a:scene3d>
            <a:camera prst="orthographicFront"/>
            <a:lightRig rig="flat" dir="t"/>
          </a:scene3d>
        </p:grpSpPr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DF9F3752-5454-8892-445C-06A2C249262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3" name="Rectangle: Rounded Corners 4">
              <a:extLst>
                <a:ext uri="{FF2B5EF4-FFF2-40B4-BE49-F238E27FC236}">
                  <a16:creationId xmlns:a16="http://schemas.microsoft.com/office/drawing/2014/main" id="{A9266C79-7295-3C29-AA74-CF5757951783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2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2A2AAEB9-EDCF-9F10-EEF6-58FE939BB841}"/>
              </a:ext>
            </a:extLst>
          </p:cNvPr>
          <p:cNvGrpSpPr/>
          <p:nvPr/>
        </p:nvGrpSpPr>
        <p:grpSpPr>
          <a:xfrm>
            <a:off x="7762114" y="3354713"/>
            <a:ext cx="1624051" cy="457206"/>
            <a:chOff x="1159467" y="892336"/>
            <a:chExt cx="2145283" cy="1367627"/>
          </a:xfrm>
          <a:solidFill>
            <a:schemeClr val="tx2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13603DD0-3DAD-03B3-52EB-B2684C69C2D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6" name="Rectangle: Rounded Corners 4">
              <a:extLst>
                <a:ext uri="{FF2B5EF4-FFF2-40B4-BE49-F238E27FC236}">
                  <a16:creationId xmlns:a16="http://schemas.microsoft.com/office/drawing/2014/main" id="{08CB581A-7BA0-41B5-D560-8D047F28F8C5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0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32F7B702-8081-BC06-4AB7-09D9F5134BB6}"/>
              </a:ext>
            </a:extLst>
          </p:cNvPr>
          <p:cNvGrpSpPr/>
          <p:nvPr/>
        </p:nvGrpSpPr>
        <p:grpSpPr>
          <a:xfrm>
            <a:off x="7770136" y="3827953"/>
            <a:ext cx="1624051" cy="457206"/>
            <a:chOff x="1159467" y="892336"/>
            <a:chExt cx="2145283" cy="1367627"/>
          </a:xfrm>
          <a:solidFill>
            <a:schemeClr val="tx2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AFBD5B5F-A64F-4294-62F0-3E03E73499A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9" name="Rectangle: Rounded Corners 4">
              <a:extLst>
                <a:ext uri="{FF2B5EF4-FFF2-40B4-BE49-F238E27FC236}">
                  <a16:creationId xmlns:a16="http://schemas.microsoft.com/office/drawing/2014/main" id="{A656E333-FAE0-F407-D65D-A766A63FBBAA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1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5F1477B-32F8-F2BA-9779-9EE5CC50C9CD}"/>
              </a:ext>
            </a:extLst>
          </p:cNvPr>
          <p:cNvGrpSpPr/>
          <p:nvPr/>
        </p:nvGrpSpPr>
        <p:grpSpPr>
          <a:xfrm>
            <a:off x="7770136" y="4293171"/>
            <a:ext cx="1624051" cy="457206"/>
            <a:chOff x="1159467" y="892336"/>
            <a:chExt cx="2145283" cy="1367627"/>
          </a:xfrm>
          <a:solidFill>
            <a:schemeClr val="tx2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A2B4AF28-4F52-04E3-D54F-C4DC6907157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2" name="Rectangle: Rounded Corners 4">
              <a:extLst>
                <a:ext uri="{FF2B5EF4-FFF2-40B4-BE49-F238E27FC236}">
                  <a16:creationId xmlns:a16="http://schemas.microsoft.com/office/drawing/2014/main" id="{BB2884D5-9286-72CA-234B-6B6DBFC80CE4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2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8235153-174B-7EB5-472F-56BFA4A37FCF}"/>
              </a:ext>
            </a:extLst>
          </p:cNvPr>
          <p:cNvGrpSpPr/>
          <p:nvPr/>
        </p:nvGrpSpPr>
        <p:grpSpPr>
          <a:xfrm>
            <a:off x="7770136" y="4758397"/>
            <a:ext cx="1624051" cy="457206"/>
            <a:chOff x="1159467" y="892336"/>
            <a:chExt cx="2145283" cy="1367627"/>
          </a:xfrm>
          <a:solidFill>
            <a:schemeClr val="tx2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204" name="Rectangle: Rounded Corners 203">
              <a:extLst>
                <a:ext uri="{FF2B5EF4-FFF2-40B4-BE49-F238E27FC236}">
                  <a16:creationId xmlns:a16="http://schemas.microsoft.com/office/drawing/2014/main" id="{E99929F4-4A78-CD88-0D79-ED224C075D5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5" name="Rectangle: Rounded Corners 4">
              <a:extLst>
                <a:ext uri="{FF2B5EF4-FFF2-40B4-BE49-F238E27FC236}">
                  <a16:creationId xmlns:a16="http://schemas.microsoft.com/office/drawing/2014/main" id="{4382AA06-ECBB-2DF3-1B1D-6E7F35C43F1C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Element 3</a:t>
              </a:r>
              <a:endParaRPr lang="en-PK" sz="2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5788AEC-7653-349E-870A-C5345D6C67F9}"/>
              </a:ext>
            </a:extLst>
          </p:cNvPr>
          <p:cNvGrpSpPr/>
          <p:nvPr/>
        </p:nvGrpSpPr>
        <p:grpSpPr>
          <a:xfrm>
            <a:off x="9456382" y="3353616"/>
            <a:ext cx="1624051" cy="457206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66978074-75A5-6A69-A829-FF7ABFFF64E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1"/>
                </a:solidFill>
              </a:endParaRPr>
            </a:p>
          </p:txBody>
        </p:sp>
        <p:sp>
          <p:nvSpPr>
            <p:cNvPr id="208" name="Rectangle: Rounded Corners 4">
              <a:extLst>
                <a:ext uri="{FF2B5EF4-FFF2-40B4-BE49-F238E27FC236}">
                  <a16:creationId xmlns:a16="http://schemas.microsoft.com/office/drawing/2014/main" id="{66969186-B225-F35F-5820-62F3AAE498FB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bg1"/>
                  </a:solidFill>
                </a:rPr>
                <a:t>Element 0</a:t>
              </a:r>
              <a:endParaRPr lang="en-PK" sz="2000" b="1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0DDD187-5980-58DC-60CF-38FE4F9DA95D}"/>
              </a:ext>
            </a:extLst>
          </p:cNvPr>
          <p:cNvGrpSpPr/>
          <p:nvPr/>
        </p:nvGrpSpPr>
        <p:grpSpPr>
          <a:xfrm>
            <a:off x="9464404" y="3826856"/>
            <a:ext cx="1624051" cy="457206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210" name="Rectangle: Rounded Corners 209">
              <a:extLst>
                <a:ext uri="{FF2B5EF4-FFF2-40B4-BE49-F238E27FC236}">
                  <a16:creationId xmlns:a16="http://schemas.microsoft.com/office/drawing/2014/main" id="{34373D93-B67A-4128-EC83-891140BAE5D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1"/>
                </a:solidFill>
              </a:endParaRPr>
            </a:p>
          </p:txBody>
        </p:sp>
        <p:sp>
          <p:nvSpPr>
            <p:cNvPr id="211" name="Rectangle: Rounded Corners 4">
              <a:extLst>
                <a:ext uri="{FF2B5EF4-FFF2-40B4-BE49-F238E27FC236}">
                  <a16:creationId xmlns:a16="http://schemas.microsoft.com/office/drawing/2014/main" id="{867CFDF2-4A1F-D2A5-B1C0-D0F667EFE227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bg1"/>
                  </a:solidFill>
                </a:rPr>
                <a:t>Element 1</a:t>
              </a:r>
              <a:endParaRPr lang="en-PK" sz="2000" b="1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8FB8405-F7F6-F659-D5B0-C12DF85150B7}"/>
              </a:ext>
            </a:extLst>
          </p:cNvPr>
          <p:cNvGrpSpPr/>
          <p:nvPr/>
        </p:nvGrpSpPr>
        <p:grpSpPr>
          <a:xfrm>
            <a:off x="9464404" y="4292074"/>
            <a:ext cx="1624051" cy="457206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D63707A2-77F5-8F6C-1BA9-7434E76BEBA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1"/>
                </a:solidFill>
              </a:endParaRPr>
            </a:p>
          </p:txBody>
        </p:sp>
        <p:sp>
          <p:nvSpPr>
            <p:cNvPr id="214" name="Rectangle: Rounded Corners 4">
              <a:extLst>
                <a:ext uri="{FF2B5EF4-FFF2-40B4-BE49-F238E27FC236}">
                  <a16:creationId xmlns:a16="http://schemas.microsoft.com/office/drawing/2014/main" id="{67F6489B-7875-1D82-ACF6-048DD7E8A25E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bg1"/>
                  </a:solidFill>
                </a:rPr>
                <a:t>Element 2</a:t>
              </a:r>
              <a:endParaRPr lang="en-PK" sz="2000" b="1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534738EF-2D67-8D1E-60AE-AC6BB3C4465C}"/>
              </a:ext>
            </a:extLst>
          </p:cNvPr>
          <p:cNvGrpSpPr/>
          <p:nvPr/>
        </p:nvGrpSpPr>
        <p:grpSpPr>
          <a:xfrm>
            <a:off x="6556245" y="5229725"/>
            <a:ext cx="6143948" cy="1666259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16" name="Rectangle: Rounded Corners 215">
              <a:extLst>
                <a:ext uri="{FF2B5EF4-FFF2-40B4-BE49-F238E27FC236}">
                  <a16:creationId xmlns:a16="http://schemas.microsoft.com/office/drawing/2014/main" id="{CB37D408-E2B2-C8D8-BC91-DAF34A5CE48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3"/>
                </a:buBlip>
              </a:pPr>
              <a:endParaRPr lang="en-PK" sz="32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17" name="Rectangle: Rounded Corners 4">
              <a:extLst>
                <a:ext uri="{FF2B5EF4-FFF2-40B4-BE49-F238E27FC236}">
                  <a16:creationId xmlns:a16="http://schemas.microsoft.com/office/drawing/2014/main" id="{8D82B5B5-CEF0-CD8B-416B-6A131466B17C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  <a:buBlip>
                  <a:blip r:embed="rId3"/>
                </a:buBlip>
              </a:pPr>
              <a:r>
                <a:rPr lang="en-US" sz="3200" b="1" kern="1200" dirty="0">
                  <a:solidFill>
                    <a:schemeClr val="bg2">
                      <a:lumMod val="25000"/>
                    </a:schemeClr>
                  </a:solidFill>
                </a:rPr>
                <a:t>    </a:t>
              </a:r>
              <a:r>
                <a:rPr lang="en-US" sz="3200" b="1" u="sng" kern="1200" dirty="0">
                  <a:solidFill>
                    <a:srgbClr val="FF0000"/>
                  </a:solidFill>
                </a:rPr>
                <a:t>Data Element</a:t>
              </a:r>
              <a:r>
                <a:rPr lang="en-US" sz="3200" b="1" kern="1200" dirty="0">
                  <a:solidFill>
                    <a:schemeClr val="bg2">
                      <a:lumMod val="25000"/>
                    </a:schemeClr>
                  </a:solidFill>
                </a:rPr>
                <a:t>: will refer to location of last index mapped to data</a:t>
              </a:r>
              <a:r>
                <a:rPr lang="en-US" sz="3200" b="1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</a:p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200000"/>
              </a:pPr>
              <a:endParaRPr lang="en-PK" sz="32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4C6B2F04-DA42-F5AD-4346-91D1EC110BCC}"/>
              </a:ext>
            </a:extLst>
          </p:cNvPr>
          <p:cNvGrpSpPr/>
          <p:nvPr/>
        </p:nvGrpSpPr>
        <p:grpSpPr>
          <a:xfrm rot="5400000">
            <a:off x="10400407" y="3062659"/>
            <a:ext cx="3326585" cy="776732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C7F2122E-5C45-B8E7-974A-ABE15F34C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Arrow: Right 222">
              <a:extLst>
                <a:ext uri="{FF2B5EF4-FFF2-40B4-BE49-F238E27FC236}">
                  <a16:creationId xmlns:a16="http://schemas.microsoft.com/office/drawing/2014/main" id="{CAAC4746-FE8F-A5AD-979B-10B95B71E39D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90B531-D2E9-DD72-1123-B934623DFC8C}"/>
              </a:ext>
            </a:extLst>
          </p:cNvPr>
          <p:cNvSpPr/>
          <p:nvPr/>
        </p:nvSpPr>
        <p:spPr>
          <a:xfrm>
            <a:off x="1653702" y="2890836"/>
            <a:ext cx="408201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AB12A2-050A-F31D-A84C-7A38CFFEA200}"/>
              </a:ext>
            </a:extLst>
          </p:cNvPr>
          <p:cNvSpPr/>
          <p:nvPr/>
        </p:nvSpPr>
        <p:spPr>
          <a:xfrm>
            <a:off x="2392487" y="3339891"/>
            <a:ext cx="408201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C9F2E1-8A06-D24B-C669-59C60C685528}"/>
              </a:ext>
            </a:extLst>
          </p:cNvPr>
          <p:cNvSpPr/>
          <p:nvPr/>
        </p:nvSpPr>
        <p:spPr>
          <a:xfrm>
            <a:off x="1777357" y="3460995"/>
            <a:ext cx="408201" cy="30046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FDE2AD-4B64-F8CC-7E28-208B30AE75CE}"/>
              </a:ext>
            </a:extLst>
          </p:cNvPr>
          <p:cNvSpPr/>
          <p:nvPr/>
        </p:nvSpPr>
        <p:spPr>
          <a:xfrm>
            <a:off x="2418863" y="3910050"/>
            <a:ext cx="408201" cy="30046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661350-E4E7-E43B-5BF8-40E5515D822F}"/>
              </a:ext>
            </a:extLst>
          </p:cNvPr>
          <p:cNvSpPr/>
          <p:nvPr/>
        </p:nvSpPr>
        <p:spPr>
          <a:xfrm>
            <a:off x="1906619" y="3906306"/>
            <a:ext cx="331038" cy="3004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FAFECF4-F08B-6173-8A7C-1605D288CB81}"/>
              </a:ext>
            </a:extLst>
          </p:cNvPr>
          <p:cNvSpPr/>
          <p:nvPr/>
        </p:nvSpPr>
        <p:spPr>
          <a:xfrm>
            <a:off x="2399160" y="4391749"/>
            <a:ext cx="331038" cy="3004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5A1C22D-73F0-5D8B-8B27-EAF28AA04354}"/>
              </a:ext>
            </a:extLst>
          </p:cNvPr>
          <p:cNvSpPr/>
          <p:nvPr/>
        </p:nvSpPr>
        <p:spPr>
          <a:xfrm>
            <a:off x="10323606" y="4808161"/>
            <a:ext cx="1223125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CD6AD09-1F13-795F-3C5F-927952E68AD6}"/>
              </a:ext>
            </a:extLst>
          </p:cNvPr>
          <p:cNvSpPr/>
          <p:nvPr/>
        </p:nvSpPr>
        <p:spPr>
          <a:xfrm>
            <a:off x="10307608" y="5486233"/>
            <a:ext cx="1307217" cy="421564"/>
          </a:xfrm>
          <a:prstGeom prst="roundRect">
            <a:avLst/>
          </a:prstGeom>
          <a:noFill/>
          <a:ln w="38100">
            <a:solidFill>
              <a:srgbClr val="0070C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807C6BA-F822-C602-9B71-0D2DA71D544C}"/>
              </a:ext>
            </a:extLst>
          </p:cNvPr>
          <p:cNvSpPr/>
          <p:nvPr/>
        </p:nvSpPr>
        <p:spPr>
          <a:xfrm>
            <a:off x="10354533" y="6109233"/>
            <a:ext cx="1172742" cy="4215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778EDD7-0B06-55EA-84D4-B671B83E465F}"/>
              </a:ext>
            </a:extLst>
          </p:cNvPr>
          <p:cNvSpPr/>
          <p:nvPr/>
        </p:nvSpPr>
        <p:spPr>
          <a:xfrm>
            <a:off x="2240875" y="2877713"/>
            <a:ext cx="489323" cy="421564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11FDE5A-0653-F28E-9050-F17EE5DF2AAE}"/>
              </a:ext>
            </a:extLst>
          </p:cNvPr>
          <p:cNvSpPr/>
          <p:nvPr/>
        </p:nvSpPr>
        <p:spPr>
          <a:xfrm>
            <a:off x="10546500" y="4258343"/>
            <a:ext cx="1397989" cy="421564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8755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0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5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18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25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4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50"/>
                            </p:stCondLst>
                            <p:childTnLst>
                              <p:par>
                                <p:cTn id="1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9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25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4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50"/>
                            </p:stCondLst>
                            <p:childTnLst>
                              <p:par>
                                <p:cTn id="1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9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25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4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250"/>
                            </p:stCondLst>
                            <p:childTnLst>
                              <p:par>
                                <p:cTn id="14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25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9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500"/>
                            </p:stCondLst>
                            <p:childTnLst>
                              <p:par>
                                <p:cTn id="1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25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750"/>
                            </p:stCondLst>
                            <p:childTnLst>
                              <p:par>
                                <p:cTn id="15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25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9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000"/>
                            </p:stCondLst>
                            <p:childTnLst>
                              <p:par>
                                <p:cTn id="1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25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4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25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9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500"/>
                            </p:stCondLst>
                            <p:childTnLst>
                              <p:par>
                                <p:cTn id="17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25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4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750"/>
                            </p:stCondLst>
                            <p:childTnLst>
                              <p:par>
                                <p:cTn id="1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5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9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3000"/>
                            </p:stCondLst>
                            <p:childTnLst>
                              <p:par>
                                <p:cTn id="18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5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4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3250"/>
                            </p:stCondLst>
                            <p:childTnLst>
                              <p:par>
                                <p:cTn id="18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9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500"/>
                            </p:stCondLst>
                            <p:childTnLst>
                              <p:par>
                                <p:cTn id="19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4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3750"/>
                            </p:stCondLst>
                            <p:childTnLst>
                              <p:par>
                                <p:cTn id="19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9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4000"/>
                            </p:stCondLst>
                            <p:childTnLst>
                              <p:par>
                                <p:cTn id="20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5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4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00"/>
                            </p:stCondLst>
                            <p:childTnLst>
                              <p:par>
                                <p:cTn id="2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000"/>
                            </p:stCondLst>
                            <p:childTnLst>
                              <p:par>
                                <p:cTn id="2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2500"/>
                            </p:stCondLst>
                            <p:childTnLst>
                              <p:par>
                                <p:cTn id="2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000"/>
                            </p:stCondLst>
                            <p:childTnLst>
                              <p:par>
                                <p:cTn id="2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500"/>
                            </p:stCondLst>
                            <p:childTnLst>
                              <p:par>
                                <p:cTn id="2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000"/>
                            </p:stCondLst>
                            <p:childTnLst>
                              <p:par>
                                <p:cTn id="2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500"/>
                            </p:stCondLst>
                            <p:childTnLst>
                              <p:par>
                                <p:cTn id="2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500"/>
                            </p:stCondLst>
                            <p:childTnLst>
                              <p:par>
                                <p:cTn id="2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1000"/>
                            </p:stCondLst>
                            <p:childTnLst>
                              <p:par>
                                <p:cTn id="2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500"/>
                            </p:stCondLst>
                            <p:childTnLst>
                              <p:par>
                                <p:cTn id="2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2000"/>
                            </p:stCondLst>
                            <p:childTnLst>
                              <p:par>
                                <p:cTn id="2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500"/>
                            </p:stCondLst>
                            <p:childTnLst>
                              <p:par>
                                <p:cTn id="2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1500"/>
                            </p:stCondLst>
                            <p:childTnLst>
                              <p:par>
                                <p:cTn id="2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4"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500"/>
                            </p:stCondLst>
                            <p:childTnLst>
                              <p:par>
                                <p:cTn id="30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4" dur="2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7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20" dur="2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23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26" dur="2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29" dur="2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32" dur="2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35" dur="2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38" dur="2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41" dur="2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44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47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50" dur="2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53" dur="2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56" dur="2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59"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2" dur="2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5" dur="2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8" dur="2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71" dur="2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74" dur="2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77" dur="2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80" dur="2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fill="hold">
                            <p:stCondLst>
                              <p:cond delay="500"/>
                            </p:stCondLst>
                            <p:childTnLst>
                              <p:par>
                                <p:cTn id="39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500"/>
                            </p:stCondLst>
                            <p:childTnLst>
                              <p:par>
                                <p:cTn id="40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500"/>
                            </p:stCondLst>
                            <p:childTnLst>
                              <p:par>
                                <p:cTn id="4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500"/>
                            </p:stCondLst>
                            <p:childTnLst>
                              <p:par>
                                <p:cTn id="4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500"/>
                            </p:stCondLst>
                            <p:childTnLst>
                              <p:par>
                                <p:cTn id="4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6" dur="5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" dur="5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2" dur="500" fill="hold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3" dur="500" fill="hold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8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250"/>
                            </p:stCondLst>
                            <p:childTnLst>
                              <p:par>
                                <p:cTn id="45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2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3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250"/>
                            </p:stCondLst>
                            <p:childTnLst>
                              <p:par>
                                <p:cTn id="46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500"/>
                            </p:stCondLst>
                            <p:childTnLst>
                              <p:par>
                                <p:cTn id="46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1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500" fill="hold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indefinite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250"/>
                            </p:stCondLst>
                            <p:childTnLst>
                              <p:par>
                                <p:cTn id="48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fill="hold">
                            <p:stCondLst>
                              <p:cond delay="500"/>
                            </p:stCondLst>
                            <p:childTnLst>
                              <p:par>
                                <p:cTn id="48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0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5" dur="500" fill="hold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6" dur="500" fill="hold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2" fill="hold">
                            <p:stCondLst>
                              <p:cond delay="250"/>
                            </p:stCondLst>
                            <p:childTnLst>
                              <p:par>
                                <p:cTn id="50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5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>
                            <p:stCondLst>
                              <p:cond delay="500"/>
                            </p:stCondLst>
                            <p:childTnLst>
                              <p:par>
                                <p:cTn id="50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46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2" grpId="0" animBg="1"/>
      <p:bldP spid="3" grpId="0" animBg="1"/>
      <p:bldP spid="4" grpId="0" animBg="1"/>
      <p:bldP spid="5" grpId="0" animBg="1"/>
      <p:bldP spid="6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5D5446E-4CF7-AC7B-73C0-D1021737B303}"/>
              </a:ext>
            </a:extLst>
          </p:cNvPr>
          <p:cNvGrpSpPr/>
          <p:nvPr/>
        </p:nvGrpSpPr>
        <p:grpSpPr>
          <a:xfrm>
            <a:off x="3425646" y="5317157"/>
            <a:ext cx="2975154" cy="135631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04D4237-8C49-00CC-45A9-7093966264D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46B365D8-A142-27A2-57C7-8804E33743AE}"/>
                </a:ext>
              </a:extLst>
            </p:cNvPr>
            <p:cNvSpPr txBox="1"/>
            <p:nvPr/>
          </p:nvSpPr>
          <p:spPr>
            <a:xfrm>
              <a:off x="1278922" y="1100722"/>
              <a:ext cx="1897106" cy="10119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Dimension Size (Locations)</a:t>
              </a:r>
              <a:r>
                <a:rPr lang="en-US" sz="2600" b="1" dirty="0"/>
                <a:t> 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Key Points</a:t>
              </a:r>
              <a:endParaRPr lang="en-PK" sz="2600" b="1" kern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1E475E-2DE5-8E14-8145-FE3E0BFA85AF}"/>
              </a:ext>
            </a:extLst>
          </p:cNvPr>
          <p:cNvGrpSpPr/>
          <p:nvPr/>
        </p:nvGrpSpPr>
        <p:grpSpPr>
          <a:xfrm>
            <a:off x="2534653" y="485862"/>
            <a:ext cx="10266947" cy="12540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D0905F0-108A-2A0C-8521-D2B4AED10D7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951D8325-924B-F5C5-6DED-F90DC9E55438}"/>
                </a:ext>
              </a:extLst>
            </p:cNvPr>
            <p:cNvSpPr txBox="1"/>
            <p:nvPr/>
          </p:nvSpPr>
          <p:spPr>
            <a:xfrm>
              <a:off x="1202695" y="1210262"/>
              <a:ext cx="2066722" cy="908967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45720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  <a:buBlip>
                  <a:blip r:embed="rId2"/>
                </a:buBlip>
              </a:pPr>
              <a:r>
                <a:rPr lang="en-US" sz="2500" b="1" kern="1200" dirty="0">
                  <a:solidFill>
                    <a:schemeClr val="bg2">
                      <a:lumMod val="25000"/>
                    </a:schemeClr>
                  </a:solidFill>
                </a:rPr>
                <a:t>     </a:t>
              </a: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Size of the first dimension is equal to the size of the entire array</a:t>
              </a:r>
              <a:r>
                <a:rPr lang="en-US" sz="2500" b="1" kern="1200" dirty="0">
                  <a:solidFill>
                    <a:schemeClr val="bg2">
                      <a:lumMod val="25000"/>
                    </a:schemeClr>
                  </a:solidFill>
                </a:rPr>
                <a:t>     </a:t>
              </a:r>
              <a:endParaRPr lang="en-PK" sz="25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pic>
        <p:nvPicPr>
          <p:cNvPr id="14" name="Picture 13" descr="A cartoon character holding a red handle&#10;&#10;Description automatically generated">
            <a:extLst>
              <a:ext uri="{FF2B5EF4-FFF2-40B4-BE49-F238E27FC236}">
                <a16:creationId xmlns:a16="http://schemas.microsoft.com/office/drawing/2014/main" id="{4715D037-E357-2039-9D8D-26D07B821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5" y="845804"/>
            <a:ext cx="2379113" cy="3838575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4307CDF-08F4-6399-3F4C-2B2CC2B28C9B}"/>
              </a:ext>
            </a:extLst>
          </p:cNvPr>
          <p:cNvGrpSpPr/>
          <p:nvPr/>
        </p:nvGrpSpPr>
        <p:grpSpPr>
          <a:xfrm>
            <a:off x="2544657" y="3330169"/>
            <a:ext cx="10266947" cy="151680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4E8C283-9086-80E0-D915-488AD0E293E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B297CF73-8EBB-3F38-F100-8A4EFF233C1F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    </a:t>
              </a:r>
              <a:endParaRPr lang="en-US" sz="2500" b="1" kern="1200" dirty="0">
                <a:solidFill>
                  <a:schemeClr val="bg2">
                    <a:lumMod val="25000"/>
                  </a:schemeClr>
                </a:solidFill>
              </a:endParaRPr>
            </a:p>
            <a:p>
              <a:pPr marL="457200" lvl="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  <a:buBlip>
                  <a:blip r:embed="rId2"/>
                </a:buBlip>
              </a:pP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      Complete size of a Dimension (Locations) =</a:t>
              </a:r>
            </a:p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dirty="0"/>
                <a:t>#of elements in dimension </a:t>
              </a:r>
              <a:r>
                <a:rPr lang="en-US" sz="2500" b="1" dirty="0">
                  <a:solidFill>
                    <a:srgbClr val="00B050"/>
                  </a:solidFill>
                </a:rPr>
                <a:t>*</a:t>
              </a:r>
              <a:r>
                <a:rPr lang="en-US" sz="2500" b="1" dirty="0"/>
                <a:t> </a:t>
              </a:r>
              <a:r>
                <a:rPr lang="en-US" sz="2500" b="1" dirty="0">
                  <a:solidFill>
                    <a:schemeClr val="bg1"/>
                  </a:solidFill>
                </a:rPr>
                <a:t>#of locations in single element of subarray</a:t>
              </a: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 </a:t>
              </a:r>
              <a:endParaRPr lang="en-US" sz="2500" b="1" kern="1200" dirty="0">
                <a:solidFill>
                  <a:schemeClr val="bg2">
                    <a:lumMod val="25000"/>
                  </a:schemeClr>
                </a:solidFill>
              </a:endParaRPr>
            </a:p>
            <a:p>
              <a:pPr marL="457200" lvl="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200000"/>
                <a:buBlip>
                  <a:blip r:embed="rId2"/>
                </a:buBlip>
              </a:pPr>
              <a:endParaRPr lang="en-PK" sz="25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7299A1-B339-A59A-B002-9E91694E993A}"/>
              </a:ext>
            </a:extLst>
          </p:cNvPr>
          <p:cNvGrpSpPr/>
          <p:nvPr/>
        </p:nvGrpSpPr>
        <p:grpSpPr>
          <a:xfrm>
            <a:off x="2553545" y="1777107"/>
            <a:ext cx="10266947" cy="1516808"/>
            <a:chOff x="1168503" y="1067248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9529701-E4B1-D17D-FEFA-53C841A35027}"/>
                </a:ext>
              </a:extLst>
            </p:cNvPr>
            <p:cNvSpPr/>
            <p:nvPr/>
          </p:nvSpPr>
          <p:spPr>
            <a:xfrm>
              <a:off x="1168503" y="1067248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F1EA222-CF1D-030A-789A-6282ED791EA0}"/>
                </a:ext>
              </a:extLst>
            </p:cNvPr>
            <p:cNvSpPr txBox="1"/>
            <p:nvPr/>
          </p:nvSpPr>
          <p:spPr>
            <a:xfrm>
              <a:off x="1202695" y="1200115"/>
              <a:ext cx="2066722" cy="855909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</a:p>
            <a:p>
              <a:pPr marL="457200" lvl="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  <a:buBlip>
                  <a:blip r:embed="rId2"/>
                </a:buBlip>
              </a:pPr>
              <a:r>
                <a:rPr lang="en-US" sz="2500" b="1" kern="1200" dirty="0">
                  <a:solidFill>
                    <a:schemeClr val="bg2">
                      <a:lumMod val="25000"/>
                    </a:schemeClr>
                  </a:solidFill>
                </a:rPr>
                <a:t>     Size of a dimension can also be determined by determining size of a single element in the previous dimension.</a:t>
              </a:r>
            </a:p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2500" b="1" dirty="0">
                  <a:solidFill>
                    <a:schemeClr val="bg2">
                      <a:lumMod val="25000"/>
                    </a:schemeClr>
                  </a:solidFill>
                </a:rPr>
                <a:t>    </a:t>
              </a:r>
              <a:endParaRPr lang="en-US" sz="2500" b="1" kern="1200" dirty="0">
                <a:solidFill>
                  <a:schemeClr val="bg2">
                    <a:lumMod val="25000"/>
                  </a:schemeClr>
                </a:solidFill>
              </a:endParaRPr>
            </a:p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200000"/>
              </a:pPr>
              <a:endParaRPr lang="en-PK" sz="25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898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7089722-DC4C-13F6-0242-4BD776FEAF1C}"/>
              </a:ext>
            </a:extLst>
          </p:cNvPr>
          <p:cNvGrpSpPr/>
          <p:nvPr/>
        </p:nvGrpSpPr>
        <p:grpSpPr>
          <a:xfrm>
            <a:off x="409231" y="670997"/>
            <a:ext cx="2693127" cy="1580555"/>
            <a:chOff x="1151362" y="879116"/>
            <a:chExt cx="2145283" cy="1367627"/>
          </a:xfrm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FBD8833-A8E0-17E7-BB40-4DB36F87ACC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F68D902A-5EDA-A0F1-382B-F36ED4812EC2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Calculating MD-Array Size  </a:t>
              </a:r>
              <a:endParaRPr lang="en-PK" sz="2730" b="1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FC41F93-98F8-8FC4-BBA7-0C201057E5B5}"/>
              </a:ext>
            </a:extLst>
          </p:cNvPr>
          <p:cNvGrpSpPr/>
          <p:nvPr/>
        </p:nvGrpSpPr>
        <p:grpSpPr>
          <a:xfrm>
            <a:off x="2569169" y="86942"/>
            <a:ext cx="10133220" cy="536968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C688C86-AB4F-FD4C-8CC7-67DDD94E68CF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2CA8D3A3-49C5-D5B1-B39A-43892F7C1516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Array Size (Bytes) = size of single data element * # of locations</a:t>
              </a:r>
              <a:endParaRPr lang="en-PK" sz="2730" b="1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F203BF-B970-4EC5-5E78-00DBCEE95A29}"/>
              </a:ext>
            </a:extLst>
          </p:cNvPr>
          <p:cNvGrpSpPr/>
          <p:nvPr/>
        </p:nvGrpSpPr>
        <p:grpSpPr>
          <a:xfrm>
            <a:off x="3276547" y="697196"/>
            <a:ext cx="3254208" cy="433167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004D076-D5FA-5BD2-23CA-38F483AD40D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20"/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921D8D7A-EF63-5645-E01E-607EDCDC5A9F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/>
                <a:t> int n[6][2][2];</a:t>
              </a:r>
              <a:endParaRPr lang="en-PK" sz="2520" b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CE9FA5D-9271-9B81-E9C2-DB339C6D87F5}"/>
              </a:ext>
            </a:extLst>
          </p:cNvPr>
          <p:cNvGrpSpPr/>
          <p:nvPr/>
        </p:nvGrpSpPr>
        <p:grpSpPr>
          <a:xfrm>
            <a:off x="6538510" y="680617"/>
            <a:ext cx="2857743" cy="454581"/>
            <a:chOff x="1133168" y="879116"/>
            <a:chExt cx="2163477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60818DE-47D7-1E0D-1C5C-5AA10AFBB558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20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A9731C40-4970-351C-F366-F5509440B622}"/>
                </a:ext>
              </a:extLst>
            </p:cNvPr>
            <p:cNvSpPr txBox="1"/>
            <p:nvPr/>
          </p:nvSpPr>
          <p:spPr>
            <a:xfrm>
              <a:off x="1133168" y="1174424"/>
              <a:ext cx="2145283" cy="96742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/>
                <a:t>Array Size = 4 * 24</a:t>
              </a:r>
              <a:endParaRPr lang="en-PK" sz="2520" b="1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B53916-33BD-8A90-33CE-B5E13C02529E}"/>
              </a:ext>
            </a:extLst>
          </p:cNvPr>
          <p:cNvGrpSpPr/>
          <p:nvPr/>
        </p:nvGrpSpPr>
        <p:grpSpPr>
          <a:xfrm>
            <a:off x="9411687" y="676526"/>
            <a:ext cx="3262485" cy="454581"/>
            <a:chOff x="1151362" y="841717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90EF78A-5D25-6C2C-A45F-AC0464D622F3}"/>
                </a:ext>
              </a:extLst>
            </p:cNvPr>
            <p:cNvSpPr/>
            <p:nvPr/>
          </p:nvSpPr>
          <p:spPr>
            <a:xfrm>
              <a:off x="1151362" y="841717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20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13CE91AF-EBD0-6104-79FF-80309230FA58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/>
                <a:t>Array Size = 96 bytes</a:t>
              </a:r>
              <a:endParaRPr lang="en-PK" sz="2520" b="1" dirty="0"/>
            </a:p>
          </p:txBody>
        </p:sp>
      </p:grp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68041A7-58B2-0978-7A8C-157C25CC584C}"/>
              </a:ext>
            </a:extLst>
          </p:cNvPr>
          <p:cNvSpPr txBox="1">
            <a:spLocks/>
          </p:cNvSpPr>
          <p:nvPr/>
        </p:nvSpPr>
        <p:spPr>
          <a:xfrm>
            <a:off x="59262" y="2436677"/>
            <a:ext cx="3633488" cy="598662"/>
          </a:xfrm>
          <a:prstGeom prst="rect">
            <a:avLst/>
          </a:prstGeom>
        </p:spPr>
        <p:txBody>
          <a:bodyPr vert="horz" lIns="0" tIns="48006" rIns="96012" bIns="48006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00" b="1" dirty="0"/>
              <a:t>Code for array size in bytes?</a:t>
            </a:r>
            <a:endParaRPr lang="en-PK" sz="2100" b="1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77B8F6-A9E8-75FD-6E99-7F06E7C80ED9}"/>
              </a:ext>
            </a:extLst>
          </p:cNvPr>
          <p:cNvGrpSpPr/>
          <p:nvPr/>
        </p:nvGrpSpPr>
        <p:grpSpPr>
          <a:xfrm>
            <a:off x="4742232" y="1209151"/>
            <a:ext cx="3375074" cy="480931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19D0348-02F1-D57A-6D90-3E70905E6741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A2F36BA6-41C8-08C8-30F9-F354005B5E26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</a:t>
              </a:r>
              <a:r>
                <a:rPr lang="en-US" sz="2730" b="1" dirty="0" err="1"/>
                <a:t>Size_n_bytes</a:t>
              </a:r>
              <a:r>
                <a:rPr lang="en-US" sz="2730" b="1" dirty="0"/>
                <a:t>  =</a:t>
              </a:r>
              <a:endParaRPr lang="en-PK" sz="2730" b="1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69E069-E7C3-A9D8-E890-A97E9FA6707B}"/>
              </a:ext>
            </a:extLst>
          </p:cNvPr>
          <p:cNvGrpSpPr/>
          <p:nvPr/>
        </p:nvGrpSpPr>
        <p:grpSpPr>
          <a:xfrm>
            <a:off x="8144865" y="1209151"/>
            <a:ext cx="1785202" cy="480931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F633D54-3C9B-91D9-1598-2EF489BF246F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90C818C0-B1B4-07B6-28C8-ACA7ED14BB4D}"/>
                </a:ext>
              </a:extLst>
            </p:cNvPr>
            <p:cNvSpPr txBox="1"/>
            <p:nvPr/>
          </p:nvSpPr>
          <p:spPr>
            <a:xfrm>
              <a:off x="1215977" y="912521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sizeof(n) ;</a:t>
              </a:r>
              <a:endParaRPr lang="en-PK" sz="2730" b="1" dirty="0"/>
            </a:p>
          </p:txBody>
        </p:sp>
      </p:grp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0FBE47B6-95A1-4091-B4FF-A191389B9A1E}"/>
              </a:ext>
            </a:extLst>
          </p:cNvPr>
          <p:cNvSpPr txBox="1">
            <a:spLocks/>
          </p:cNvSpPr>
          <p:nvPr/>
        </p:nvSpPr>
        <p:spPr>
          <a:xfrm>
            <a:off x="59261" y="2914900"/>
            <a:ext cx="3483933" cy="1021408"/>
          </a:xfrm>
          <a:prstGeom prst="rect">
            <a:avLst/>
          </a:prstGeom>
        </p:spPr>
        <p:txBody>
          <a:bodyPr vert="horz" lIns="0" tIns="48006" rIns="96012" bIns="48006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00" b="1" dirty="0"/>
              <a:t>Code for array size in number of locations / index ?</a:t>
            </a:r>
            <a:endParaRPr lang="en-PK" sz="2100" b="1" dirty="0"/>
          </a:p>
        </p:txBody>
      </p:sp>
      <p:pic>
        <p:nvPicPr>
          <p:cNvPr id="35" name="Picture 34" descr="A white cartoon character with a red question mark&#10;&#10;Description automatically generated">
            <a:extLst>
              <a:ext uri="{FF2B5EF4-FFF2-40B4-BE49-F238E27FC236}">
                <a16:creationId xmlns:a16="http://schemas.microsoft.com/office/drawing/2014/main" id="{FF7E849B-2B87-2106-C5C7-91CF1AABC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3404">
            <a:off x="389528" y="4469457"/>
            <a:ext cx="1980248" cy="253275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BA1FD13B-D3CE-682D-3CB9-E0D687CE8DC8}"/>
              </a:ext>
            </a:extLst>
          </p:cNvPr>
          <p:cNvGrpSpPr/>
          <p:nvPr/>
        </p:nvGrpSpPr>
        <p:grpSpPr>
          <a:xfrm>
            <a:off x="3659683" y="1756122"/>
            <a:ext cx="9294263" cy="469377"/>
            <a:chOff x="-74802" y="1052"/>
            <a:chExt cx="3110547" cy="467923"/>
          </a:xfrm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1FD9A20-78A1-C915-FB58-E12973FE9972}"/>
                </a:ext>
              </a:extLst>
            </p:cNvPr>
            <p:cNvSpPr/>
            <p:nvPr/>
          </p:nvSpPr>
          <p:spPr>
            <a:xfrm>
              <a:off x="0" y="1052"/>
              <a:ext cx="2964022" cy="4679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996"/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74876118-6F01-7069-24FF-0734B82F3812}"/>
                </a:ext>
              </a:extLst>
            </p:cNvPr>
            <p:cNvSpPr txBox="1"/>
            <p:nvPr/>
          </p:nvSpPr>
          <p:spPr>
            <a:xfrm>
              <a:off x="-74802" y="23898"/>
              <a:ext cx="3110547" cy="422231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10" b="1" dirty="0"/>
                <a:t> C++ calculates size of the entire array in bytes using above formula</a:t>
              </a:r>
              <a:endParaRPr lang="en-PK" sz="2310" b="1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E8AFD2C-06D5-9F21-2E29-4E0FEFBB2290}"/>
              </a:ext>
            </a:extLst>
          </p:cNvPr>
          <p:cNvGrpSpPr/>
          <p:nvPr/>
        </p:nvGrpSpPr>
        <p:grpSpPr>
          <a:xfrm>
            <a:off x="4333498" y="2272642"/>
            <a:ext cx="3103220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A7567CA7-EE53-BBA7-4084-708A27872862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53" name="Rectangle: Rounded Corners 4">
              <a:extLst>
                <a:ext uri="{FF2B5EF4-FFF2-40B4-BE49-F238E27FC236}">
                  <a16:creationId xmlns:a16="http://schemas.microsoft.com/office/drawing/2014/main" id="{1C79B5D9-F150-DFD9-3459-11803E3EFFA6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</a:t>
              </a:r>
              <a:r>
                <a:rPr lang="en-US" sz="2730" b="1" dirty="0" err="1"/>
                <a:t>Size_n_Locs</a:t>
              </a:r>
              <a:r>
                <a:rPr lang="en-US" sz="2730" b="1" dirty="0"/>
                <a:t> =</a:t>
              </a:r>
              <a:endParaRPr lang="en-PK" sz="2730" b="1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6888B5E-2C3F-E4F2-8BA7-F71130E43841}"/>
              </a:ext>
            </a:extLst>
          </p:cNvPr>
          <p:cNvGrpSpPr/>
          <p:nvPr/>
        </p:nvGrpSpPr>
        <p:grpSpPr>
          <a:xfrm>
            <a:off x="7451328" y="2272642"/>
            <a:ext cx="1692671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E3FAF740-DC00-8742-F7D8-A455557A14E5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CC2916A7-B31B-14DA-B6A4-24FF7C3C122B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 err="1"/>
                <a:t>sizeof</a:t>
              </a:r>
              <a:r>
                <a:rPr lang="en-US" sz="2730" b="1" dirty="0"/>
                <a:t> (n)</a:t>
              </a:r>
              <a:endParaRPr lang="en-PK" sz="2730" b="1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5D0A4F4-145D-FBF7-3A11-4AF6AC6D54B4}"/>
              </a:ext>
            </a:extLst>
          </p:cNvPr>
          <p:cNvGrpSpPr/>
          <p:nvPr/>
        </p:nvGrpSpPr>
        <p:grpSpPr>
          <a:xfrm>
            <a:off x="9173241" y="2272642"/>
            <a:ext cx="511476" cy="41491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9B58E0A-B058-CB38-44BC-53B6D0300927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59" name="Rectangle: Rounded Corners 4">
              <a:extLst>
                <a:ext uri="{FF2B5EF4-FFF2-40B4-BE49-F238E27FC236}">
                  <a16:creationId xmlns:a16="http://schemas.microsoft.com/office/drawing/2014/main" id="{6048CC74-D176-4A06-3E26-BDAC644C3194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/</a:t>
              </a:r>
              <a:endParaRPr lang="en-PK" sz="2730" b="1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97EED7B-12F9-1F15-4FA3-A41E0C1D56E2}"/>
              </a:ext>
            </a:extLst>
          </p:cNvPr>
          <p:cNvGrpSpPr/>
          <p:nvPr/>
        </p:nvGrpSpPr>
        <p:grpSpPr>
          <a:xfrm>
            <a:off x="9720080" y="2272644"/>
            <a:ext cx="2859407" cy="42243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C4056BD-63A9-FBE0-2C55-B1AC16F59097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62" name="Rectangle: Rounded Corners 4">
              <a:extLst>
                <a:ext uri="{FF2B5EF4-FFF2-40B4-BE49-F238E27FC236}">
                  <a16:creationId xmlns:a16="http://schemas.microsoft.com/office/drawing/2014/main" id="{85D32D92-86B3-314F-7D06-CF1AD2890C9A}"/>
                </a:ext>
              </a:extLst>
            </p:cNvPr>
            <p:cNvSpPr txBox="1"/>
            <p:nvPr/>
          </p:nvSpPr>
          <p:spPr>
            <a:xfrm>
              <a:off x="1218136" y="1208327"/>
              <a:ext cx="1983162" cy="93684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10" b="1" dirty="0" err="1"/>
                <a:t>sizeof</a:t>
              </a:r>
              <a:r>
                <a:rPr lang="en-US" sz="2310" b="1" dirty="0"/>
                <a:t> (n[0][0][0]) ;</a:t>
              </a:r>
              <a:endParaRPr lang="en-PK" sz="2310" b="1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13D2393-5C6C-13C3-DB38-6AC01778AD76}"/>
              </a:ext>
            </a:extLst>
          </p:cNvPr>
          <p:cNvGrpSpPr/>
          <p:nvPr/>
        </p:nvGrpSpPr>
        <p:grpSpPr>
          <a:xfrm>
            <a:off x="3728112" y="2754334"/>
            <a:ext cx="8969161" cy="570442"/>
            <a:chOff x="-74802" y="1052"/>
            <a:chExt cx="3110547" cy="467923"/>
          </a:xfrm>
          <a:scene3d>
            <a:camera prst="orthographicFront"/>
            <a:lightRig rig="flat" dir="t"/>
          </a:scene3d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69E1E43F-8E0E-BFAA-5B41-002865E5B283}"/>
                </a:ext>
              </a:extLst>
            </p:cNvPr>
            <p:cNvSpPr/>
            <p:nvPr/>
          </p:nvSpPr>
          <p:spPr>
            <a:xfrm>
              <a:off x="0" y="1052"/>
              <a:ext cx="2964022" cy="4679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996"/>
            </a:p>
          </p:txBody>
        </p:sp>
        <p:sp>
          <p:nvSpPr>
            <p:cNvPr id="65" name="Rectangle: Rounded Corners 4">
              <a:extLst>
                <a:ext uri="{FF2B5EF4-FFF2-40B4-BE49-F238E27FC236}">
                  <a16:creationId xmlns:a16="http://schemas.microsoft.com/office/drawing/2014/main" id="{3D96C101-A3DB-6FB8-414A-236B23EFEDB2}"/>
                </a:ext>
              </a:extLst>
            </p:cNvPr>
            <p:cNvSpPr txBox="1"/>
            <p:nvPr/>
          </p:nvSpPr>
          <p:spPr>
            <a:xfrm>
              <a:off x="-74802" y="23898"/>
              <a:ext cx="3110547" cy="422231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/>
                <a:t> calculates total number of locations / indices present in array.</a:t>
              </a:r>
              <a:endParaRPr lang="en-PK" sz="2520" b="1" dirty="0"/>
            </a:p>
          </p:txBody>
        </p:sp>
      </p:grpSp>
      <p:sp>
        <p:nvSpPr>
          <p:cNvPr id="69" name="Rectangle: Beveled 68">
            <a:extLst>
              <a:ext uri="{FF2B5EF4-FFF2-40B4-BE49-F238E27FC236}">
                <a16:creationId xmlns:a16="http://schemas.microsoft.com/office/drawing/2014/main" id="{F4C7814B-6217-A55E-E6B5-4263DC2245DC}"/>
              </a:ext>
            </a:extLst>
          </p:cNvPr>
          <p:cNvSpPr/>
          <p:nvPr/>
        </p:nvSpPr>
        <p:spPr>
          <a:xfrm>
            <a:off x="2378338" y="3610228"/>
            <a:ext cx="10164378" cy="2116804"/>
          </a:xfrm>
          <a:prstGeom prst="bevel">
            <a:avLst/>
          </a:prstGeom>
          <a:solidFill>
            <a:schemeClr val="accent1">
              <a:alpha val="11000"/>
            </a:schemeClr>
          </a:solidFill>
          <a:ln w="88900">
            <a:solidFill>
              <a:srgbClr val="002060"/>
            </a:solidFill>
          </a:ln>
          <a:scene3d>
            <a:camera prst="perspectiveAbove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996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D573BA4-377A-4724-D978-4A71033B014F}"/>
              </a:ext>
            </a:extLst>
          </p:cNvPr>
          <p:cNvGrpSpPr/>
          <p:nvPr/>
        </p:nvGrpSpPr>
        <p:grpSpPr>
          <a:xfrm>
            <a:off x="2695074" y="3832147"/>
            <a:ext cx="9585163" cy="1484990"/>
            <a:chOff x="1174249" y="1038123"/>
            <a:chExt cx="2145283" cy="1367627"/>
          </a:xfrm>
          <a:solidFill>
            <a:srgbClr val="0070C0"/>
          </a:solidFill>
          <a:effectLst>
            <a:glow rad="228600">
              <a:schemeClr val="accent3">
                <a:satMod val="175000"/>
                <a:alpha val="40000"/>
              </a:schemeClr>
            </a:glow>
            <a:reflection blurRad="6350" stA="50000" endA="300" endPos="90000" dir="5400000" sy="-100000" algn="bl" rotWithShape="0"/>
          </a:effectLst>
          <a:scene3d>
            <a:camera prst="perspectiveAbove"/>
            <a:lightRig rig="flat" dir="t"/>
          </a:scene3d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9FE0149B-84FB-C0EA-DC84-25C43E4F3164}"/>
                </a:ext>
              </a:extLst>
            </p:cNvPr>
            <p:cNvSpPr/>
            <p:nvPr/>
          </p:nvSpPr>
          <p:spPr>
            <a:xfrm>
              <a:off x="1174249" y="1038123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 prst="softRound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400" b="1"/>
            </a:p>
          </p:txBody>
        </p:sp>
        <p:sp>
          <p:nvSpPr>
            <p:cNvPr id="72" name="Rectangle: Rounded Corners 4">
              <a:extLst>
                <a:ext uri="{FF2B5EF4-FFF2-40B4-BE49-F238E27FC236}">
                  <a16:creationId xmlns:a16="http://schemas.microsoft.com/office/drawing/2014/main" id="{057F21CB-3456-4490-B875-D040B98EE6CD}"/>
                </a:ext>
              </a:extLst>
            </p:cNvPr>
            <p:cNvSpPr txBox="1"/>
            <p:nvPr/>
          </p:nvSpPr>
          <p:spPr>
            <a:xfrm>
              <a:off x="1218136" y="1038123"/>
              <a:ext cx="2011735" cy="1234079"/>
            </a:xfrm>
            <a:prstGeom prst="rect">
              <a:avLst/>
            </a:prstGeom>
            <a:grpFill/>
            <a:sp3d>
              <a:bevelT w="152400" h="50800" prst="softRound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dirty="0">
                  <a:solidFill>
                    <a:schemeClr val="tx1"/>
                  </a:solidFill>
                </a:rPr>
                <a:t>int </a:t>
              </a:r>
              <a:r>
                <a:rPr lang="en-US" sz="2800" b="1" dirty="0" err="1">
                  <a:solidFill>
                    <a:schemeClr val="tx1"/>
                  </a:solidFill>
                </a:rPr>
                <a:t>size_array</a:t>
              </a:r>
              <a:r>
                <a:rPr lang="en-US" sz="2800" b="1" dirty="0">
                  <a:solidFill>
                    <a:schemeClr val="tx1"/>
                  </a:solidFill>
                </a:rPr>
                <a:t> = </a:t>
              </a:r>
              <a:r>
                <a:rPr lang="en-US" sz="2800" b="1" dirty="0" err="1">
                  <a:solidFill>
                    <a:schemeClr val="tx1"/>
                  </a:solidFill>
                </a:rPr>
                <a:t>sizeof</a:t>
              </a:r>
              <a:r>
                <a:rPr lang="en-US" sz="2800" b="1" dirty="0">
                  <a:solidFill>
                    <a:schemeClr val="tx1"/>
                  </a:solidFill>
                </a:rPr>
                <a:t> (array) / </a:t>
              </a:r>
              <a:r>
                <a:rPr lang="en-US" sz="2800" b="1" dirty="0" err="1">
                  <a:solidFill>
                    <a:schemeClr val="tx1"/>
                  </a:solidFill>
                </a:rPr>
                <a:t>sizeof</a:t>
              </a:r>
              <a:r>
                <a:rPr lang="en-US" sz="2800" b="1" dirty="0">
                  <a:solidFill>
                    <a:schemeClr val="tx1"/>
                  </a:solidFill>
                </a:rPr>
                <a:t> (single data element)</a:t>
              </a:r>
              <a:endParaRPr lang="en-PK" sz="28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703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3" grpId="0"/>
      <p:bldP spid="6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3F34-468E-C810-D13A-6757B46B3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04AB736-9DCD-055D-43F3-06BFF761E6B5}"/>
              </a:ext>
            </a:extLst>
          </p:cNvPr>
          <p:cNvGrpSpPr/>
          <p:nvPr/>
        </p:nvGrpSpPr>
        <p:grpSpPr>
          <a:xfrm>
            <a:off x="409231" y="1242499"/>
            <a:ext cx="2693127" cy="1009052"/>
            <a:chOff x="1151362" y="879116"/>
            <a:chExt cx="2145283" cy="1367627"/>
          </a:xfrm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463304E-69C0-D12F-1EF8-A83138BC23F6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E4EA54FA-2E42-98C5-C84C-04E013862A01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Calculating Dimension Size </a:t>
              </a:r>
              <a:endParaRPr lang="en-PK" sz="2730" b="1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3F443A-F439-2BB2-68E4-EC9CBCF8DEAF}"/>
              </a:ext>
            </a:extLst>
          </p:cNvPr>
          <p:cNvGrpSpPr/>
          <p:nvPr/>
        </p:nvGrpSpPr>
        <p:grpSpPr>
          <a:xfrm>
            <a:off x="59261" y="86941"/>
            <a:ext cx="12643128" cy="1101251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20C7C3B-6D4D-43CA-98EE-847247EBD32D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00" dirty="0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8864AB77-6D9F-189A-9754-65F7C64DD712}"/>
                </a:ext>
              </a:extLst>
            </p:cNvPr>
            <p:cNvSpPr txBox="1"/>
            <p:nvPr/>
          </p:nvSpPr>
          <p:spPr>
            <a:xfrm>
              <a:off x="1158141" y="1068466"/>
              <a:ext cx="2138083" cy="846813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/>
                <a:t>Dimension Size (Bytes) </a:t>
              </a:r>
            </a:p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/>
                <a:t>=  #of elements in dimension * </a:t>
              </a:r>
              <a:r>
                <a:rPr lang="en-US" sz="2500" b="1" dirty="0">
                  <a:solidFill>
                    <a:schemeClr val="bg1"/>
                  </a:solidFill>
                </a:rPr>
                <a:t>#of locations in single element of subarray* </a:t>
              </a:r>
              <a:r>
                <a:rPr lang="en-US" sz="2500" b="1" dirty="0" err="1">
                  <a:solidFill>
                    <a:schemeClr val="bg1"/>
                  </a:solidFill>
                </a:rPr>
                <a:t>sizeOf</a:t>
              </a:r>
              <a:r>
                <a:rPr lang="en-US" sz="2500" b="1" dirty="0">
                  <a:solidFill>
                    <a:schemeClr val="bg1"/>
                  </a:solidFill>
                </a:rPr>
                <a:t> data type</a:t>
              </a:r>
              <a:endParaRPr lang="en-PK" sz="25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EF47B7-63CE-B735-EAC7-0C04D5F2833A}"/>
              </a:ext>
            </a:extLst>
          </p:cNvPr>
          <p:cNvGrpSpPr/>
          <p:nvPr/>
        </p:nvGrpSpPr>
        <p:grpSpPr>
          <a:xfrm>
            <a:off x="7193653" y="1242499"/>
            <a:ext cx="2575989" cy="663567"/>
            <a:chOff x="1151362" y="879116"/>
            <a:chExt cx="2145283" cy="1367627"/>
          </a:xfrm>
          <a:solidFill>
            <a:schemeClr val="accent2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25DB016-D507-AEC3-CFFE-EA1EED4F7A7B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20">
                <a:solidFill>
                  <a:schemeClr val="bg1"/>
                </a:solidFill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C5D6E9A4-EF42-4C75-DE93-2E56CE038406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>
                  <a:solidFill>
                    <a:schemeClr val="bg1"/>
                  </a:solidFill>
                </a:rPr>
                <a:t> int n[6][2][2];</a:t>
              </a:r>
              <a:endParaRPr lang="en-PK" sz="252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B9BEE5-EE32-806D-6036-6862CDADA17F}"/>
              </a:ext>
            </a:extLst>
          </p:cNvPr>
          <p:cNvGrpSpPr/>
          <p:nvPr/>
        </p:nvGrpSpPr>
        <p:grpSpPr>
          <a:xfrm>
            <a:off x="4718234" y="1996274"/>
            <a:ext cx="5893313" cy="454581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9CDEFB7-EBAF-4792-D0EA-5698A6089544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20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00F57D83-80CF-9874-8F72-3B63D994CFF3}"/>
                </a:ext>
              </a:extLst>
            </p:cNvPr>
            <p:cNvSpPr txBox="1"/>
            <p:nvPr/>
          </p:nvSpPr>
          <p:spPr>
            <a:xfrm>
              <a:off x="1247912" y="1046156"/>
              <a:ext cx="1913741" cy="1095691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/>
                <a:t>First dimension Size n1[ ]= 6 * </a:t>
              </a:r>
              <a:r>
                <a:rPr lang="en-US" sz="2520" b="1" dirty="0">
                  <a:solidFill>
                    <a:schemeClr val="bg1"/>
                  </a:solidFill>
                </a:rPr>
                <a:t>4 *4</a:t>
              </a:r>
              <a:endParaRPr lang="en-PK" sz="252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BB29BA9-2334-F426-FD04-74F6CE8C038B}"/>
              </a:ext>
            </a:extLst>
          </p:cNvPr>
          <p:cNvGrpSpPr/>
          <p:nvPr/>
        </p:nvGrpSpPr>
        <p:grpSpPr>
          <a:xfrm>
            <a:off x="10631205" y="1976141"/>
            <a:ext cx="1785202" cy="454581"/>
            <a:chOff x="1151362" y="841717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C6F7A30-D69F-54A9-5A63-ED96C058EB06}"/>
                </a:ext>
              </a:extLst>
            </p:cNvPr>
            <p:cNvSpPr/>
            <p:nvPr/>
          </p:nvSpPr>
          <p:spPr>
            <a:xfrm>
              <a:off x="1151362" y="841717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20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2766336A-BFC3-7900-93D8-5CEB643BFFC8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/>
                <a:t>= 96 bytes</a:t>
              </a:r>
              <a:endParaRPr lang="en-PK" sz="2520" b="1" dirty="0"/>
            </a:p>
          </p:txBody>
        </p:sp>
      </p:grp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5B8885A-183A-CBE1-6CB3-C87D7A19FD58}"/>
              </a:ext>
            </a:extLst>
          </p:cNvPr>
          <p:cNvSpPr txBox="1">
            <a:spLocks/>
          </p:cNvSpPr>
          <p:nvPr/>
        </p:nvSpPr>
        <p:spPr>
          <a:xfrm>
            <a:off x="59261" y="2388551"/>
            <a:ext cx="3446351" cy="756702"/>
          </a:xfrm>
          <a:prstGeom prst="rect">
            <a:avLst/>
          </a:prstGeom>
        </p:spPr>
        <p:txBody>
          <a:bodyPr vert="horz" lIns="0" tIns="48006" rIns="96012" bIns="48006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00" b="1" dirty="0"/>
              <a:t>Code for dimension size in bytes?</a:t>
            </a:r>
            <a:endParaRPr lang="en-PK" sz="2100" b="1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A98149-1F74-601C-9EC2-5BA1477A2993}"/>
              </a:ext>
            </a:extLst>
          </p:cNvPr>
          <p:cNvGrpSpPr/>
          <p:nvPr/>
        </p:nvGrpSpPr>
        <p:grpSpPr>
          <a:xfrm>
            <a:off x="3719213" y="3535243"/>
            <a:ext cx="3676203" cy="480931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BFA31D3-5D4A-F362-76B0-E531A85A42FB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9B238170-5F78-3C05-6C6E-63F87025F953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Size_n1_bytes  =</a:t>
              </a:r>
              <a:endParaRPr lang="en-PK" sz="2730" b="1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AB814F-86D2-EB9B-E06E-028E9DAC612C}"/>
              </a:ext>
            </a:extLst>
          </p:cNvPr>
          <p:cNvGrpSpPr/>
          <p:nvPr/>
        </p:nvGrpSpPr>
        <p:grpSpPr>
          <a:xfrm>
            <a:off x="7433158" y="3518222"/>
            <a:ext cx="4004864" cy="480931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2BF29DA-CFBF-BF2D-E2F2-99202B9881A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FAAC3F0E-CEC2-0911-DC35-FD722FFDA496}"/>
                </a:ext>
              </a:extLst>
            </p:cNvPr>
            <p:cNvSpPr txBox="1"/>
            <p:nvPr/>
          </p:nvSpPr>
          <p:spPr>
            <a:xfrm>
              <a:off x="1215977" y="912521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6 * </a:t>
              </a:r>
              <a:r>
                <a:rPr lang="en-US" sz="2730" b="1" dirty="0" err="1"/>
                <a:t>sizeof</a:t>
              </a:r>
              <a:r>
                <a:rPr lang="en-US" sz="2730" b="1" dirty="0"/>
                <a:t>( n[0] );</a:t>
              </a:r>
              <a:endParaRPr lang="en-PK" sz="2730" b="1" dirty="0"/>
            </a:p>
          </p:txBody>
        </p:sp>
      </p:grp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AFD07581-9328-0ECE-F2CF-F1AEC203FA02}"/>
              </a:ext>
            </a:extLst>
          </p:cNvPr>
          <p:cNvSpPr txBox="1">
            <a:spLocks/>
          </p:cNvSpPr>
          <p:nvPr/>
        </p:nvSpPr>
        <p:spPr>
          <a:xfrm>
            <a:off x="59261" y="3059278"/>
            <a:ext cx="3663381" cy="1528764"/>
          </a:xfrm>
          <a:prstGeom prst="rect">
            <a:avLst/>
          </a:prstGeom>
        </p:spPr>
        <p:txBody>
          <a:bodyPr vert="horz" lIns="0" tIns="48006" rIns="96012" bIns="48006" rtlCol="0">
            <a:normAutofit lnSpcReduction="1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00" b="1" dirty="0" err="1"/>
              <a:t>Sizeof</a:t>
            </a:r>
            <a:r>
              <a:rPr lang="en-US" sz="2100" b="1" dirty="0"/>
              <a:t> operator when applied to an element of dimension, it looks for number of locations in the sub-array</a:t>
            </a:r>
            <a:endParaRPr lang="en-PK" sz="2100" b="1" dirty="0"/>
          </a:p>
        </p:txBody>
      </p:sp>
      <p:pic>
        <p:nvPicPr>
          <p:cNvPr id="35" name="Picture 34" descr="A white cartoon character with a red question mark&#10;&#10;Description automatically generated">
            <a:extLst>
              <a:ext uri="{FF2B5EF4-FFF2-40B4-BE49-F238E27FC236}">
                <a16:creationId xmlns:a16="http://schemas.microsoft.com/office/drawing/2014/main" id="{F9A8D477-6217-430B-C999-0B0F09320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3404">
            <a:off x="389528" y="4469457"/>
            <a:ext cx="1980248" cy="253275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716D21C2-1AE7-EDEE-2AAB-52EF4FD52E9C}"/>
              </a:ext>
            </a:extLst>
          </p:cNvPr>
          <p:cNvGrpSpPr/>
          <p:nvPr/>
        </p:nvGrpSpPr>
        <p:grpSpPr>
          <a:xfrm>
            <a:off x="2921751" y="6055383"/>
            <a:ext cx="9976103" cy="789082"/>
            <a:chOff x="-74802" y="1052"/>
            <a:chExt cx="3110547" cy="467923"/>
          </a:xfrm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078E26D7-EACE-53EE-0964-905FC2469CEC}"/>
                </a:ext>
              </a:extLst>
            </p:cNvPr>
            <p:cNvSpPr/>
            <p:nvPr/>
          </p:nvSpPr>
          <p:spPr>
            <a:xfrm>
              <a:off x="0" y="1052"/>
              <a:ext cx="2964022" cy="4679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996">
                <a:solidFill>
                  <a:schemeClr val="bg1"/>
                </a:solidFill>
              </a:endParaRPr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68A80C63-3A46-3F3F-CC48-DB8BC0168A0C}"/>
                </a:ext>
              </a:extLst>
            </p:cNvPr>
            <p:cNvSpPr txBox="1"/>
            <p:nvPr/>
          </p:nvSpPr>
          <p:spPr>
            <a:xfrm>
              <a:off x="-74802" y="23898"/>
              <a:ext cx="3110547" cy="422231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10" b="1" dirty="0">
                  <a:solidFill>
                    <a:schemeClr val="bg1"/>
                  </a:solidFill>
                </a:rPr>
                <a:t> C++ calculates size of dimension in bytes using black part of the formula</a:t>
              </a:r>
              <a:endParaRPr lang="en-PK" sz="231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76DD805-9ED6-8037-3C96-20A169330666}"/>
              </a:ext>
            </a:extLst>
          </p:cNvPr>
          <p:cNvGrpSpPr/>
          <p:nvPr/>
        </p:nvGrpSpPr>
        <p:grpSpPr>
          <a:xfrm>
            <a:off x="4668253" y="2517427"/>
            <a:ext cx="5983083" cy="454581"/>
            <a:chOff x="1133168" y="879116"/>
            <a:chExt cx="2163477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234148C-ADBF-200B-825D-79F43A7C5C21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2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741DD09-47B0-CC4C-8711-12821ADA317B}"/>
                </a:ext>
              </a:extLst>
            </p:cNvPr>
            <p:cNvSpPr txBox="1"/>
            <p:nvPr/>
          </p:nvSpPr>
          <p:spPr>
            <a:xfrm>
              <a:off x="1133168" y="1174424"/>
              <a:ext cx="2145283" cy="96742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/>
                <a:t>Second dimension Size n2[ ][ ]= 2 * </a:t>
              </a:r>
              <a:r>
                <a:rPr lang="en-US" sz="2520" b="1" dirty="0">
                  <a:solidFill>
                    <a:schemeClr val="bg1"/>
                  </a:solidFill>
                </a:rPr>
                <a:t>2 *4</a:t>
              </a:r>
              <a:endParaRPr lang="en-PK" sz="252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C29E5A-5563-C352-2F88-4328AEFF8B01}"/>
              </a:ext>
            </a:extLst>
          </p:cNvPr>
          <p:cNvGrpSpPr/>
          <p:nvPr/>
        </p:nvGrpSpPr>
        <p:grpSpPr>
          <a:xfrm>
            <a:off x="10670994" y="2497294"/>
            <a:ext cx="1785202" cy="454581"/>
            <a:chOff x="1151362" y="841717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027C1F4-9CEC-B4F2-5189-AB3D9A50C587}"/>
                </a:ext>
              </a:extLst>
            </p:cNvPr>
            <p:cNvSpPr/>
            <p:nvPr/>
          </p:nvSpPr>
          <p:spPr>
            <a:xfrm>
              <a:off x="1151362" y="841717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20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7089C70F-1FFD-D3F0-AAB2-A3C292147BB2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/>
                <a:t>= 16 bytes</a:t>
              </a:r>
              <a:endParaRPr lang="en-PK" sz="2520" b="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C21AA3-7685-6A9C-398D-E75AE352C6E9}"/>
              </a:ext>
            </a:extLst>
          </p:cNvPr>
          <p:cNvGrpSpPr/>
          <p:nvPr/>
        </p:nvGrpSpPr>
        <p:grpSpPr>
          <a:xfrm>
            <a:off x="4660233" y="3022751"/>
            <a:ext cx="5983083" cy="454581"/>
            <a:chOff x="1133168" y="879116"/>
            <a:chExt cx="2163477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2B55355-D08F-A38E-4EE5-13997FF7E801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20"/>
            </a:p>
          </p:txBody>
        </p:sp>
        <p:sp>
          <p:nvSpPr>
            <p:cNvPr id="32" name="Rectangle: Rounded Corners 4">
              <a:extLst>
                <a:ext uri="{FF2B5EF4-FFF2-40B4-BE49-F238E27FC236}">
                  <a16:creationId xmlns:a16="http://schemas.microsoft.com/office/drawing/2014/main" id="{E6568EF4-E581-C7CF-642C-DA1E1913D2B3}"/>
                </a:ext>
              </a:extLst>
            </p:cNvPr>
            <p:cNvSpPr txBox="1"/>
            <p:nvPr/>
          </p:nvSpPr>
          <p:spPr>
            <a:xfrm>
              <a:off x="1133168" y="1174424"/>
              <a:ext cx="2145283" cy="96742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/>
                <a:t>Third dimension Size n3[ ][ ][ ]= 2 * </a:t>
              </a:r>
              <a:r>
                <a:rPr lang="en-US" sz="2520" b="1" dirty="0">
                  <a:solidFill>
                    <a:schemeClr val="bg1"/>
                  </a:solidFill>
                </a:rPr>
                <a:t>1 *4</a:t>
              </a:r>
              <a:endParaRPr lang="en-PK" sz="252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059EF7-962C-6477-D7E3-4374E1743B2D}"/>
              </a:ext>
            </a:extLst>
          </p:cNvPr>
          <p:cNvGrpSpPr/>
          <p:nvPr/>
        </p:nvGrpSpPr>
        <p:grpSpPr>
          <a:xfrm>
            <a:off x="10662974" y="3002618"/>
            <a:ext cx="1785202" cy="454581"/>
            <a:chOff x="1151362" y="841717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F5E97D1-FBED-841B-3857-3FBDE4869BDC}"/>
                </a:ext>
              </a:extLst>
            </p:cNvPr>
            <p:cNvSpPr/>
            <p:nvPr/>
          </p:nvSpPr>
          <p:spPr>
            <a:xfrm>
              <a:off x="1151362" y="841717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20"/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46A847EC-3984-A2D2-6761-D2693B8990C8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20" b="1" dirty="0"/>
                <a:t>= 8 bytes</a:t>
              </a:r>
              <a:endParaRPr lang="en-PK" sz="2520" b="1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556277B-34C3-40E1-480D-B66ED592BDF7}"/>
              </a:ext>
            </a:extLst>
          </p:cNvPr>
          <p:cNvGrpSpPr/>
          <p:nvPr/>
        </p:nvGrpSpPr>
        <p:grpSpPr>
          <a:xfrm>
            <a:off x="3711193" y="4987045"/>
            <a:ext cx="3676203" cy="480931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098B985B-250F-69AB-3719-ED27598A65BA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E01579AE-EFC3-82B3-EEDD-FA4470A973E4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Size_n2_bytes  =</a:t>
              </a:r>
              <a:endParaRPr lang="en-PK" sz="2730" b="1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95721B1-7E7A-2E0F-4469-8F574A090E6C}"/>
              </a:ext>
            </a:extLst>
          </p:cNvPr>
          <p:cNvGrpSpPr/>
          <p:nvPr/>
        </p:nvGrpSpPr>
        <p:grpSpPr>
          <a:xfrm>
            <a:off x="7425138" y="4970024"/>
            <a:ext cx="4004864" cy="480931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CA72762-8928-867A-E472-5C98E9117820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75F3BEAD-5A01-F132-C819-38478BE8A909}"/>
                </a:ext>
              </a:extLst>
            </p:cNvPr>
            <p:cNvSpPr txBox="1"/>
            <p:nvPr/>
          </p:nvSpPr>
          <p:spPr>
            <a:xfrm>
              <a:off x="1215977" y="912521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2 * </a:t>
              </a:r>
              <a:r>
                <a:rPr lang="en-US" sz="2730" b="1" dirty="0" err="1"/>
                <a:t>sizeof</a:t>
              </a:r>
              <a:r>
                <a:rPr lang="en-US" sz="2730" b="1" dirty="0"/>
                <a:t>( n[0][0] );</a:t>
              </a:r>
              <a:endParaRPr lang="en-PK" sz="2730" b="1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4BA2D33-F17E-7C37-B073-5BF74B607D65}"/>
              </a:ext>
            </a:extLst>
          </p:cNvPr>
          <p:cNvGrpSpPr/>
          <p:nvPr/>
        </p:nvGrpSpPr>
        <p:grpSpPr>
          <a:xfrm>
            <a:off x="3719213" y="5490947"/>
            <a:ext cx="3676203" cy="480931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577AD4B-A60C-6E60-B104-CDB9BE673BF1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F4811406-BA07-6027-5834-F9A330E86C54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Size_n3_bytes  =</a:t>
              </a:r>
              <a:endParaRPr lang="en-PK" sz="2730" b="1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81C8EE8-9688-6078-C6A6-BED8A8584CC5}"/>
              </a:ext>
            </a:extLst>
          </p:cNvPr>
          <p:cNvGrpSpPr/>
          <p:nvPr/>
        </p:nvGrpSpPr>
        <p:grpSpPr>
          <a:xfrm>
            <a:off x="7433158" y="5473926"/>
            <a:ext cx="4004864" cy="480931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C483CE0E-6B3A-80E0-0879-F11F8FE7038B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C2064E83-BBEA-9891-CF00-3C22A52034C4}"/>
                </a:ext>
              </a:extLst>
            </p:cNvPr>
            <p:cNvSpPr txBox="1"/>
            <p:nvPr/>
          </p:nvSpPr>
          <p:spPr>
            <a:xfrm>
              <a:off x="1215977" y="912521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2 * </a:t>
              </a:r>
              <a:r>
                <a:rPr lang="en-US" sz="2730" b="1" dirty="0" err="1"/>
                <a:t>sizeof</a:t>
              </a:r>
              <a:r>
                <a:rPr lang="en-US" sz="2730" b="1" dirty="0"/>
                <a:t>( n[0][0][0] );</a:t>
              </a:r>
              <a:endParaRPr lang="en-PK" sz="2730" b="1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3D4F49A-8C48-1DB9-19C3-B1B08486A7A8}"/>
              </a:ext>
            </a:extLst>
          </p:cNvPr>
          <p:cNvGrpSpPr/>
          <p:nvPr/>
        </p:nvGrpSpPr>
        <p:grpSpPr>
          <a:xfrm>
            <a:off x="3727235" y="4056609"/>
            <a:ext cx="3676203" cy="872720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AFAD607E-3D78-85F0-58E4-972B33BFB3A8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74" name="Rectangle: Rounded Corners 4">
              <a:extLst>
                <a:ext uri="{FF2B5EF4-FFF2-40B4-BE49-F238E27FC236}">
                  <a16:creationId xmlns:a16="http://schemas.microsoft.com/office/drawing/2014/main" id="{6515F028-42E6-4677-1F52-55E0C09D6AE2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Size_n1_bytes  =</a:t>
              </a:r>
              <a:endParaRPr lang="en-PK" sz="2730" b="1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3E0F862-B8C3-C4FF-AE0A-F931ACAC11A8}"/>
              </a:ext>
            </a:extLst>
          </p:cNvPr>
          <p:cNvGrpSpPr/>
          <p:nvPr/>
        </p:nvGrpSpPr>
        <p:grpSpPr>
          <a:xfrm>
            <a:off x="7441179" y="4039588"/>
            <a:ext cx="5301160" cy="872720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F97818E0-F673-A762-3B5A-366F9E37604C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800"/>
            </a:p>
          </p:txBody>
        </p:sp>
        <p:sp>
          <p:nvSpPr>
            <p:cNvPr id="77" name="Rectangle: Rounded Corners 4">
              <a:extLst>
                <a:ext uri="{FF2B5EF4-FFF2-40B4-BE49-F238E27FC236}">
                  <a16:creationId xmlns:a16="http://schemas.microsoft.com/office/drawing/2014/main" id="{F4E9BAA6-D28E-8CCF-7FB5-87B2C5F2B002}"/>
                </a:ext>
              </a:extLst>
            </p:cNvPr>
            <p:cNvSpPr txBox="1"/>
            <p:nvPr/>
          </p:nvSpPr>
          <p:spPr>
            <a:xfrm>
              <a:off x="1215977" y="912521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 err="1"/>
                <a:t>sizeof</a:t>
              </a:r>
              <a:r>
                <a:rPr lang="en-US" sz="2500" b="1" dirty="0"/>
                <a:t>( n ) ;    //size of entire array is same as first dimension</a:t>
              </a:r>
              <a:endParaRPr lang="en-PK" sz="25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6985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16A5-F64B-10F2-4BC4-CBC6EBBE3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2D9B5AC-CBC1-49CD-0510-D1CDA6417249}"/>
              </a:ext>
            </a:extLst>
          </p:cNvPr>
          <p:cNvGrpSpPr/>
          <p:nvPr/>
        </p:nvGrpSpPr>
        <p:grpSpPr>
          <a:xfrm>
            <a:off x="409231" y="1369328"/>
            <a:ext cx="2693127" cy="882224"/>
            <a:chOff x="1151362" y="879116"/>
            <a:chExt cx="2145283" cy="1367627"/>
          </a:xfrm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F0F88B6-A08E-7C4D-8BF4-B5F89FFFACE8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74ABFC2A-6C04-99C6-6939-328390E373D7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Calculating Dimension Size </a:t>
              </a:r>
              <a:endParaRPr lang="en-PK" sz="2730" b="1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C345330-9040-86B4-FCBF-F599E8BBA1F8}"/>
              </a:ext>
            </a:extLst>
          </p:cNvPr>
          <p:cNvGrpSpPr/>
          <p:nvPr/>
        </p:nvGrpSpPr>
        <p:grpSpPr>
          <a:xfrm>
            <a:off x="59261" y="86941"/>
            <a:ext cx="12643128" cy="1145387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7B9B606-AF16-1964-AF89-745C15079D79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00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FAD09C7A-F4A0-F2D0-C83B-139941C4BD20}"/>
                </a:ext>
              </a:extLst>
            </p:cNvPr>
            <p:cNvSpPr txBox="1"/>
            <p:nvPr/>
          </p:nvSpPr>
          <p:spPr>
            <a:xfrm>
              <a:off x="1163585" y="1003355"/>
              <a:ext cx="2114508" cy="959547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>
                  <a:solidFill>
                    <a:srgbClr val="FFFF00"/>
                  </a:solidFill>
                </a:rPr>
                <a:t>Dimension Size (Bytes)</a:t>
              </a:r>
              <a:r>
                <a:rPr lang="en-US" sz="2500" b="1" dirty="0"/>
                <a:t> </a:t>
              </a:r>
            </a:p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/>
                <a:t>=#of elements in dimension </a:t>
              </a:r>
              <a:r>
                <a:rPr lang="en-US" sz="2800" b="1" dirty="0">
                  <a:solidFill>
                    <a:srgbClr val="FF0000"/>
                  </a:solidFill>
                </a:rPr>
                <a:t>*</a:t>
              </a:r>
              <a:r>
                <a:rPr lang="en-US" sz="2500" b="1" dirty="0"/>
                <a:t> </a:t>
              </a:r>
              <a:r>
                <a:rPr lang="en-US" sz="2500" b="1" dirty="0">
                  <a:solidFill>
                    <a:schemeClr val="bg1"/>
                  </a:solidFill>
                </a:rPr>
                <a:t>#of locations in single element of subarray* </a:t>
              </a:r>
              <a:r>
                <a:rPr lang="en-US" sz="2500" b="1" dirty="0" err="1">
                  <a:solidFill>
                    <a:schemeClr val="bg1"/>
                  </a:solidFill>
                </a:rPr>
                <a:t>sizeOf</a:t>
              </a:r>
              <a:r>
                <a:rPr lang="en-US" sz="2500" b="1" dirty="0">
                  <a:solidFill>
                    <a:schemeClr val="bg1"/>
                  </a:solidFill>
                </a:rPr>
                <a:t> data type</a:t>
              </a:r>
              <a:endParaRPr lang="en-PK" sz="25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AC2D0A9A-F01A-F1E5-F649-BF02EA1A5D8F}"/>
              </a:ext>
            </a:extLst>
          </p:cNvPr>
          <p:cNvSpPr txBox="1">
            <a:spLocks/>
          </p:cNvSpPr>
          <p:nvPr/>
        </p:nvSpPr>
        <p:spPr>
          <a:xfrm>
            <a:off x="59262" y="2413140"/>
            <a:ext cx="3486044" cy="660077"/>
          </a:xfrm>
          <a:prstGeom prst="rect">
            <a:avLst/>
          </a:prstGeom>
        </p:spPr>
        <p:txBody>
          <a:bodyPr vert="horz" lIns="0" tIns="48006" rIns="96012" bIns="48006" rtlCol="0">
            <a:normAutofit lnSpcReduction="1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00" b="1" dirty="0"/>
              <a:t>How to calculate the sizes using code?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endParaRPr lang="en-PK" sz="2100" b="1" dirty="0"/>
          </a:p>
        </p:txBody>
      </p:sp>
      <p:pic>
        <p:nvPicPr>
          <p:cNvPr id="35" name="Picture 34" descr="A white cartoon character with a red question mark&#10;&#10;Description automatically generated">
            <a:extLst>
              <a:ext uri="{FF2B5EF4-FFF2-40B4-BE49-F238E27FC236}">
                <a16:creationId xmlns:a16="http://schemas.microsoft.com/office/drawing/2014/main" id="{7376FDAD-A722-5577-2E89-4D6AF44ED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3404">
            <a:off x="368709" y="4823890"/>
            <a:ext cx="1980248" cy="2177097"/>
          </a:xfrm>
          <a:prstGeom prst="rect">
            <a:avLst/>
          </a:prstGeom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CE00C030-4EFC-B85C-2765-875D2CFAC61D}"/>
              </a:ext>
            </a:extLst>
          </p:cNvPr>
          <p:cNvGrpSpPr/>
          <p:nvPr/>
        </p:nvGrpSpPr>
        <p:grpSpPr>
          <a:xfrm>
            <a:off x="3416969" y="1330250"/>
            <a:ext cx="9169589" cy="2260359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095AE0C-479E-75D6-8E9B-8F70F7F6D4D0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00"/>
            </a:p>
          </p:txBody>
        </p:sp>
        <p:sp>
          <p:nvSpPr>
            <p:cNvPr id="80" name="Rectangle: Rounded Corners 4">
              <a:extLst>
                <a:ext uri="{FF2B5EF4-FFF2-40B4-BE49-F238E27FC236}">
                  <a16:creationId xmlns:a16="http://schemas.microsoft.com/office/drawing/2014/main" id="{65F0196D-1B77-5758-1756-462DB5201B2E}"/>
                </a:ext>
              </a:extLst>
            </p:cNvPr>
            <p:cNvSpPr txBox="1"/>
            <p:nvPr/>
          </p:nvSpPr>
          <p:spPr>
            <a:xfrm>
              <a:off x="1163585" y="1313388"/>
              <a:ext cx="2114508" cy="77778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/>
                <a:t>#of elements in dimension  </a:t>
              </a:r>
            </a:p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dirty="0">
                  <a:solidFill>
                    <a:srgbClr val="FF0000"/>
                  </a:solidFill>
                </a:rPr>
                <a:t>=</a:t>
              </a:r>
              <a:r>
                <a:rPr lang="en-US" sz="2500" b="1" dirty="0"/>
                <a:t>                             </a:t>
              </a:r>
              <a:r>
                <a:rPr lang="en-US" sz="2500" b="1" dirty="0">
                  <a:solidFill>
                    <a:srgbClr val="FFFF00"/>
                  </a:solidFill>
                </a:rPr>
                <a:t>Dimension Size (Bytes)</a:t>
              </a:r>
            </a:p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>
                  <a:solidFill>
                    <a:schemeClr val="bg1"/>
                  </a:solidFill>
                </a:rPr>
                <a:t> </a:t>
              </a:r>
            </a:p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>
                  <a:solidFill>
                    <a:schemeClr val="bg1"/>
                  </a:solidFill>
                </a:rPr>
                <a:t>#of locations in single element of subarray * size of data type</a:t>
              </a:r>
              <a:r>
                <a:rPr lang="en-US" sz="2500" b="1" dirty="0"/>
                <a:t> </a:t>
              </a:r>
            </a:p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PK" sz="25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62FA361-FF4B-E912-09E4-5E0003328617}"/>
              </a:ext>
            </a:extLst>
          </p:cNvPr>
          <p:cNvCxnSpPr/>
          <p:nvPr/>
        </p:nvCxnSpPr>
        <p:spPr>
          <a:xfrm>
            <a:off x="3962400" y="2637728"/>
            <a:ext cx="818147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392D9C2-7C38-2267-505B-F7F8020EC99E}"/>
              </a:ext>
            </a:extLst>
          </p:cNvPr>
          <p:cNvGrpSpPr/>
          <p:nvPr/>
        </p:nvGrpSpPr>
        <p:grpSpPr>
          <a:xfrm>
            <a:off x="3337672" y="3724591"/>
            <a:ext cx="9169589" cy="2260359"/>
            <a:chOff x="1151362" y="879116"/>
            <a:chExt cx="2145283" cy="1367627"/>
          </a:xfr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DDF46BA3-3D0B-6A36-586B-2A1F5CDA3CCF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500"/>
            </a:p>
          </p:txBody>
        </p:sp>
        <p:sp>
          <p:nvSpPr>
            <p:cNvPr id="85" name="Rectangle: Rounded Corners 4">
              <a:extLst>
                <a:ext uri="{FF2B5EF4-FFF2-40B4-BE49-F238E27FC236}">
                  <a16:creationId xmlns:a16="http://schemas.microsoft.com/office/drawing/2014/main" id="{C9EE5F64-1850-8084-2901-6E15FBF18636}"/>
                </a:ext>
              </a:extLst>
            </p:cNvPr>
            <p:cNvSpPr txBox="1"/>
            <p:nvPr/>
          </p:nvSpPr>
          <p:spPr>
            <a:xfrm>
              <a:off x="1171091" y="1313388"/>
              <a:ext cx="2093081" cy="77778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/>
                <a:t>#of elements in dimension  </a:t>
              </a:r>
            </a:p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dirty="0">
                  <a:solidFill>
                    <a:srgbClr val="FF0000"/>
                  </a:solidFill>
                </a:rPr>
                <a:t>=         </a:t>
              </a:r>
              <a:r>
                <a:rPr lang="en-US" sz="2500" b="1" dirty="0"/>
                <a:t> </a:t>
              </a:r>
              <a:r>
                <a:rPr lang="en-US" sz="2500" b="1" dirty="0">
                  <a:solidFill>
                    <a:srgbClr val="FFFF00"/>
                  </a:solidFill>
                </a:rPr>
                <a:t>Size of single element in previous dimension</a:t>
              </a:r>
            </a:p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>
                  <a:solidFill>
                    <a:schemeClr val="bg1"/>
                  </a:solidFill>
                </a:rPr>
                <a:t> </a:t>
              </a:r>
            </a:p>
            <a:p>
              <a:pPr algn="ctr"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500" b="1" dirty="0">
                  <a:solidFill>
                    <a:schemeClr val="bg1"/>
                  </a:solidFill>
                </a:rPr>
                <a:t>#of locations in single element of subarray * size of data type</a:t>
              </a:r>
              <a:r>
                <a:rPr lang="en-US" sz="2500" b="1" dirty="0"/>
                <a:t> </a:t>
              </a:r>
            </a:p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PK" sz="25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489A7AA-9F52-FEA1-5575-5EA894DD20E1}"/>
              </a:ext>
            </a:extLst>
          </p:cNvPr>
          <p:cNvCxnSpPr>
            <a:cxnSpLocks/>
          </p:cNvCxnSpPr>
          <p:nvPr/>
        </p:nvCxnSpPr>
        <p:spPr>
          <a:xfrm>
            <a:off x="4299284" y="5032069"/>
            <a:ext cx="7765293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Content Placeholder 3">
            <a:extLst>
              <a:ext uri="{FF2B5EF4-FFF2-40B4-BE49-F238E27FC236}">
                <a16:creationId xmlns:a16="http://schemas.microsoft.com/office/drawing/2014/main" id="{B0DD06BF-DA0A-E6FA-5775-6EDDF163C28A}"/>
              </a:ext>
            </a:extLst>
          </p:cNvPr>
          <p:cNvSpPr txBox="1">
            <a:spLocks/>
          </p:cNvSpPr>
          <p:nvPr/>
        </p:nvSpPr>
        <p:spPr>
          <a:xfrm>
            <a:off x="47339" y="2996027"/>
            <a:ext cx="3486044" cy="1047786"/>
          </a:xfrm>
          <a:prstGeom prst="rect">
            <a:avLst/>
          </a:prstGeom>
        </p:spPr>
        <p:txBody>
          <a:bodyPr vert="horz" lIns="0" tIns="48006" rIns="96012" bIns="48006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00" b="1" dirty="0"/>
              <a:t>Apply </a:t>
            </a:r>
            <a:r>
              <a:rPr lang="en-US" sz="2100" b="1" dirty="0" err="1"/>
              <a:t>sizeof</a:t>
            </a:r>
            <a:r>
              <a:rPr lang="en-US" sz="2100" b="1" dirty="0"/>
              <a:t> to a single element of the previous dimension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endParaRPr lang="en-PK" sz="2100" b="1" dirty="0"/>
          </a:p>
        </p:txBody>
      </p:sp>
      <p:sp>
        <p:nvSpPr>
          <p:cNvPr id="90" name="Content Placeholder 3">
            <a:extLst>
              <a:ext uri="{FF2B5EF4-FFF2-40B4-BE49-F238E27FC236}">
                <a16:creationId xmlns:a16="http://schemas.microsoft.com/office/drawing/2014/main" id="{2D408296-31FE-AD4F-60DA-EC60B9A30357}"/>
              </a:ext>
            </a:extLst>
          </p:cNvPr>
          <p:cNvSpPr txBox="1">
            <a:spLocks/>
          </p:cNvSpPr>
          <p:nvPr/>
        </p:nvSpPr>
        <p:spPr>
          <a:xfrm>
            <a:off x="-31170" y="3871670"/>
            <a:ext cx="3486044" cy="1047786"/>
          </a:xfrm>
          <a:prstGeom prst="rect">
            <a:avLst/>
          </a:prstGeom>
        </p:spPr>
        <p:txBody>
          <a:bodyPr vert="horz" lIns="0" tIns="48006" rIns="96012" bIns="48006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100" b="1" dirty="0"/>
              <a:t>Apply </a:t>
            </a:r>
            <a:r>
              <a:rPr lang="en-US" sz="2100" b="1" dirty="0" err="1"/>
              <a:t>sizeof</a:t>
            </a:r>
            <a:r>
              <a:rPr lang="en-US" sz="2100" b="1" dirty="0"/>
              <a:t> to a single element of the current dimension</a:t>
            </a:r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q"/>
            </a:pPr>
            <a:endParaRPr lang="en-PK" sz="21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B54103-E62C-3CCE-37C3-D2C5EC60D6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138611" y="1773933"/>
            <a:ext cx="1821889" cy="815668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  <a:reflection stA="0" endPos="64000" dist="152400" dir="5400000" sy="-100000" algn="bl" rotWithShape="0"/>
          </a:effectLst>
          <a:scene3d>
            <a:camera prst="orthographicFront"/>
            <a:lightRig rig="threePt" dir="t"/>
          </a:scene3d>
          <a:sp3d>
            <a:bevelB prst="relaxedInset"/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C541F1-6D37-DAAD-003B-AE24CB61F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555" y="4180340"/>
            <a:ext cx="1015022" cy="7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0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88" grpId="0"/>
      <p:bldP spid="9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9814F1C0-C6E0-95F1-6D3A-64F3EF047971}"/>
              </a:ext>
            </a:extLst>
          </p:cNvPr>
          <p:cNvGrpSpPr/>
          <p:nvPr/>
        </p:nvGrpSpPr>
        <p:grpSpPr>
          <a:xfrm>
            <a:off x="387147" y="2657641"/>
            <a:ext cx="3222328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7134A3F1-97C4-C805-F4A2-40CA8B27DCB9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53" name="Rectangle: Rounded Corners 4">
              <a:extLst>
                <a:ext uri="{FF2B5EF4-FFF2-40B4-BE49-F238E27FC236}">
                  <a16:creationId xmlns:a16="http://schemas.microsoft.com/office/drawing/2014/main" id="{4D43193C-FE39-EED7-38D9-154B72CFB809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Size_n1Locs =</a:t>
              </a:r>
              <a:endParaRPr lang="en-PK" sz="2730" b="1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D0A7EFE-060C-B08C-70C7-004DD529ED35}"/>
              </a:ext>
            </a:extLst>
          </p:cNvPr>
          <p:cNvGrpSpPr/>
          <p:nvPr/>
        </p:nvGrpSpPr>
        <p:grpSpPr>
          <a:xfrm>
            <a:off x="3609475" y="2657641"/>
            <a:ext cx="1692671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90BD033B-AEC3-F272-16E3-E85EA0C58578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9038B42A-7AEF-A87F-BC3F-736D245DF876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 err="1"/>
                <a:t>sizeof</a:t>
              </a:r>
              <a:r>
                <a:rPr lang="en-US" sz="2730" b="1" dirty="0"/>
                <a:t> (n)</a:t>
              </a:r>
              <a:endParaRPr lang="en-PK" sz="2730" b="1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A36CEF2-DE8A-1320-5DCD-2F6944B4924D}"/>
              </a:ext>
            </a:extLst>
          </p:cNvPr>
          <p:cNvGrpSpPr/>
          <p:nvPr/>
        </p:nvGrpSpPr>
        <p:grpSpPr>
          <a:xfrm>
            <a:off x="5315346" y="2657641"/>
            <a:ext cx="511476" cy="41491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7CA56F52-16DA-F6E6-DBB6-FE6F8E0D1C87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59" name="Rectangle: Rounded Corners 4">
              <a:extLst>
                <a:ext uri="{FF2B5EF4-FFF2-40B4-BE49-F238E27FC236}">
                  <a16:creationId xmlns:a16="http://schemas.microsoft.com/office/drawing/2014/main" id="{919FB19A-D635-330A-A67D-99413AB8259A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/</a:t>
              </a:r>
              <a:endParaRPr lang="en-PK" sz="2730" b="1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DE9BB5-0B3B-D633-0C11-AAEB02FC6E17}"/>
              </a:ext>
            </a:extLst>
          </p:cNvPr>
          <p:cNvGrpSpPr/>
          <p:nvPr/>
        </p:nvGrpSpPr>
        <p:grpSpPr>
          <a:xfrm>
            <a:off x="5846143" y="2657643"/>
            <a:ext cx="2859407" cy="42243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7C13358F-C8BD-1830-2F4D-14CCF8131865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62" name="Rectangle: Rounded Corners 4">
              <a:extLst>
                <a:ext uri="{FF2B5EF4-FFF2-40B4-BE49-F238E27FC236}">
                  <a16:creationId xmlns:a16="http://schemas.microsoft.com/office/drawing/2014/main" id="{EC44FCBE-54BB-8EAF-3092-13AF53D7A8C0}"/>
                </a:ext>
              </a:extLst>
            </p:cNvPr>
            <p:cNvSpPr txBox="1"/>
            <p:nvPr/>
          </p:nvSpPr>
          <p:spPr>
            <a:xfrm>
              <a:off x="1218136" y="1208327"/>
              <a:ext cx="1983162" cy="93684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10" b="1" dirty="0" err="1"/>
                <a:t>sizeof</a:t>
              </a:r>
              <a:r>
                <a:rPr lang="en-US" sz="2310" b="1" dirty="0"/>
                <a:t> (n[0]) ;</a:t>
              </a:r>
              <a:endParaRPr lang="en-PK" sz="2310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78E47D-E4AA-527A-157B-B32A6E5B860D}"/>
              </a:ext>
            </a:extLst>
          </p:cNvPr>
          <p:cNvGrpSpPr/>
          <p:nvPr/>
        </p:nvGrpSpPr>
        <p:grpSpPr>
          <a:xfrm>
            <a:off x="2849678" y="96254"/>
            <a:ext cx="9169589" cy="1668378"/>
            <a:chOff x="3337672" y="3724591"/>
            <a:chExt cx="9169589" cy="226035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A651BA6-EC81-38EB-B47A-4FB1ABD04D7F}"/>
                </a:ext>
              </a:extLst>
            </p:cNvPr>
            <p:cNvGrpSpPr/>
            <p:nvPr/>
          </p:nvGrpSpPr>
          <p:grpSpPr>
            <a:xfrm>
              <a:off x="3337672" y="3724591"/>
              <a:ext cx="9169589" cy="2260359"/>
              <a:chOff x="1151362" y="879116"/>
              <a:chExt cx="2145283" cy="1367627"/>
            </a:xfrm>
            <a:solidFill>
              <a:schemeClr val="accent3">
                <a:lumMod val="60000"/>
                <a:lumOff val="40000"/>
              </a:schemeClr>
            </a:solidFill>
            <a:scene3d>
              <a:camera prst="orthographicFront"/>
              <a:lightRig rig="flat" dir="t"/>
            </a:scene3d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55F2F96-97DC-E62F-1F84-4586A3D1C802}"/>
                  </a:ext>
                </a:extLst>
              </p:cNvPr>
              <p:cNvSpPr/>
              <p:nvPr/>
            </p:nvSpPr>
            <p:spPr>
              <a:xfrm>
                <a:off x="1151362" y="87911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 sz="2500"/>
              </a:p>
            </p:txBody>
          </p:sp>
          <p:sp>
            <p:nvSpPr>
              <p:cNvPr id="9" name="Rectangle: Rounded Corners 4">
                <a:extLst>
                  <a:ext uri="{FF2B5EF4-FFF2-40B4-BE49-F238E27FC236}">
                    <a16:creationId xmlns:a16="http://schemas.microsoft.com/office/drawing/2014/main" id="{4DF91A0F-5841-B5D2-E866-757A313C07B8}"/>
                  </a:ext>
                </a:extLst>
              </p:cNvPr>
              <p:cNvSpPr txBox="1"/>
              <p:nvPr/>
            </p:nvSpPr>
            <p:spPr>
              <a:xfrm>
                <a:off x="1171091" y="1073452"/>
                <a:ext cx="2093081" cy="777788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04013" tIns="104013" rIns="104013" bIns="104013" numCol="1" spcCol="1270" anchor="ctr" anchorCtr="0">
                <a:noAutofit/>
              </a:bodyPr>
              <a:lstStyle/>
              <a:p>
                <a:pPr algn="ctr" defTabSz="121348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500" b="1" dirty="0"/>
              </a:p>
              <a:p>
                <a:pPr algn="ctr" defTabSz="121348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500" b="1" dirty="0"/>
                  <a:t>#of elements in dimension </a:t>
                </a:r>
                <a:r>
                  <a:rPr lang="en-US" sz="2500" b="1" dirty="0">
                    <a:solidFill>
                      <a:srgbClr val="FF0000"/>
                    </a:solidFill>
                  </a:rPr>
                  <a:t>=</a:t>
                </a:r>
                <a:r>
                  <a:rPr lang="en-US" sz="2500" b="1" dirty="0"/>
                  <a:t>  </a:t>
                </a:r>
              </a:p>
              <a:p>
                <a:pPr defTabSz="121348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800" b="1" dirty="0">
                    <a:solidFill>
                      <a:srgbClr val="FF0000"/>
                    </a:solidFill>
                  </a:rPr>
                  <a:t>            </a:t>
                </a:r>
                <a:r>
                  <a:rPr lang="en-US" sz="2500" b="1" dirty="0"/>
                  <a:t> </a:t>
                </a:r>
                <a:r>
                  <a:rPr lang="en-US" sz="2500" b="1" dirty="0">
                    <a:solidFill>
                      <a:srgbClr val="FFFF00"/>
                    </a:solidFill>
                  </a:rPr>
                  <a:t>Size of single element in previous dimension</a:t>
                </a:r>
              </a:p>
              <a:p>
                <a:pPr algn="ctr" defTabSz="121348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500" b="1" dirty="0">
                    <a:solidFill>
                      <a:schemeClr val="bg1"/>
                    </a:solidFill>
                  </a:rPr>
                  <a:t> #of locations in single element of subarray * size of data type</a:t>
                </a:r>
                <a:r>
                  <a:rPr lang="en-US" sz="2500" b="1" dirty="0"/>
                  <a:t> </a:t>
                </a:r>
              </a:p>
              <a:p>
                <a:pPr defTabSz="121348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PK" sz="2500" b="1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815EA0A-C7D9-332A-B11C-141F2005FC39}"/>
                </a:ext>
              </a:extLst>
            </p:cNvPr>
            <p:cNvCxnSpPr>
              <a:cxnSpLocks/>
            </p:cNvCxnSpPr>
            <p:nvPr/>
          </p:nvCxnSpPr>
          <p:spPr>
            <a:xfrm>
              <a:off x="4267200" y="4992415"/>
              <a:ext cx="7765293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60B305-6DB2-06C1-5257-B9A4E26C6B91}"/>
              </a:ext>
            </a:extLst>
          </p:cNvPr>
          <p:cNvSpPr/>
          <p:nvPr/>
        </p:nvSpPr>
        <p:spPr>
          <a:xfrm>
            <a:off x="1548341" y="1888217"/>
            <a:ext cx="907142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9B1B89-79E5-EDDB-BE23-6E82843086DE}"/>
              </a:ext>
            </a:extLst>
          </p:cNvPr>
          <p:cNvSpPr/>
          <p:nvPr/>
        </p:nvSpPr>
        <p:spPr>
          <a:xfrm>
            <a:off x="3443430" y="188821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5ED8F4-26EB-6A98-A704-153E4E7BA80B}"/>
              </a:ext>
            </a:extLst>
          </p:cNvPr>
          <p:cNvSpPr/>
          <p:nvPr/>
        </p:nvSpPr>
        <p:spPr>
          <a:xfrm>
            <a:off x="3817484" y="188821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98E6FC8-DB3E-0FDF-6F6F-AF48EF319EB5}"/>
              </a:ext>
            </a:extLst>
          </p:cNvPr>
          <p:cNvSpPr/>
          <p:nvPr/>
        </p:nvSpPr>
        <p:spPr>
          <a:xfrm>
            <a:off x="4370301" y="1887912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24F61A-F70D-12E4-BA33-4385D048A642}"/>
              </a:ext>
            </a:extLst>
          </p:cNvPr>
          <p:cNvSpPr/>
          <p:nvPr/>
        </p:nvSpPr>
        <p:spPr>
          <a:xfrm>
            <a:off x="2491253" y="1874914"/>
            <a:ext cx="90714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C7286D-32AF-6EE0-B605-37C06C290374}"/>
              </a:ext>
            </a:extLst>
          </p:cNvPr>
          <p:cNvSpPr/>
          <p:nvPr/>
        </p:nvSpPr>
        <p:spPr>
          <a:xfrm>
            <a:off x="5002228" y="1887912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F859738-FD57-7FD6-A8F8-F8BED6733081}"/>
              </a:ext>
            </a:extLst>
          </p:cNvPr>
          <p:cNvSpPr/>
          <p:nvPr/>
        </p:nvSpPr>
        <p:spPr>
          <a:xfrm>
            <a:off x="5376282" y="1887912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0D6B720-D644-27F0-E342-2FF79CFC6BA6}"/>
              </a:ext>
            </a:extLst>
          </p:cNvPr>
          <p:cNvSpPr/>
          <p:nvPr/>
        </p:nvSpPr>
        <p:spPr>
          <a:xfrm>
            <a:off x="5913257" y="1887912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FB943E1-6973-1684-EFB8-ED7270A9154F}"/>
              </a:ext>
            </a:extLst>
          </p:cNvPr>
          <p:cNvSpPr/>
          <p:nvPr/>
        </p:nvSpPr>
        <p:spPr>
          <a:xfrm>
            <a:off x="6599918" y="1887912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E149DD3-5E4F-A536-6A24-ACE955F1B2A7}"/>
              </a:ext>
            </a:extLst>
          </p:cNvPr>
          <p:cNvSpPr/>
          <p:nvPr/>
        </p:nvSpPr>
        <p:spPr>
          <a:xfrm>
            <a:off x="6973972" y="1887912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CB1FC47-798B-E1FF-5CF3-7B4CE582A595}"/>
              </a:ext>
            </a:extLst>
          </p:cNvPr>
          <p:cNvSpPr/>
          <p:nvPr/>
        </p:nvSpPr>
        <p:spPr>
          <a:xfrm>
            <a:off x="7510947" y="190103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18656E-2E6B-2736-4743-5763B36576BE}"/>
              </a:ext>
            </a:extLst>
          </p:cNvPr>
          <p:cNvSpPr/>
          <p:nvPr/>
        </p:nvSpPr>
        <p:spPr>
          <a:xfrm>
            <a:off x="8203889" y="1889432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5A9440-7DE7-4C45-6511-25A649F917AF}"/>
              </a:ext>
            </a:extLst>
          </p:cNvPr>
          <p:cNvSpPr/>
          <p:nvPr/>
        </p:nvSpPr>
        <p:spPr>
          <a:xfrm>
            <a:off x="8577943" y="1889432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54A144A-F294-9E1D-4732-7D1BD836B0AC}"/>
              </a:ext>
            </a:extLst>
          </p:cNvPr>
          <p:cNvSpPr/>
          <p:nvPr/>
        </p:nvSpPr>
        <p:spPr>
          <a:xfrm>
            <a:off x="9117871" y="1874914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ADF72C-1F3A-A64B-58FB-24B77048B259}"/>
              </a:ext>
            </a:extLst>
          </p:cNvPr>
          <p:cNvSpPr/>
          <p:nvPr/>
        </p:nvSpPr>
        <p:spPr>
          <a:xfrm>
            <a:off x="9756406" y="1874914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6A8F5D1-AB35-77ED-65F9-40344BF71221}"/>
              </a:ext>
            </a:extLst>
          </p:cNvPr>
          <p:cNvSpPr/>
          <p:nvPr/>
        </p:nvSpPr>
        <p:spPr>
          <a:xfrm>
            <a:off x="10114418" y="1874914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5A9F5FA-D07C-7E72-4E41-D9E96BDD6F61}"/>
              </a:ext>
            </a:extLst>
          </p:cNvPr>
          <p:cNvSpPr/>
          <p:nvPr/>
        </p:nvSpPr>
        <p:spPr>
          <a:xfrm>
            <a:off x="10683477" y="1874914"/>
            <a:ext cx="512797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6A3151-C221-F916-9AEA-5BF069468239}"/>
              </a:ext>
            </a:extLst>
          </p:cNvPr>
          <p:cNvGrpSpPr/>
          <p:nvPr/>
        </p:nvGrpSpPr>
        <p:grpSpPr>
          <a:xfrm>
            <a:off x="386687" y="3146362"/>
            <a:ext cx="3222328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B49EF05-4D48-3933-7FCD-F2AD5FC2A1CD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C78641F2-B18C-195F-1626-7A20FB710AB3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Size_n2Locs =</a:t>
              </a:r>
              <a:endParaRPr lang="en-PK" sz="2730" b="1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34C1E7D-68DC-7674-DFF7-F7BB0364C1C7}"/>
              </a:ext>
            </a:extLst>
          </p:cNvPr>
          <p:cNvGrpSpPr/>
          <p:nvPr/>
        </p:nvGrpSpPr>
        <p:grpSpPr>
          <a:xfrm>
            <a:off x="3609015" y="3146362"/>
            <a:ext cx="2967368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FDACF99-570A-52B2-D7B8-C3F5F5C10D75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55C4063E-189F-6EF5-3352-9D348F8C3E9B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 err="1"/>
                <a:t>sizeof</a:t>
              </a:r>
              <a:r>
                <a:rPr lang="en-US" sz="2730" b="1" dirty="0"/>
                <a:t> (n[0])</a:t>
              </a:r>
              <a:endParaRPr lang="en-PK" sz="2730" b="1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B3CFD80-0B18-1C81-B526-4D3EB376167F}"/>
              </a:ext>
            </a:extLst>
          </p:cNvPr>
          <p:cNvGrpSpPr/>
          <p:nvPr/>
        </p:nvGrpSpPr>
        <p:grpSpPr>
          <a:xfrm>
            <a:off x="6588956" y="3139420"/>
            <a:ext cx="511476" cy="41491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9019B60-9A11-C348-AB1C-BF9883EA0B1C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EE8DC65B-4168-B569-DB40-66D820CAA975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/</a:t>
              </a:r>
              <a:endParaRPr lang="en-PK" sz="2730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3528060-AC57-3138-3468-3A972F2DE2D9}"/>
              </a:ext>
            </a:extLst>
          </p:cNvPr>
          <p:cNvGrpSpPr/>
          <p:nvPr/>
        </p:nvGrpSpPr>
        <p:grpSpPr>
          <a:xfrm>
            <a:off x="7119753" y="3139422"/>
            <a:ext cx="2859407" cy="42243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7705CD49-63C0-3417-9372-F6FFFA742098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C05E0D49-F7ED-708E-0FB0-692D4AB929BC}"/>
                </a:ext>
              </a:extLst>
            </p:cNvPr>
            <p:cNvSpPr txBox="1"/>
            <p:nvPr/>
          </p:nvSpPr>
          <p:spPr>
            <a:xfrm>
              <a:off x="1218136" y="1208327"/>
              <a:ext cx="1983162" cy="93684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10" b="1" dirty="0" err="1"/>
                <a:t>sizeof</a:t>
              </a:r>
              <a:r>
                <a:rPr lang="en-US" sz="2310" b="1" dirty="0"/>
                <a:t> (n[0][0]) ;</a:t>
              </a:r>
              <a:endParaRPr lang="en-PK" sz="2310" b="1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9EDC39-159E-A64C-446D-4B304EC8B407}"/>
              </a:ext>
            </a:extLst>
          </p:cNvPr>
          <p:cNvGrpSpPr/>
          <p:nvPr/>
        </p:nvGrpSpPr>
        <p:grpSpPr>
          <a:xfrm>
            <a:off x="386687" y="3666206"/>
            <a:ext cx="3222328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97B43F3-FC7D-8BBB-2C39-F77B2E999F88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8474ECD9-68FD-72C3-E4DB-C04AEAA2486C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Size_n3Locs =</a:t>
              </a:r>
              <a:endParaRPr lang="en-PK" sz="2730" b="1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E35AAED-197C-4E52-4CBC-4A46CD93A793}"/>
              </a:ext>
            </a:extLst>
          </p:cNvPr>
          <p:cNvGrpSpPr/>
          <p:nvPr/>
        </p:nvGrpSpPr>
        <p:grpSpPr>
          <a:xfrm>
            <a:off x="3609015" y="3666206"/>
            <a:ext cx="2967368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D9A1A97-04C2-B764-C26C-6B32976288D7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52518FB1-717F-2BC6-87E4-AB4BF9EAFDB5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 err="1"/>
                <a:t>sizeof</a:t>
              </a:r>
              <a:r>
                <a:rPr lang="en-US" sz="2730" b="1" dirty="0"/>
                <a:t> (n[0][0])</a:t>
              </a:r>
              <a:endParaRPr lang="en-PK" sz="2730" b="1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DD5E74C-4AA8-92ED-52A2-A96E9E663D4E}"/>
              </a:ext>
            </a:extLst>
          </p:cNvPr>
          <p:cNvGrpSpPr/>
          <p:nvPr/>
        </p:nvGrpSpPr>
        <p:grpSpPr>
          <a:xfrm>
            <a:off x="6588956" y="3643222"/>
            <a:ext cx="511476" cy="41491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39C4C9BB-138F-36A3-F1E8-983F48AD4E9F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FAB9EA13-1308-BC96-AC39-C36F30F40FF2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/</a:t>
              </a:r>
              <a:endParaRPr lang="en-PK" sz="2730" b="1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96CDA09-B301-4568-E76B-C3C1CAFBF309}"/>
              </a:ext>
            </a:extLst>
          </p:cNvPr>
          <p:cNvGrpSpPr/>
          <p:nvPr/>
        </p:nvGrpSpPr>
        <p:grpSpPr>
          <a:xfrm>
            <a:off x="7119753" y="3643224"/>
            <a:ext cx="2859407" cy="42243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51CB081E-3572-D5D3-3EEE-EDF47998ABA1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3C6E98B3-8648-8774-06FB-91D022E00650}"/>
                </a:ext>
              </a:extLst>
            </p:cNvPr>
            <p:cNvSpPr txBox="1"/>
            <p:nvPr/>
          </p:nvSpPr>
          <p:spPr>
            <a:xfrm>
              <a:off x="1218136" y="1208327"/>
              <a:ext cx="1983162" cy="93684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10" b="1" dirty="0" err="1"/>
                <a:t>sizeof</a:t>
              </a:r>
              <a:r>
                <a:rPr lang="en-US" sz="2310" b="1" dirty="0"/>
                <a:t> (n[0][0][0]) ;</a:t>
              </a:r>
              <a:endParaRPr lang="en-PK" sz="2310" b="1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5EBF7D7-CF00-E4C9-FF6F-A7BC2CD7D871}"/>
              </a:ext>
            </a:extLst>
          </p:cNvPr>
          <p:cNvGrpSpPr/>
          <p:nvPr/>
        </p:nvGrpSpPr>
        <p:grpSpPr>
          <a:xfrm>
            <a:off x="387657" y="4139503"/>
            <a:ext cx="3222328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AE2885C7-0F89-FC4B-7096-C763FF65ABA7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74" name="Rectangle: Rounded Corners 4">
              <a:extLst>
                <a:ext uri="{FF2B5EF4-FFF2-40B4-BE49-F238E27FC236}">
                  <a16:creationId xmlns:a16="http://schemas.microsoft.com/office/drawing/2014/main" id="{E72580D6-FAEB-2F64-1FD5-C99917C45250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Size_n4Locs =</a:t>
              </a:r>
              <a:endParaRPr lang="en-PK" sz="2730" b="1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D033DEC-D207-715D-123C-E22028A1CAD7}"/>
              </a:ext>
            </a:extLst>
          </p:cNvPr>
          <p:cNvGrpSpPr/>
          <p:nvPr/>
        </p:nvGrpSpPr>
        <p:grpSpPr>
          <a:xfrm>
            <a:off x="3609984" y="4139503"/>
            <a:ext cx="3222327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9F4B0EDB-DBD8-4485-E6C5-D1561EAEE232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77" name="Rectangle: Rounded Corners 4">
              <a:extLst>
                <a:ext uri="{FF2B5EF4-FFF2-40B4-BE49-F238E27FC236}">
                  <a16:creationId xmlns:a16="http://schemas.microsoft.com/office/drawing/2014/main" id="{831082E0-3195-144A-E2E2-885BED3A68ED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 err="1"/>
                <a:t>sizeof</a:t>
              </a:r>
              <a:r>
                <a:rPr lang="en-US" sz="2730" b="1" dirty="0"/>
                <a:t> (n[0][0][0])</a:t>
              </a:r>
              <a:endParaRPr lang="en-PK" sz="2730" b="1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1A4D962-EFE2-73D8-5F77-5CEF1BD13596}"/>
              </a:ext>
            </a:extLst>
          </p:cNvPr>
          <p:cNvGrpSpPr/>
          <p:nvPr/>
        </p:nvGrpSpPr>
        <p:grpSpPr>
          <a:xfrm>
            <a:off x="6830556" y="4148603"/>
            <a:ext cx="511476" cy="41491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DDFE830B-3FA9-E5F6-B96D-810455DFBAD4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80" name="Rectangle: Rounded Corners 4">
              <a:extLst>
                <a:ext uri="{FF2B5EF4-FFF2-40B4-BE49-F238E27FC236}">
                  <a16:creationId xmlns:a16="http://schemas.microsoft.com/office/drawing/2014/main" id="{C615E07A-209B-5009-B295-B0E9D2D10A5A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/</a:t>
              </a:r>
              <a:endParaRPr lang="en-PK" sz="2730" b="1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DDAED27-5050-C10D-5B4F-00D0C18FCBC0}"/>
              </a:ext>
            </a:extLst>
          </p:cNvPr>
          <p:cNvGrpSpPr/>
          <p:nvPr/>
        </p:nvGrpSpPr>
        <p:grpSpPr>
          <a:xfrm>
            <a:off x="7361353" y="4148605"/>
            <a:ext cx="3185208" cy="42243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E93FF582-83FD-E0FF-1BC2-BEE8DEE0508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DB3D9E41-897F-BEDF-9221-469365DFE89E}"/>
                </a:ext>
              </a:extLst>
            </p:cNvPr>
            <p:cNvSpPr txBox="1"/>
            <p:nvPr/>
          </p:nvSpPr>
          <p:spPr>
            <a:xfrm>
              <a:off x="1218136" y="1208327"/>
              <a:ext cx="1983162" cy="93684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10" b="1" dirty="0" err="1"/>
                <a:t>sizeof</a:t>
              </a:r>
              <a:r>
                <a:rPr lang="en-US" sz="2310" b="1" dirty="0"/>
                <a:t> (n[0][0][0][0]) ;</a:t>
              </a:r>
              <a:endParaRPr lang="en-PK" sz="2310" b="1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AB9AB99-53FD-ECBF-DC59-9DEB58ADAEA8}"/>
              </a:ext>
            </a:extLst>
          </p:cNvPr>
          <p:cNvGrpSpPr/>
          <p:nvPr/>
        </p:nvGrpSpPr>
        <p:grpSpPr>
          <a:xfrm>
            <a:off x="392928" y="4629802"/>
            <a:ext cx="3222328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000FDF92-E997-7C5B-33AC-C122103C98A6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89BC0771-97CF-F72F-2390-FA32FB64FC27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int  Size_n5Locs =</a:t>
              </a:r>
              <a:endParaRPr lang="en-PK" sz="2730" b="1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EF03502-CF91-23C7-1632-708AE9E3BF62}"/>
              </a:ext>
            </a:extLst>
          </p:cNvPr>
          <p:cNvGrpSpPr/>
          <p:nvPr/>
        </p:nvGrpSpPr>
        <p:grpSpPr>
          <a:xfrm>
            <a:off x="3615255" y="4629802"/>
            <a:ext cx="3508754" cy="422435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B30C22E0-7DEB-8DDB-EC22-3F6559A01910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D690EF68-5F00-C5E5-49B4-53A4603151C7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 err="1"/>
                <a:t>sizeof</a:t>
              </a:r>
              <a:r>
                <a:rPr lang="en-US" sz="2730" b="1" dirty="0"/>
                <a:t> (n[0][0][0][0])</a:t>
              </a:r>
              <a:endParaRPr lang="en-PK" sz="2730" b="1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6314E47-5123-77DF-D266-36937A124694}"/>
              </a:ext>
            </a:extLst>
          </p:cNvPr>
          <p:cNvGrpSpPr/>
          <p:nvPr/>
        </p:nvGrpSpPr>
        <p:grpSpPr>
          <a:xfrm>
            <a:off x="7140626" y="4622860"/>
            <a:ext cx="511476" cy="41491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C9E9A077-474A-D52A-1B2F-2B8C3D1F00FD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19B41783-906A-D8E0-0525-740CC0C7F669}"/>
                </a:ext>
              </a:extLst>
            </p:cNvPr>
            <p:cNvSpPr txBox="1"/>
            <p:nvPr/>
          </p:nvSpPr>
          <p:spPr>
            <a:xfrm>
              <a:off x="1218136" y="945891"/>
              <a:ext cx="1975542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/</a:t>
              </a:r>
              <a:endParaRPr lang="en-PK" sz="2730" b="1" dirty="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80486B5-0A8D-2A68-945E-1E9D6B1E1C29}"/>
              </a:ext>
            </a:extLst>
          </p:cNvPr>
          <p:cNvGrpSpPr/>
          <p:nvPr/>
        </p:nvGrpSpPr>
        <p:grpSpPr>
          <a:xfrm>
            <a:off x="7671423" y="4622862"/>
            <a:ext cx="3718472" cy="422434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43632FAC-F1AC-51AA-C8DE-39524B8BBA72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B96B24A1-A919-2F2B-7761-6F7A2FC76876}"/>
                </a:ext>
              </a:extLst>
            </p:cNvPr>
            <p:cNvSpPr txBox="1"/>
            <p:nvPr/>
          </p:nvSpPr>
          <p:spPr>
            <a:xfrm>
              <a:off x="1218136" y="1208327"/>
              <a:ext cx="1983162" cy="93684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10" b="1" dirty="0" err="1"/>
                <a:t>sizeof</a:t>
              </a:r>
              <a:r>
                <a:rPr lang="en-US" sz="2310" b="1" dirty="0"/>
                <a:t> (n[0][0][0][0][0]) ;</a:t>
              </a:r>
              <a:endParaRPr lang="en-PK" sz="2310" b="1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E80BE77-4460-6353-C6E9-A62CB97B2E4D}"/>
              </a:ext>
            </a:extLst>
          </p:cNvPr>
          <p:cNvGrpSpPr/>
          <p:nvPr/>
        </p:nvGrpSpPr>
        <p:grpSpPr>
          <a:xfrm>
            <a:off x="2188169" y="5272884"/>
            <a:ext cx="9169589" cy="1668378"/>
            <a:chOff x="3337672" y="3724591"/>
            <a:chExt cx="9169589" cy="2260359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93CFA22-4E0A-3120-AF6B-436223538134}"/>
                </a:ext>
              </a:extLst>
            </p:cNvPr>
            <p:cNvGrpSpPr/>
            <p:nvPr/>
          </p:nvGrpSpPr>
          <p:grpSpPr>
            <a:xfrm>
              <a:off x="3337672" y="3724591"/>
              <a:ext cx="9169589" cy="2260359"/>
              <a:chOff x="1151362" y="879116"/>
              <a:chExt cx="2145283" cy="1367627"/>
            </a:xfrm>
            <a:solidFill>
              <a:schemeClr val="accent3">
                <a:lumMod val="60000"/>
                <a:lumOff val="40000"/>
              </a:schemeClr>
            </a:solidFill>
            <a:scene3d>
              <a:camera prst="orthographicFront"/>
              <a:lightRig rig="flat" dir="t"/>
            </a:scene3d>
          </p:grpSpPr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DA0D845E-0EB3-8205-BE6A-2715E7B068F1}"/>
                  </a:ext>
                </a:extLst>
              </p:cNvPr>
              <p:cNvSpPr/>
              <p:nvPr/>
            </p:nvSpPr>
            <p:spPr>
              <a:xfrm>
                <a:off x="1151362" y="87911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 sz="2500"/>
              </a:p>
            </p:txBody>
          </p:sp>
          <p:sp>
            <p:nvSpPr>
              <p:cNvPr id="104" name="Rectangle: Rounded Corners 4">
                <a:extLst>
                  <a:ext uri="{FF2B5EF4-FFF2-40B4-BE49-F238E27FC236}">
                    <a16:creationId xmlns:a16="http://schemas.microsoft.com/office/drawing/2014/main" id="{CD953F82-FB60-2FA2-825C-E9E5E09968A0}"/>
                  </a:ext>
                </a:extLst>
              </p:cNvPr>
              <p:cNvSpPr txBox="1"/>
              <p:nvPr/>
            </p:nvSpPr>
            <p:spPr>
              <a:xfrm>
                <a:off x="1171091" y="1073452"/>
                <a:ext cx="2093081" cy="777788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04013" tIns="104013" rIns="104013" bIns="104013" numCol="1" spcCol="1270" anchor="ctr" anchorCtr="0">
                <a:noAutofit/>
              </a:bodyPr>
              <a:lstStyle/>
              <a:p>
                <a:pPr algn="ctr" defTabSz="121348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500" b="1" dirty="0"/>
              </a:p>
              <a:p>
                <a:pPr algn="ctr" defTabSz="121348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500" b="1" dirty="0"/>
                  <a:t>#of locations in kth dimension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=</a:t>
                </a:r>
                <a:r>
                  <a:rPr lang="en-US" sz="2500" b="1" dirty="0"/>
                  <a:t>  </a:t>
                </a:r>
              </a:p>
              <a:p>
                <a:pPr defTabSz="121348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800" b="1" dirty="0">
                    <a:solidFill>
                      <a:srgbClr val="FF0000"/>
                    </a:solidFill>
                  </a:rPr>
                  <a:t>            </a:t>
                </a:r>
                <a:r>
                  <a:rPr lang="en-US" sz="2500" b="1" dirty="0" err="1">
                    <a:solidFill>
                      <a:srgbClr val="FFFF00"/>
                    </a:solidFill>
                  </a:rPr>
                  <a:t>sizeof</a:t>
                </a:r>
                <a:r>
                  <a:rPr lang="en-US" sz="2500" b="1" dirty="0">
                    <a:solidFill>
                      <a:srgbClr val="FFFF00"/>
                    </a:solidFill>
                  </a:rPr>
                  <a:t> ( first element in k --1 dimension of the array )</a:t>
                </a:r>
              </a:p>
              <a:p>
                <a:pPr algn="ctr" defTabSz="121348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5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2500" b="1" dirty="0" err="1">
                    <a:solidFill>
                      <a:schemeClr val="bg1"/>
                    </a:solidFill>
                  </a:rPr>
                  <a:t>sizeof</a:t>
                </a:r>
                <a:r>
                  <a:rPr lang="en-US" sz="2500" b="1" dirty="0">
                    <a:solidFill>
                      <a:schemeClr val="bg1"/>
                    </a:solidFill>
                  </a:rPr>
                  <a:t> ( first element in kth dimension of the array )</a:t>
                </a:r>
                <a:r>
                  <a:rPr lang="en-US" sz="2500" b="1" dirty="0"/>
                  <a:t> </a:t>
                </a:r>
              </a:p>
              <a:p>
                <a:pPr defTabSz="121348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PK" sz="2500" b="1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7421EF7-A6E5-E166-CF7F-AEF2B0F6301D}"/>
                </a:ext>
              </a:extLst>
            </p:cNvPr>
            <p:cNvCxnSpPr>
              <a:cxnSpLocks/>
            </p:cNvCxnSpPr>
            <p:nvPr/>
          </p:nvCxnSpPr>
          <p:spPr>
            <a:xfrm>
              <a:off x="4758518" y="5057617"/>
              <a:ext cx="6505403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958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50"/>
                            </p:stCondLst>
                            <p:childTnLst>
                              <p:par>
                                <p:cTn id="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750"/>
                            </p:stCondLst>
                            <p:childTnLst>
                              <p:par>
                                <p:cTn id="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250"/>
                            </p:stCondLst>
                            <p:childTnLst>
                              <p:par>
                                <p:cTn id="7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750"/>
                            </p:stCondLst>
                            <p:childTnLst>
                              <p:par>
                                <p:cTn id="8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965747D-874B-95C5-5BA5-DDA39A4F583A}"/>
              </a:ext>
            </a:extLst>
          </p:cNvPr>
          <p:cNvSpPr txBox="1">
            <a:spLocks/>
          </p:cNvSpPr>
          <p:nvPr/>
        </p:nvSpPr>
        <p:spPr>
          <a:xfrm>
            <a:off x="42645" y="285283"/>
            <a:ext cx="2890996" cy="201723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8128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333" b="1" i="0" kern="1200" spc="89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MD</a:t>
            </a:r>
          </a:p>
          <a:p>
            <a:r>
              <a:rPr lang="en-US" sz="3200" dirty="0"/>
              <a:t>Array Initialization</a:t>
            </a:r>
            <a:endParaRPr lang="en-PK" sz="3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956CD4-9862-AA29-7743-C54FDC671D40}"/>
              </a:ext>
            </a:extLst>
          </p:cNvPr>
          <p:cNvSpPr/>
          <p:nvPr/>
        </p:nvSpPr>
        <p:spPr>
          <a:xfrm>
            <a:off x="2267358" y="171712"/>
            <a:ext cx="907142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386F54-1CC5-7F79-8CB2-989914F15E39}"/>
              </a:ext>
            </a:extLst>
          </p:cNvPr>
          <p:cNvSpPr/>
          <p:nvPr/>
        </p:nvSpPr>
        <p:spPr>
          <a:xfrm>
            <a:off x="4162447" y="171712"/>
            <a:ext cx="346093" cy="50243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[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963A6B-F876-1664-083C-C5A5EF9685CB}"/>
              </a:ext>
            </a:extLst>
          </p:cNvPr>
          <p:cNvSpPr/>
          <p:nvPr/>
        </p:nvSpPr>
        <p:spPr>
          <a:xfrm>
            <a:off x="4536501" y="171712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5567CE-42EA-8CCA-BE8F-1962FEB88BF8}"/>
              </a:ext>
            </a:extLst>
          </p:cNvPr>
          <p:cNvSpPr/>
          <p:nvPr/>
        </p:nvSpPr>
        <p:spPr>
          <a:xfrm>
            <a:off x="5089318" y="171407"/>
            <a:ext cx="346093" cy="50243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0D59D3-F3B2-E3D8-702D-0F4E5F740B4F}"/>
              </a:ext>
            </a:extLst>
          </p:cNvPr>
          <p:cNvSpPr/>
          <p:nvPr/>
        </p:nvSpPr>
        <p:spPr>
          <a:xfrm>
            <a:off x="3210270" y="158409"/>
            <a:ext cx="90714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FD5A3D-1AE5-57EB-314D-3D162A2FE018}"/>
              </a:ext>
            </a:extLst>
          </p:cNvPr>
          <p:cNvSpPr/>
          <p:nvPr/>
        </p:nvSpPr>
        <p:spPr>
          <a:xfrm>
            <a:off x="5721245" y="171407"/>
            <a:ext cx="346093" cy="502430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FEE20B-A377-9984-30E4-F4356D199253}"/>
              </a:ext>
            </a:extLst>
          </p:cNvPr>
          <p:cNvSpPr/>
          <p:nvPr/>
        </p:nvSpPr>
        <p:spPr>
          <a:xfrm>
            <a:off x="6095299" y="17140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574453-F421-8A18-82B9-52DD287458B0}"/>
              </a:ext>
            </a:extLst>
          </p:cNvPr>
          <p:cNvSpPr/>
          <p:nvPr/>
        </p:nvSpPr>
        <p:spPr>
          <a:xfrm>
            <a:off x="6632274" y="171407"/>
            <a:ext cx="346093" cy="502430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FEBC26-ED15-A09E-A6AA-D4288C8DF151}"/>
              </a:ext>
            </a:extLst>
          </p:cNvPr>
          <p:cNvSpPr/>
          <p:nvPr/>
        </p:nvSpPr>
        <p:spPr>
          <a:xfrm>
            <a:off x="7318935" y="171407"/>
            <a:ext cx="346093" cy="5024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FC9FC4-25E9-742C-023A-89DD289BFFF3}"/>
              </a:ext>
            </a:extLst>
          </p:cNvPr>
          <p:cNvSpPr/>
          <p:nvPr/>
        </p:nvSpPr>
        <p:spPr>
          <a:xfrm>
            <a:off x="7692989" y="17140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A894EA-7BB9-7BEF-424F-1509BCC0DC8C}"/>
              </a:ext>
            </a:extLst>
          </p:cNvPr>
          <p:cNvSpPr/>
          <p:nvPr/>
        </p:nvSpPr>
        <p:spPr>
          <a:xfrm>
            <a:off x="8229964" y="184532"/>
            <a:ext cx="346093" cy="5024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56C355F-28C2-67EF-D684-527679812F15}"/>
              </a:ext>
            </a:extLst>
          </p:cNvPr>
          <p:cNvSpPr/>
          <p:nvPr/>
        </p:nvSpPr>
        <p:spPr>
          <a:xfrm>
            <a:off x="8922906" y="17292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6C7F97-D8CA-594E-CD00-5CB74BB42901}"/>
              </a:ext>
            </a:extLst>
          </p:cNvPr>
          <p:cNvSpPr/>
          <p:nvPr/>
        </p:nvSpPr>
        <p:spPr>
          <a:xfrm>
            <a:off x="9296960" y="17292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366935-A081-3580-E1B3-AB621F29851B}"/>
              </a:ext>
            </a:extLst>
          </p:cNvPr>
          <p:cNvSpPr/>
          <p:nvPr/>
        </p:nvSpPr>
        <p:spPr>
          <a:xfrm>
            <a:off x="9836888" y="158409"/>
            <a:ext cx="697354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=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22514C4B-9F12-977A-8C69-52D4DA532874}"/>
              </a:ext>
            </a:extLst>
          </p:cNvPr>
          <p:cNvSpPr txBox="1">
            <a:spLocks/>
          </p:cNvSpPr>
          <p:nvPr/>
        </p:nvSpPr>
        <p:spPr>
          <a:xfrm>
            <a:off x="219934" y="5297137"/>
            <a:ext cx="6868507" cy="48029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 marL="457200" indent="-457200">
              <a:buFont typeface="+mj-lt"/>
              <a:buAutoNum type="arabicParenR"/>
            </a:pPr>
            <a:r>
              <a:rPr lang="en-US" b="1" dirty="0"/>
              <a:t>Start from outermost dimension (leftmost, first dimension) </a:t>
            </a:r>
            <a:endParaRPr lang="en-PK" b="1" dirty="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8D4FC8E-7C29-E2F8-E217-8E39F4CCED20}"/>
              </a:ext>
            </a:extLst>
          </p:cNvPr>
          <p:cNvSpPr txBox="1">
            <a:spLocks/>
          </p:cNvSpPr>
          <p:nvPr/>
        </p:nvSpPr>
        <p:spPr>
          <a:xfrm>
            <a:off x="193755" y="5660176"/>
            <a:ext cx="6868507" cy="48029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 marL="457200" indent="-457200">
              <a:buFont typeface="+mj-lt"/>
              <a:buAutoNum type="arabicParenR" startAt="2"/>
            </a:pPr>
            <a:r>
              <a:rPr lang="en-US" b="1" dirty="0"/>
              <a:t>Replace each bracket with a curly bracket</a:t>
            </a:r>
            <a:endParaRPr lang="en-PK" b="1" dirty="0"/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51327D5-C616-0A49-43AF-F56E480CA277}"/>
              </a:ext>
            </a:extLst>
          </p:cNvPr>
          <p:cNvSpPr txBox="1">
            <a:spLocks/>
          </p:cNvSpPr>
          <p:nvPr/>
        </p:nvSpPr>
        <p:spPr>
          <a:xfrm>
            <a:off x="193754" y="6055391"/>
            <a:ext cx="7535216" cy="480297"/>
          </a:xfrm>
          <a:prstGeom prst="rect">
            <a:avLst/>
          </a:prstGeom>
        </p:spPr>
        <p:txBody>
          <a:bodyPr vert="horz" lIns="0" tIns="45720" rIns="91440" bIns="45720" rtlCol="0">
            <a:normAutofit fontScale="925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 marL="457200" indent="-457200">
              <a:buFont typeface="+mj-lt"/>
              <a:buAutoNum type="arabicParenR" startAt="3"/>
            </a:pPr>
            <a:r>
              <a:rPr lang="en-US" b="1" dirty="0"/>
              <a:t>For a dimension of size k, place k-1 commas inside curly brackets.</a:t>
            </a:r>
            <a:endParaRPr lang="en-PK" b="1" dirty="0"/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B7AE6C04-977F-4E3D-DFEC-318517F42CFE}"/>
              </a:ext>
            </a:extLst>
          </p:cNvPr>
          <p:cNvSpPr txBox="1">
            <a:spLocks/>
          </p:cNvSpPr>
          <p:nvPr/>
        </p:nvSpPr>
        <p:spPr>
          <a:xfrm>
            <a:off x="165793" y="6397184"/>
            <a:ext cx="10128845" cy="48029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 marL="457200" indent="-457200">
              <a:buFont typeface="+mj-lt"/>
              <a:buAutoNum type="arabicParenR" startAt="4"/>
            </a:pPr>
            <a:r>
              <a:rPr lang="en-US" b="1" dirty="0"/>
              <a:t>Repeat step 2 &amp; 3 before and after every comma until reaching last dimension </a:t>
            </a:r>
            <a:endParaRPr lang="en-PK" b="1" dirty="0"/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E5FD93FB-8809-41F6-C1CB-F10F3B76CDC6}"/>
              </a:ext>
            </a:extLst>
          </p:cNvPr>
          <p:cNvSpPr txBox="1">
            <a:spLocks/>
          </p:cNvSpPr>
          <p:nvPr/>
        </p:nvSpPr>
        <p:spPr>
          <a:xfrm>
            <a:off x="157772" y="6774172"/>
            <a:ext cx="12244994" cy="480297"/>
          </a:xfrm>
          <a:prstGeom prst="rect">
            <a:avLst/>
          </a:prstGeom>
        </p:spPr>
        <p:txBody>
          <a:bodyPr vert="horz" lIns="0" tIns="45720" rIns="91440" bIns="45720" rtlCol="0">
            <a:normAutofit fontScale="85000" lnSpcReduction="2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pPr marL="457200" indent="-457200">
              <a:buFont typeface="+mj-lt"/>
              <a:buAutoNum type="arabicParenR" startAt="5"/>
            </a:pPr>
            <a:r>
              <a:rPr lang="en-US" b="1" dirty="0"/>
              <a:t>After reaching last dimension repeat step 2 &amp; 3 one more time, after that place data in the last dimension (only) before and after every comma. </a:t>
            </a:r>
            <a:endParaRPr lang="en-PK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01A3D44-496F-CD21-B48F-C7FE38B7DB7B}"/>
              </a:ext>
            </a:extLst>
          </p:cNvPr>
          <p:cNvSpPr/>
          <p:nvPr/>
        </p:nvSpPr>
        <p:spPr>
          <a:xfrm>
            <a:off x="1071735" y="680219"/>
            <a:ext cx="532491" cy="729304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{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3C36E80-3CD4-3755-7F74-8C329F354862}"/>
              </a:ext>
            </a:extLst>
          </p:cNvPr>
          <p:cNvSpPr/>
          <p:nvPr/>
        </p:nvSpPr>
        <p:spPr>
          <a:xfrm>
            <a:off x="1082842" y="4423446"/>
            <a:ext cx="532491" cy="729304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C1D7011-72BB-DB60-64C6-C77E78E3B775}"/>
              </a:ext>
            </a:extLst>
          </p:cNvPr>
          <p:cNvSpPr/>
          <p:nvPr/>
        </p:nvSpPr>
        <p:spPr>
          <a:xfrm>
            <a:off x="12209082" y="2423220"/>
            <a:ext cx="532491" cy="50243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,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F83D09A-C8BC-B130-DA89-A720BEBF48F3}"/>
              </a:ext>
            </a:extLst>
          </p:cNvPr>
          <p:cNvSpPr/>
          <p:nvPr/>
        </p:nvSpPr>
        <p:spPr>
          <a:xfrm>
            <a:off x="1613209" y="762340"/>
            <a:ext cx="338684" cy="857129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A8C16A1-921E-CB90-D4BE-A14C05792993}"/>
              </a:ext>
            </a:extLst>
          </p:cNvPr>
          <p:cNvSpPr/>
          <p:nvPr/>
        </p:nvSpPr>
        <p:spPr>
          <a:xfrm>
            <a:off x="11846948" y="1969148"/>
            <a:ext cx="338684" cy="857129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FB067B3-4872-13FF-082C-2EB84159875B}"/>
              </a:ext>
            </a:extLst>
          </p:cNvPr>
          <p:cNvSpPr/>
          <p:nvPr/>
        </p:nvSpPr>
        <p:spPr>
          <a:xfrm>
            <a:off x="1603268" y="2559225"/>
            <a:ext cx="338684" cy="857129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F3B0DA6-999B-D2AD-8B2F-7E0C9FA47763}"/>
              </a:ext>
            </a:extLst>
          </p:cNvPr>
          <p:cNvSpPr/>
          <p:nvPr/>
        </p:nvSpPr>
        <p:spPr>
          <a:xfrm>
            <a:off x="11878959" y="3875129"/>
            <a:ext cx="338684" cy="857129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A8995F7-D2F4-2B49-736A-8B37E421C8F6}"/>
              </a:ext>
            </a:extLst>
          </p:cNvPr>
          <p:cNvSpPr/>
          <p:nvPr/>
        </p:nvSpPr>
        <p:spPr>
          <a:xfrm>
            <a:off x="5195986" y="1598139"/>
            <a:ext cx="346093" cy="480297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967D23E-4BAA-DC27-A9A9-103E61A1ED95}"/>
              </a:ext>
            </a:extLst>
          </p:cNvPr>
          <p:cNvSpPr/>
          <p:nvPr/>
        </p:nvSpPr>
        <p:spPr>
          <a:xfrm>
            <a:off x="8637565" y="1648214"/>
            <a:ext cx="346093" cy="480297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4FBAA3C-4A8A-89C3-06FC-AEC65FC180AB}"/>
              </a:ext>
            </a:extLst>
          </p:cNvPr>
          <p:cNvSpPr/>
          <p:nvPr/>
        </p:nvSpPr>
        <p:spPr>
          <a:xfrm>
            <a:off x="5183674" y="3515095"/>
            <a:ext cx="346093" cy="480297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F408B5B-EDD1-8C93-C42E-AA2933BE8179}"/>
              </a:ext>
            </a:extLst>
          </p:cNvPr>
          <p:cNvSpPr/>
          <p:nvPr/>
        </p:nvSpPr>
        <p:spPr>
          <a:xfrm>
            <a:off x="8602065" y="3595305"/>
            <a:ext cx="346093" cy="480297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E6E053D-D278-CB76-051E-B85F6CE7D4C6}"/>
              </a:ext>
            </a:extLst>
          </p:cNvPr>
          <p:cNvSpPr/>
          <p:nvPr/>
        </p:nvSpPr>
        <p:spPr>
          <a:xfrm>
            <a:off x="2001879" y="1146833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4899276-28F0-A86B-944D-C0D69074732C}"/>
              </a:ext>
            </a:extLst>
          </p:cNvPr>
          <p:cNvSpPr/>
          <p:nvPr/>
        </p:nvSpPr>
        <p:spPr>
          <a:xfrm>
            <a:off x="4818373" y="1156745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1A0DA61-3354-6DC1-6A62-DA4B29E86F30}"/>
              </a:ext>
            </a:extLst>
          </p:cNvPr>
          <p:cNvSpPr/>
          <p:nvPr/>
        </p:nvSpPr>
        <p:spPr>
          <a:xfrm>
            <a:off x="5577187" y="1185348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D4683D5-3CC9-A3DB-596B-3EC63627DD62}"/>
              </a:ext>
            </a:extLst>
          </p:cNvPr>
          <p:cNvSpPr/>
          <p:nvPr/>
        </p:nvSpPr>
        <p:spPr>
          <a:xfrm>
            <a:off x="8384942" y="1202431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D96570F-9133-9DCE-DEE2-C5C42D418A89}"/>
              </a:ext>
            </a:extLst>
          </p:cNvPr>
          <p:cNvSpPr/>
          <p:nvPr/>
        </p:nvSpPr>
        <p:spPr>
          <a:xfrm>
            <a:off x="8980294" y="1211001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684994B-6E65-40EE-A3FF-94534A6D2A5F}"/>
              </a:ext>
            </a:extLst>
          </p:cNvPr>
          <p:cNvSpPr/>
          <p:nvPr/>
        </p:nvSpPr>
        <p:spPr>
          <a:xfrm>
            <a:off x="11707839" y="1179958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09F42EE-2F10-4274-1904-E7042E8DED1E}"/>
              </a:ext>
            </a:extLst>
          </p:cNvPr>
          <p:cNvSpPr/>
          <p:nvPr/>
        </p:nvSpPr>
        <p:spPr>
          <a:xfrm>
            <a:off x="2017972" y="3139375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228B5A2-A0E3-DE36-ADDC-2042E199717E}"/>
              </a:ext>
            </a:extLst>
          </p:cNvPr>
          <p:cNvSpPr/>
          <p:nvPr/>
        </p:nvSpPr>
        <p:spPr>
          <a:xfrm>
            <a:off x="4761559" y="3092290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F004560-BE0E-B4BF-1BD7-C1ED540C938B}"/>
              </a:ext>
            </a:extLst>
          </p:cNvPr>
          <p:cNvSpPr/>
          <p:nvPr/>
        </p:nvSpPr>
        <p:spPr>
          <a:xfrm>
            <a:off x="5571993" y="3117892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C352784-95FD-6036-C771-49EDF8D11581}"/>
              </a:ext>
            </a:extLst>
          </p:cNvPr>
          <p:cNvSpPr/>
          <p:nvPr/>
        </p:nvSpPr>
        <p:spPr>
          <a:xfrm>
            <a:off x="8347457" y="3076334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BD398E8-B828-6B10-44C9-C646408006F1}"/>
              </a:ext>
            </a:extLst>
          </p:cNvPr>
          <p:cNvSpPr/>
          <p:nvPr/>
        </p:nvSpPr>
        <p:spPr>
          <a:xfrm>
            <a:off x="8908823" y="3093702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305DF1D-6F08-E88E-4281-0ECB4BC7B625}"/>
              </a:ext>
            </a:extLst>
          </p:cNvPr>
          <p:cNvSpPr/>
          <p:nvPr/>
        </p:nvSpPr>
        <p:spPr>
          <a:xfrm>
            <a:off x="11652410" y="3062659"/>
            <a:ext cx="346094" cy="777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5693825-8117-87C9-16E6-953C2EBFF09E}"/>
              </a:ext>
            </a:extLst>
          </p:cNvPr>
          <p:cNvSpPr/>
          <p:nvPr/>
        </p:nvSpPr>
        <p:spPr>
          <a:xfrm>
            <a:off x="3406960" y="1958570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F5F0B51-31F8-7889-734C-8F1080AE63AC}"/>
              </a:ext>
            </a:extLst>
          </p:cNvPr>
          <p:cNvSpPr/>
          <p:nvPr/>
        </p:nvSpPr>
        <p:spPr>
          <a:xfrm>
            <a:off x="7011542" y="1933822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4B2314A-F92C-A6AA-EA01-13A162E6A037}"/>
              </a:ext>
            </a:extLst>
          </p:cNvPr>
          <p:cNvSpPr/>
          <p:nvPr/>
        </p:nvSpPr>
        <p:spPr>
          <a:xfrm>
            <a:off x="10361195" y="1931968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CDD21F8-41CA-7B99-83A1-B59851C0CAD5}"/>
              </a:ext>
            </a:extLst>
          </p:cNvPr>
          <p:cNvSpPr/>
          <p:nvPr/>
        </p:nvSpPr>
        <p:spPr>
          <a:xfrm>
            <a:off x="3416682" y="3883518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6E28B95-8DD9-999B-A1B3-016699D9BA6F}"/>
              </a:ext>
            </a:extLst>
          </p:cNvPr>
          <p:cNvSpPr/>
          <p:nvPr/>
        </p:nvSpPr>
        <p:spPr>
          <a:xfrm>
            <a:off x="6954651" y="3907232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670D5A3-BAF5-5141-54E8-29EBFD8A3ADF}"/>
              </a:ext>
            </a:extLst>
          </p:cNvPr>
          <p:cNvSpPr/>
          <p:nvPr/>
        </p:nvSpPr>
        <p:spPr>
          <a:xfrm>
            <a:off x="10331536" y="3894969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0B84DE-0B36-E149-E536-28EB2FA641BE}"/>
              </a:ext>
            </a:extLst>
          </p:cNvPr>
          <p:cNvSpPr/>
          <p:nvPr/>
        </p:nvSpPr>
        <p:spPr>
          <a:xfrm>
            <a:off x="2371581" y="1227610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{1,2,3}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2EE984-BEBB-6A74-3445-3E8AA74047AF}"/>
              </a:ext>
            </a:extLst>
          </p:cNvPr>
          <p:cNvSpPr/>
          <p:nvPr/>
        </p:nvSpPr>
        <p:spPr>
          <a:xfrm>
            <a:off x="3629573" y="1235078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{4,5,6}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9EDDB1-500F-4813-51B4-B83139F0C889}"/>
              </a:ext>
            </a:extLst>
          </p:cNvPr>
          <p:cNvSpPr/>
          <p:nvPr/>
        </p:nvSpPr>
        <p:spPr>
          <a:xfrm>
            <a:off x="5966212" y="1203675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{7,8,9}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905E6B-3D99-4B08-08B5-C8CBCE467C92}"/>
              </a:ext>
            </a:extLst>
          </p:cNvPr>
          <p:cNvSpPr/>
          <p:nvPr/>
        </p:nvSpPr>
        <p:spPr>
          <a:xfrm>
            <a:off x="7224204" y="1211143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{10,11,12}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CE6C0D-B5DE-C8D0-C63C-D25EE83916DE}"/>
              </a:ext>
            </a:extLst>
          </p:cNvPr>
          <p:cNvSpPr/>
          <p:nvPr/>
        </p:nvSpPr>
        <p:spPr>
          <a:xfrm>
            <a:off x="9318562" y="1211143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{13,14,15}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3370D8-CE74-3E69-55B2-25A41D163A8A}"/>
              </a:ext>
            </a:extLst>
          </p:cNvPr>
          <p:cNvSpPr/>
          <p:nvPr/>
        </p:nvSpPr>
        <p:spPr>
          <a:xfrm>
            <a:off x="10544470" y="1218611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{16,17,18}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7BB32F-6D1F-6805-7ECA-B7E10A6ACFF8}"/>
              </a:ext>
            </a:extLst>
          </p:cNvPr>
          <p:cNvSpPr/>
          <p:nvPr/>
        </p:nvSpPr>
        <p:spPr>
          <a:xfrm>
            <a:off x="2381018" y="3168356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{19,20,21}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D75982A-F0AE-C7FA-8789-2C896D8024AC}"/>
              </a:ext>
            </a:extLst>
          </p:cNvPr>
          <p:cNvSpPr/>
          <p:nvPr/>
        </p:nvSpPr>
        <p:spPr>
          <a:xfrm>
            <a:off x="3639010" y="3175824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{22,23,24}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B4A3FF0-5177-07E2-A4D0-50139C2ACBE1}"/>
              </a:ext>
            </a:extLst>
          </p:cNvPr>
          <p:cNvSpPr/>
          <p:nvPr/>
        </p:nvSpPr>
        <p:spPr>
          <a:xfrm>
            <a:off x="5934128" y="3192389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{25,26,27}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32DE93C-2546-271B-F4A6-246F7F47E188}"/>
              </a:ext>
            </a:extLst>
          </p:cNvPr>
          <p:cNvSpPr/>
          <p:nvPr/>
        </p:nvSpPr>
        <p:spPr>
          <a:xfrm>
            <a:off x="7192120" y="3199857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{28,29,30}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282409F-2877-1630-57E4-51AB5AE93A31}"/>
              </a:ext>
            </a:extLst>
          </p:cNvPr>
          <p:cNvSpPr/>
          <p:nvPr/>
        </p:nvSpPr>
        <p:spPr>
          <a:xfrm>
            <a:off x="9288751" y="3175824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{31,32,33}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3C087B2-226C-A24D-0311-B17C612D1CC9}"/>
              </a:ext>
            </a:extLst>
          </p:cNvPr>
          <p:cNvSpPr/>
          <p:nvPr/>
        </p:nvSpPr>
        <p:spPr>
          <a:xfrm>
            <a:off x="10546743" y="3183292"/>
            <a:ext cx="1142356" cy="68591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{34,35,36}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414F5EE8-8DFA-7596-9678-AFAEB15054ED}"/>
              </a:ext>
            </a:extLst>
          </p:cNvPr>
          <p:cNvSpPr txBox="1">
            <a:spLocks/>
          </p:cNvSpPr>
          <p:nvPr/>
        </p:nvSpPr>
        <p:spPr>
          <a:xfrm>
            <a:off x="8583173" y="5080026"/>
            <a:ext cx="3204783" cy="480297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/>
              <a:t>Full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40211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5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750"/>
                            </p:stCondLst>
                            <p:childTnLst>
                              <p:par>
                                <p:cTn id="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"/>
                            </p:stCondLst>
                            <p:childTnLst>
                              <p:par>
                                <p:cTn id="9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2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2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6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"/>
                            </p:stCondLst>
                            <p:childTnLst>
                              <p:par>
                                <p:cTn id="1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2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50"/>
                            </p:stCondLst>
                            <p:childTnLst>
                              <p:par>
                                <p:cTn id="1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2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50"/>
                            </p:stCondLst>
                            <p:childTnLst>
                              <p:par>
                                <p:cTn id="1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50"/>
                            </p:stCondLst>
                            <p:childTnLst>
                              <p:par>
                                <p:cTn id="14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2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2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25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8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50"/>
                            </p:stCondLst>
                            <p:childTnLst>
                              <p:par>
                                <p:cTn id="1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3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25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8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750"/>
                            </p:stCondLst>
                            <p:childTnLst>
                              <p:par>
                                <p:cTn id="17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25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25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8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250"/>
                            </p:stCondLst>
                            <p:childTnLst>
                              <p:par>
                                <p:cTn id="18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25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3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500"/>
                            </p:stCondLst>
                            <p:childTnLst>
                              <p:par>
                                <p:cTn id="18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8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750"/>
                            </p:stCondLst>
                            <p:childTnLst>
                              <p:par>
                                <p:cTn id="19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25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3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000"/>
                            </p:stCondLst>
                            <p:childTnLst>
                              <p:par>
                                <p:cTn id="19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25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8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25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3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500"/>
                            </p:stCondLst>
                            <p:childTnLst>
                              <p:par>
                                <p:cTn id="20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25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8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750"/>
                            </p:stCondLst>
                            <p:childTnLst>
                              <p:par>
                                <p:cTn id="2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25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3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5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9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50"/>
                            </p:stCondLst>
                            <p:childTnLst>
                              <p:par>
                                <p:cTn id="2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5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4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5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9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750"/>
                            </p:stCondLst>
                            <p:childTnLst>
                              <p:par>
                                <p:cTn id="2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5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4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000"/>
                            </p:stCondLst>
                            <p:childTnLst>
                              <p:par>
                                <p:cTn id="23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5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9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250"/>
                            </p:stCondLst>
                            <p:childTnLst>
                              <p:par>
                                <p:cTn id="24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4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750"/>
                            </p:stCondLst>
                            <p:childTnLst>
                              <p:par>
                                <p:cTn id="25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000"/>
                            </p:stCondLst>
                            <p:childTnLst>
                              <p:par>
                                <p:cTn id="2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1500"/>
                            </p:stCondLst>
                            <p:childTnLst>
                              <p:par>
                                <p:cTn id="27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1750"/>
                            </p:stCondLst>
                            <p:childTnLst>
                              <p:par>
                                <p:cTn id="2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000"/>
                            </p:stCondLst>
                            <p:childTnLst>
                              <p:par>
                                <p:cTn id="2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4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250"/>
                            </p:stCondLst>
                            <p:childTnLst>
                              <p:par>
                                <p:cTn id="28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25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9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500"/>
                            </p:stCondLst>
                            <p:childTnLst>
                              <p:par>
                                <p:cTn id="29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4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750"/>
                            </p:stCondLst>
                            <p:childTnLst>
                              <p:par>
                                <p:cTn id="29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25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9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3000"/>
                            </p:stCondLst>
                            <p:childTnLst>
                              <p:par>
                                <p:cTn id="30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25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3250"/>
                            </p:stCondLst>
                            <p:childTnLst>
                              <p:par>
                                <p:cTn id="30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25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9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/>
      <p:bldP spid="26" grpId="0"/>
      <p:bldP spid="27" grpId="0"/>
      <p:bldP spid="28" grpId="0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2" grpId="0" animBg="1"/>
      <p:bldP spid="4" grpId="0" animBg="1"/>
      <p:bldP spid="5" grpId="0" animBg="1"/>
      <p:bldP spid="6" grpId="0" animBg="1"/>
      <p:bldP spid="22" grpId="0" animBg="1"/>
      <p:bldP spid="23" grpId="0" animBg="1"/>
      <p:bldP spid="24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0A91-6229-B998-B231-708182FD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281DAC2-4333-92FD-23CE-E342692F4444}"/>
              </a:ext>
            </a:extLst>
          </p:cNvPr>
          <p:cNvSpPr txBox="1">
            <a:spLocks/>
          </p:cNvSpPr>
          <p:nvPr/>
        </p:nvSpPr>
        <p:spPr>
          <a:xfrm>
            <a:off x="42645" y="285283"/>
            <a:ext cx="2890996" cy="201723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8128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333" b="1" i="0" kern="1200" spc="89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MD</a:t>
            </a:r>
          </a:p>
          <a:p>
            <a:r>
              <a:rPr lang="en-US" sz="3200" dirty="0"/>
              <a:t>Array Initialization</a:t>
            </a:r>
            <a:endParaRPr lang="en-PK" sz="3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924215-41BF-9869-F43B-5572AC02501F}"/>
              </a:ext>
            </a:extLst>
          </p:cNvPr>
          <p:cNvSpPr/>
          <p:nvPr/>
        </p:nvSpPr>
        <p:spPr>
          <a:xfrm>
            <a:off x="2267358" y="171712"/>
            <a:ext cx="907142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A98414-8ED1-5449-7786-CFA5EDBCCB0E}"/>
              </a:ext>
            </a:extLst>
          </p:cNvPr>
          <p:cNvSpPr/>
          <p:nvPr/>
        </p:nvSpPr>
        <p:spPr>
          <a:xfrm>
            <a:off x="4162447" y="171712"/>
            <a:ext cx="346093" cy="50243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[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235D1C-D7FE-E3AF-079E-DE770663C59C}"/>
              </a:ext>
            </a:extLst>
          </p:cNvPr>
          <p:cNvSpPr/>
          <p:nvPr/>
        </p:nvSpPr>
        <p:spPr>
          <a:xfrm>
            <a:off x="4536501" y="171712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80D83F-B789-9051-2353-A76E459AD9FE}"/>
              </a:ext>
            </a:extLst>
          </p:cNvPr>
          <p:cNvSpPr/>
          <p:nvPr/>
        </p:nvSpPr>
        <p:spPr>
          <a:xfrm>
            <a:off x="5089318" y="171407"/>
            <a:ext cx="346093" cy="50243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6977BD-C689-45D3-F42E-A52B6CDCB2DE}"/>
              </a:ext>
            </a:extLst>
          </p:cNvPr>
          <p:cNvSpPr/>
          <p:nvPr/>
        </p:nvSpPr>
        <p:spPr>
          <a:xfrm>
            <a:off x="3210270" y="158409"/>
            <a:ext cx="90714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B23CC9-532C-6738-1ECF-1DA06B52B4B0}"/>
              </a:ext>
            </a:extLst>
          </p:cNvPr>
          <p:cNvSpPr/>
          <p:nvPr/>
        </p:nvSpPr>
        <p:spPr>
          <a:xfrm>
            <a:off x="5721245" y="171407"/>
            <a:ext cx="346093" cy="502430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05ED06-B577-9095-2858-120273F81FAC}"/>
              </a:ext>
            </a:extLst>
          </p:cNvPr>
          <p:cNvSpPr/>
          <p:nvPr/>
        </p:nvSpPr>
        <p:spPr>
          <a:xfrm>
            <a:off x="6095299" y="17140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C6082B-1A49-5582-8CA1-B9675FED0FC5}"/>
              </a:ext>
            </a:extLst>
          </p:cNvPr>
          <p:cNvSpPr/>
          <p:nvPr/>
        </p:nvSpPr>
        <p:spPr>
          <a:xfrm>
            <a:off x="6632274" y="171407"/>
            <a:ext cx="346093" cy="502430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6EBC506-5ACE-BC6D-12C2-C88ED36E8D19}"/>
              </a:ext>
            </a:extLst>
          </p:cNvPr>
          <p:cNvSpPr/>
          <p:nvPr/>
        </p:nvSpPr>
        <p:spPr>
          <a:xfrm>
            <a:off x="7318935" y="171407"/>
            <a:ext cx="346093" cy="5024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3FF13B-2CC5-C02A-BE93-66698748CCB4}"/>
              </a:ext>
            </a:extLst>
          </p:cNvPr>
          <p:cNvSpPr/>
          <p:nvPr/>
        </p:nvSpPr>
        <p:spPr>
          <a:xfrm>
            <a:off x="7692989" y="17140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1490F08-B63D-0B4C-40A0-7CCDA06EBA1E}"/>
              </a:ext>
            </a:extLst>
          </p:cNvPr>
          <p:cNvSpPr/>
          <p:nvPr/>
        </p:nvSpPr>
        <p:spPr>
          <a:xfrm>
            <a:off x="8229964" y="184532"/>
            <a:ext cx="346093" cy="5024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324CA3A-A4A1-603D-56C4-F15B87239EFC}"/>
              </a:ext>
            </a:extLst>
          </p:cNvPr>
          <p:cNvSpPr/>
          <p:nvPr/>
        </p:nvSpPr>
        <p:spPr>
          <a:xfrm>
            <a:off x="8922906" y="17292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A336E8-D1E0-58DC-B918-4C5768811D7A}"/>
              </a:ext>
            </a:extLst>
          </p:cNvPr>
          <p:cNvSpPr/>
          <p:nvPr/>
        </p:nvSpPr>
        <p:spPr>
          <a:xfrm>
            <a:off x="9296960" y="17292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F2AE04-626D-C8F7-74CC-552684E8D8A2}"/>
              </a:ext>
            </a:extLst>
          </p:cNvPr>
          <p:cNvSpPr/>
          <p:nvPr/>
        </p:nvSpPr>
        <p:spPr>
          <a:xfrm>
            <a:off x="9836888" y="158409"/>
            <a:ext cx="697354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=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C5ACCB4-997F-C394-64BD-21C4C3A8ABA1}"/>
              </a:ext>
            </a:extLst>
          </p:cNvPr>
          <p:cNvSpPr txBox="1">
            <a:spLocks/>
          </p:cNvSpPr>
          <p:nvPr/>
        </p:nvSpPr>
        <p:spPr>
          <a:xfrm>
            <a:off x="219934" y="5297137"/>
            <a:ext cx="7137701" cy="48029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en-US" b="1" dirty="0"/>
              <a:t>All pending values will be initialized to zero (for int data types)</a:t>
            </a:r>
            <a:endParaRPr lang="en-PK" b="1" dirty="0"/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8E27AA17-5535-B276-8E23-19DCEC1F5809}"/>
              </a:ext>
            </a:extLst>
          </p:cNvPr>
          <p:cNvSpPr txBox="1">
            <a:spLocks/>
          </p:cNvSpPr>
          <p:nvPr/>
        </p:nvSpPr>
        <p:spPr>
          <a:xfrm>
            <a:off x="219934" y="5744195"/>
            <a:ext cx="8072191" cy="48029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en-US" b="1" dirty="0"/>
              <a:t>Array will contain the following values.</a:t>
            </a:r>
            <a:endParaRPr lang="en-PK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9DFB868-0036-520E-385A-8CD541279A97}"/>
              </a:ext>
            </a:extLst>
          </p:cNvPr>
          <p:cNvSpPr/>
          <p:nvPr/>
        </p:nvSpPr>
        <p:spPr>
          <a:xfrm>
            <a:off x="1071735" y="680219"/>
            <a:ext cx="532491" cy="729304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{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6A8B017-6890-03A4-FA3E-C3050B7E1C9D}"/>
              </a:ext>
            </a:extLst>
          </p:cNvPr>
          <p:cNvSpPr/>
          <p:nvPr/>
        </p:nvSpPr>
        <p:spPr>
          <a:xfrm>
            <a:off x="1082842" y="4423446"/>
            <a:ext cx="532491" cy="729304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FA76B44-446D-8B54-4BCC-31B73B009EB5}"/>
              </a:ext>
            </a:extLst>
          </p:cNvPr>
          <p:cNvSpPr/>
          <p:nvPr/>
        </p:nvSpPr>
        <p:spPr>
          <a:xfrm>
            <a:off x="12209082" y="2423220"/>
            <a:ext cx="532491" cy="50243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,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D562BE1-2C54-08C0-F318-03C68AD201E4}"/>
              </a:ext>
            </a:extLst>
          </p:cNvPr>
          <p:cNvSpPr/>
          <p:nvPr/>
        </p:nvSpPr>
        <p:spPr>
          <a:xfrm>
            <a:off x="1613208" y="973774"/>
            <a:ext cx="346093" cy="645695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053CD49-7C59-3A4F-0CED-D1AE21DE8082}"/>
              </a:ext>
            </a:extLst>
          </p:cNvPr>
          <p:cNvSpPr/>
          <p:nvPr/>
        </p:nvSpPr>
        <p:spPr>
          <a:xfrm>
            <a:off x="11879031" y="2020162"/>
            <a:ext cx="346093" cy="645695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9DEE931-B2AA-B6FA-D550-E458F4BD5AB1}"/>
              </a:ext>
            </a:extLst>
          </p:cNvPr>
          <p:cNvSpPr/>
          <p:nvPr/>
        </p:nvSpPr>
        <p:spPr>
          <a:xfrm>
            <a:off x="1603267" y="2770659"/>
            <a:ext cx="346093" cy="645695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2E81865-C605-59AD-9C93-358C5725DD78}"/>
              </a:ext>
            </a:extLst>
          </p:cNvPr>
          <p:cNvSpPr/>
          <p:nvPr/>
        </p:nvSpPr>
        <p:spPr>
          <a:xfrm>
            <a:off x="11878958" y="3942185"/>
            <a:ext cx="346093" cy="645695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264B530-764D-C848-487A-8907DB2240AF}"/>
              </a:ext>
            </a:extLst>
          </p:cNvPr>
          <p:cNvSpPr/>
          <p:nvPr/>
        </p:nvSpPr>
        <p:spPr>
          <a:xfrm>
            <a:off x="5195986" y="1598139"/>
            <a:ext cx="346093" cy="480297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DCF95AA-B34F-A7F8-4179-9D759CCB9562}"/>
              </a:ext>
            </a:extLst>
          </p:cNvPr>
          <p:cNvSpPr/>
          <p:nvPr/>
        </p:nvSpPr>
        <p:spPr>
          <a:xfrm>
            <a:off x="8637565" y="1648214"/>
            <a:ext cx="346093" cy="480297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A92F208-A973-EAF2-F04D-AAB999E0659D}"/>
              </a:ext>
            </a:extLst>
          </p:cNvPr>
          <p:cNvSpPr/>
          <p:nvPr/>
        </p:nvSpPr>
        <p:spPr>
          <a:xfrm>
            <a:off x="5183674" y="3515095"/>
            <a:ext cx="346093" cy="480297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391BDE0-D40A-4F92-E55F-66F0447C5C29}"/>
              </a:ext>
            </a:extLst>
          </p:cNvPr>
          <p:cNvSpPr/>
          <p:nvPr/>
        </p:nvSpPr>
        <p:spPr>
          <a:xfrm>
            <a:off x="8602065" y="3595305"/>
            <a:ext cx="346093" cy="480297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25446FD-EC6B-623A-63DE-B0DDF8BDDE5D}"/>
              </a:ext>
            </a:extLst>
          </p:cNvPr>
          <p:cNvSpPr/>
          <p:nvPr/>
        </p:nvSpPr>
        <p:spPr>
          <a:xfrm>
            <a:off x="2001879" y="1237998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23D7372-EDDA-3C29-BC3E-CE67749BDCD7}"/>
              </a:ext>
            </a:extLst>
          </p:cNvPr>
          <p:cNvSpPr/>
          <p:nvPr/>
        </p:nvSpPr>
        <p:spPr>
          <a:xfrm>
            <a:off x="4818373" y="1247910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E422973-1F1A-AD0D-56A1-D17625BBAD58}"/>
              </a:ext>
            </a:extLst>
          </p:cNvPr>
          <p:cNvSpPr/>
          <p:nvPr/>
        </p:nvSpPr>
        <p:spPr>
          <a:xfrm>
            <a:off x="5577187" y="1276513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E82FBA9-A8EE-6827-6AAC-5C3DD1AED1D8}"/>
              </a:ext>
            </a:extLst>
          </p:cNvPr>
          <p:cNvSpPr/>
          <p:nvPr/>
        </p:nvSpPr>
        <p:spPr>
          <a:xfrm>
            <a:off x="8384942" y="1309638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8A253FD-401B-E484-45B1-33784CA62857}"/>
              </a:ext>
            </a:extLst>
          </p:cNvPr>
          <p:cNvSpPr/>
          <p:nvPr/>
        </p:nvSpPr>
        <p:spPr>
          <a:xfrm>
            <a:off x="8980294" y="1318208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AE7736F-235C-2CFD-933A-7183FF0EDCFA}"/>
              </a:ext>
            </a:extLst>
          </p:cNvPr>
          <p:cNvSpPr/>
          <p:nvPr/>
        </p:nvSpPr>
        <p:spPr>
          <a:xfrm>
            <a:off x="11707839" y="1287165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3BA5F8B-3AF6-75F6-7CC5-07E3A437F256}"/>
              </a:ext>
            </a:extLst>
          </p:cNvPr>
          <p:cNvSpPr/>
          <p:nvPr/>
        </p:nvSpPr>
        <p:spPr>
          <a:xfrm>
            <a:off x="2017972" y="3230540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7B5B20F-4919-5069-9793-4321ABE3C614}"/>
              </a:ext>
            </a:extLst>
          </p:cNvPr>
          <p:cNvSpPr/>
          <p:nvPr/>
        </p:nvSpPr>
        <p:spPr>
          <a:xfrm>
            <a:off x="4761559" y="3183455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ADF6CB7-F19F-16D7-C03C-B572F4BDACFA}"/>
              </a:ext>
            </a:extLst>
          </p:cNvPr>
          <p:cNvSpPr/>
          <p:nvPr/>
        </p:nvSpPr>
        <p:spPr>
          <a:xfrm>
            <a:off x="5571993" y="3209057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202746C-4B32-7253-7AC2-E8A3F7BD314B}"/>
              </a:ext>
            </a:extLst>
          </p:cNvPr>
          <p:cNvSpPr/>
          <p:nvPr/>
        </p:nvSpPr>
        <p:spPr>
          <a:xfrm>
            <a:off x="8347457" y="3167499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53B4EA7-3E2C-3165-DFE7-267F97B34131}"/>
              </a:ext>
            </a:extLst>
          </p:cNvPr>
          <p:cNvSpPr/>
          <p:nvPr/>
        </p:nvSpPr>
        <p:spPr>
          <a:xfrm>
            <a:off x="8924865" y="3168825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E50A36B-48C3-E15A-3AB5-83110B512B8B}"/>
              </a:ext>
            </a:extLst>
          </p:cNvPr>
          <p:cNvSpPr/>
          <p:nvPr/>
        </p:nvSpPr>
        <p:spPr>
          <a:xfrm>
            <a:off x="11668452" y="3137782"/>
            <a:ext cx="346093" cy="68591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}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B8F15DE-0AAA-F78A-98BE-647AD224F678}"/>
              </a:ext>
            </a:extLst>
          </p:cNvPr>
          <p:cNvSpPr/>
          <p:nvPr/>
        </p:nvSpPr>
        <p:spPr>
          <a:xfrm>
            <a:off x="3406960" y="1958570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9CFC00C-2D09-4C48-7BCC-6205B3563789}"/>
              </a:ext>
            </a:extLst>
          </p:cNvPr>
          <p:cNvSpPr/>
          <p:nvPr/>
        </p:nvSpPr>
        <p:spPr>
          <a:xfrm>
            <a:off x="7011542" y="1933822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6746B2B-8789-AC7E-BD0F-2497541ADFDF}"/>
              </a:ext>
            </a:extLst>
          </p:cNvPr>
          <p:cNvSpPr/>
          <p:nvPr/>
        </p:nvSpPr>
        <p:spPr>
          <a:xfrm>
            <a:off x="10361195" y="1931968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6E00D0A-DEB6-152D-4B62-F1B468EC22C4}"/>
              </a:ext>
            </a:extLst>
          </p:cNvPr>
          <p:cNvSpPr/>
          <p:nvPr/>
        </p:nvSpPr>
        <p:spPr>
          <a:xfrm>
            <a:off x="3416682" y="3883518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C2741EA-602B-EF44-7FA4-8C56F83CD8BA}"/>
              </a:ext>
            </a:extLst>
          </p:cNvPr>
          <p:cNvSpPr/>
          <p:nvPr/>
        </p:nvSpPr>
        <p:spPr>
          <a:xfrm>
            <a:off x="6954651" y="3907232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90F7D4A-6475-9E1B-4243-B6EE06868237}"/>
              </a:ext>
            </a:extLst>
          </p:cNvPr>
          <p:cNvSpPr/>
          <p:nvPr/>
        </p:nvSpPr>
        <p:spPr>
          <a:xfrm>
            <a:off x="10331536" y="3894969"/>
            <a:ext cx="346093" cy="4589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,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27C96C-4660-0DFA-D0F2-5E9B4AE54909}"/>
              </a:ext>
            </a:extLst>
          </p:cNvPr>
          <p:cNvSpPr/>
          <p:nvPr/>
        </p:nvSpPr>
        <p:spPr>
          <a:xfrm>
            <a:off x="2371581" y="1282326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{1,2}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3C90DC-6FE2-4370-7805-1E463C3C8472}"/>
              </a:ext>
            </a:extLst>
          </p:cNvPr>
          <p:cNvSpPr/>
          <p:nvPr/>
        </p:nvSpPr>
        <p:spPr>
          <a:xfrm>
            <a:off x="3629573" y="1289794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{4,5}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0F8CBD-06E0-4FA3-A683-3016B54CE3BC}"/>
              </a:ext>
            </a:extLst>
          </p:cNvPr>
          <p:cNvSpPr/>
          <p:nvPr/>
        </p:nvSpPr>
        <p:spPr>
          <a:xfrm>
            <a:off x="5966212" y="1258391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{7,8}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55B8FA-157B-5E31-6DF8-1C53D578933C}"/>
              </a:ext>
            </a:extLst>
          </p:cNvPr>
          <p:cNvSpPr/>
          <p:nvPr/>
        </p:nvSpPr>
        <p:spPr>
          <a:xfrm>
            <a:off x="7224204" y="1265859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{10,11,12}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DC22DA-9F1C-B02A-5AC1-CB5B7F042FC6}"/>
              </a:ext>
            </a:extLst>
          </p:cNvPr>
          <p:cNvSpPr/>
          <p:nvPr/>
        </p:nvSpPr>
        <p:spPr>
          <a:xfrm>
            <a:off x="9318562" y="1265859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{13,14,15}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9A96007-D036-DB89-BAEC-2BB3F7A52586}"/>
              </a:ext>
            </a:extLst>
          </p:cNvPr>
          <p:cNvSpPr/>
          <p:nvPr/>
        </p:nvSpPr>
        <p:spPr>
          <a:xfrm>
            <a:off x="10544470" y="1273327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{16,17,18}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7B9FCC8-0351-0A84-9752-0EC6F98DE9CE}"/>
              </a:ext>
            </a:extLst>
          </p:cNvPr>
          <p:cNvSpPr/>
          <p:nvPr/>
        </p:nvSpPr>
        <p:spPr>
          <a:xfrm>
            <a:off x="2381018" y="3223072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 19 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7569BCA-86EE-46B1-CEB8-448F9C1D7675}"/>
              </a:ext>
            </a:extLst>
          </p:cNvPr>
          <p:cNvSpPr/>
          <p:nvPr/>
        </p:nvSpPr>
        <p:spPr>
          <a:xfrm>
            <a:off x="3639010" y="3230540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{22}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467F94F-D590-44CD-D440-E65EE6F24E55}"/>
              </a:ext>
            </a:extLst>
          </p:cNvPr>
          <p:cNvSpPr/>
          <p:nvPr/>
        </p:nvSpPr>
        <p:spPr>
          <a:xfrm>
            <a:off x="5934128" y="3247105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{25,26,27}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E427F39-A95B-D9F9-858C-B2FEECAE713C}"/>
              </a:ext>
            </a:extLst>
          </p:cNvPr>
          <p:cNvSpPr/>
          <p:nvPr/>
        </p:nvSpPr>
        <p:spPr>
          <a:xfrm>
            <a:off x="7192120" y="3254573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{28,29,30}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1A9AE4F-31C0-F7AB-5215-9FEE9806A240}"/>
              </a:ext>
            </a:extLst>
          </p:cNvPr>
          <p:cNvSpPr/>
          <p:nvPr/>
        </p:nvSpPr>
        <p:spPr>
          <a:xfrm>
            <a:off x="9288751" y="3230540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 }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5265497-0157-BAB8-90DB-7089FE17B829}"/>
              </a:ext>
            </a:extLst>
          </p:cNvPr>
          <p:cNvSpPr/>
          <p:nvPr/>
        </p:nvSpPr>
        <p:spPr>
          <a:xfrm>
            <a:off x="10546743" y="3238008"/>
            <a:ext cx="1142356" cy="63119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{ 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87256B-A60D-CCAE-1D9D-E3220346DA61}"/>
              </a:ext>
            </a:extLst>
          </p:cNvPr>
          <p:cNvSpPr txBox="1">
            <a:spLocks/>
          </p:cNvSpPr>
          <p:nvPr/>
        </p:nvSpPr>
        <p:spPr>
          <a:xfrm>
            <a:off x="8731036" y="4894036"/>
            <a:ext cx="3421906" cy="609113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algn="ctr"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Partial initialization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E466FA7-BD98-9430-2E40-0FCA580BB362}"/>
              </a:ext>
            </a:extLst>
          </p:cNvPr>
          <p:cNvSpPr/>
          <p:nvPr/>
        </p:nvSpPr>
        <p:spPr>
          <a:xfrm>
            <a:off x="195624" y="6135855"/>
            <a:ext cx="8272967" cy="82966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 n[2][3][2][3] = { 1 , 2, 0, 4, 5, 0, 7, 8, 0, 10, 11, 12, 13, 14, 15, 16, 17,      18, 19, 0, 0, 22, 0, 0, 25, 26, 27, 28, 29, 30, 0, 0, 0 , 0, 0, 0 };</a:t>
            </a:r>
          </a:p>
        </p:txBody>
      </p:sp>
    </p:spTree>
    <p:extLst>
      <p:ext uri="{BB962C8B-B14F-4D97-AF65-F5344CB8AC3E}">
        <p14:creationId xmlns:p14="http://schemas.microsoft.com/office/powerpoint/2010/main" val="271362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5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750"/>
                            </p:stCondLst>
                            <p:childTnLst>
                              <p:par>
                                <p:cTn id="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"/>
                            </p:stCondLst>
                            <p:childTnLst>
                              <p:par>
                                <p:cTn id="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2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2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"/>
                            </p:stCondLst>
                            <p:childTnLst>
                              <p:par>
                                <p:cTn id="9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2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50"/>
                            </p:stCondLst>
                            <p:childTnLst>
                              <p:par>
                                <p:cTn id="10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"/>
                            </p:stCondLst>
                            <p:childTnLst>
                              <p:par>
                                <p:cTn id="1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750"/>
                            </p:stCondLst>
                            <p:childTnLst>
                              <p:par>
                                <p:cTn id="12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2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2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25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8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50"/>
                            </p:stCondLst>
                            <p:childTnLst>
                              <p:par>
                                <p:cTn id="1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3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25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8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750"/>
                            </p:stCondLst>
                            <p:childTnLst>
                              <p:par>
                                <p:cTn id="1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25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25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8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250"/>
                            </p:stCondLst>
                            <p:childTnLst>
                              <p:par>
                                <p:cTn id="1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25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3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500"/>
                            </p:stCondLst>
                            <p:childTnLst>
                              <p:par>
                                <p:cTn id="1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2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8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750"/>
                            </p:stCondLst>
                            <p:childTnLst>
                              <p:par>
                                <p:cTn id="17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25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3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000"/>
                            </p:stCondLst>
                            <p:childTnLst>
                              <p:par>
                                <p:cTn id="17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25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8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250"/>
                            </p:stCondLst>
                            <p:childTnLst>
                              <p:par>
                                <p:cTn id="18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25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3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500"/>
                            </p:stCondLst>
                            <p:childTnLst>
                              <p:par>
                                <p:cTn id="18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5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8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750"/>
                            </p:stCondLst>
                            <p:childTnLst>
                              <p:par>
                                <p:cTn id="19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25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3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5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9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50"/>
                            </p:stCondLst>
                            <p:childTnLst>
                              <p:par>
                                <p:cTn id="20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5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4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5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9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750"/>
                            </p:stCondLst>
                            <p:childTnLst>
                              <p:par>
                                <p:cTn id="21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5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4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5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9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4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250"/>
                            </p:stCondLst>
                            <p:childTnLst>
                              <p:par>
                                <p:cTn id="2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"/>
                            </p:stCondLst>
                            <p:childTnLst>
                              <p:par>
                                <p:cTn id="23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2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750"/>
                            </p:stCondLst>
                            <p:childTnLst>
                              <p:par>
                                <p:cTn id="2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1000"/>
                            </p:stCondLst>
                            <p:childTnLst>
                              <p:par>
                                <p:cTn id="24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250"/>
                            </p:stCondLst>
                            <p:childTnLst>
                              <p:par>
                                <p:cTn id="25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500"/>
                            </p:stCondLst>
                            <p:childTnLst>
                              <p:par>
                                <p:cTn id="25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750"/>
                            </p:stCondLst>
                            <p:childTnLst>
                              <p:par>
                                <p:cTn id="26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25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5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2000"/>
                            </p:stCondLst>
                            <p:childTnLst>
                              <p:par>
                                <p:cTn id="26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0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250"/>
                            </p:stCondLst>
                            <p:childTnLst>
                              <p:par>
                                <p:cTn id="27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25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25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0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2750"/>
                            </p:stCondLst>
                            <p:childTnLst>
                              <p:par>
                                <p:cTn id="28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25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5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500"/>
                            </p:stCondLst>
                            <p:childTnLst>
                              <p:par>
                                <p:cTn id="29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25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0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2" grpId="0" animBg="1"/>
      <p:bldP spid="4" grpId="0" animBg="1"/>
      <p:bldP spid="5" grpId="0" animBg="1"/>
      <p:bldP spid="6" grpId="0" animBg="1"/>
      <p:bldP spid="22" grpId="0" animBg="1"/>
      <p:bldP spid="23" grpId="0" animBg="1"/>
      <p:bldP spid="24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3" grpId="0" animBg="1"/>
      <p:bldP spid="6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8D74-7192-0D99-CEBA-9E025B0F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3CE7403-33A9-EDC3-604E-4E03E0F3FAD1}"/>
              </a:ext>
            </a:extLst>
          </p:cNvPr>
          <p:cNvSpPr txBox="1">
            <a:spLocks/>
          </p:cNvSpPr>
          <p:nvPr/>
        </p:nvSpPr>
        <p:spPr>
          <a:xfrm>
            <a:off x="519302" y="285283"/>
            <a:ext cx="2890996" cy="201723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8128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333" b="1" i="0" kern="1200" spc="89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MD</a:t>
            </a:r>
          </a:p>
          <a:p>
            <a:r>
              <a:rPr lang="en-US" sz="3200" dirty="0"/>
              <a:t>Array Initialization</a:t>
            </a:r>
            <a:endParaRPr lang="en-PK" sz="3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B41899-D5F2-C0FD-3DE1-E3DCEC8CE1C5}"/>
              </a:ext>
            </a:extLst>
          </p:cNvPr>
          <p:cNvSpPr/>
          <p:nvPr/>
        </p:nvSpPr>
        <p:spPr>
          <a:xfrm>
            <a:off x="2267358" y="171712"/>
            <a:ext cx="907142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4E8B63-DD99-EF2F-4AB1-411B12775B28}"/>
              </a:ext>
            </a:extLst>
          </p:cNvPr>
          <p:cNvSpPr/>
          <p:nvPr/>
        </p:nvSpPr>
        <p:spPr>
          <a:xfrm>
            <a:off x="4162447" y="171712"/>
            <a:ext cx="346093" cy="50243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[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FC4AD5-CEF8-0F86-B44E-32A1D4B1031A}"/>
              </a:ext>
            </a:extLst>
          </p:cNvPr>
          <p:cNvSpPr/>
          <p:nvPr/>
        </p:nvSpPr>
        <p:spPr>
          <a:xfrm>
            <a:off x="4536501" y="171712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100A4C-C320-2B45-FB46-E74D4E4469A9}"/>
              </a:ext>
            </a:extLst>
          </p:cNvPr>
          <p:cNvSpPr/>
          <p:nvPr/>
        </p:nvSpPr>
        <p:spPr>
          <a:xfrm>
            <a:off x="5089318" y="171407"/>
            <a:ext cx="346093" cy="50243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92D050"/>
                </a:solidFill>
              </a:rPr>
              <a:t>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798336-57B9-3850-225C-FA801AE62BBD}"/>
              </a:ext>
            </a:extLst>
          </p:cNvPr>
          <p:cNvSpPr/>
          <p:nvPr/>
        </p:nvSpPr>
        <p:spPr>
          <a:xfrm>
            <a:off x="3210270" y="158409"/>
            <a:ext cx="90714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CAAD71-343C-F244-88B2-1D43515BE9B3}"/>
              </a:ext>
            </a:extLst>
          </p:cNvPr>
          <p:cNvSpPr/>
          <p:nvPr/>
        </p:nvSpPr>
        <p:spPr>
          <a:xfrm>
            <a:off x="5721245" y="171407"/>
            <a:ext cx="346093" cy="502430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CB7057-161C-E2D2-BC1A-80089343AACD}"/>
              </a:ext>
            </a:extLst>
          </p:cNvPr>
          <p:cNvSpPr/>
          <p:nvPr/>
        </p:nvSpPr>
        <p:spPr>
          <a:xfrm>
            <a:off x="6095299" y="17140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D04AC2-533A-165B-6477-B4040D4E2E08}"/>
              </a:ext>
            </a:extLst>
          </p:cNvPr>
          <p:cNvSpPr/>
          <p:nvPr/>
        </p:nvSpPr>
        <p:spPr>
          <a:xfrm>
            <a:off x="6632274" y="171407"/>
            <a:ext cx="346093" cy="502430"/>
          </a:xfrm>
          <a:prstGeom prst="roundRect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4C1F2E-16D4-B9FA-3DBC-413778B2714F}"/>
              </a:ext>
            </a:extLst>
          </p:cNvPr>
          <p:cNvSpPr/>
          <p:nvPr/>
        </p:nvSpPr>
        <p:spPr>
          <a:xfrm>
            <a:off x="7318935" y="171407"/>
            <a:ext cx="346093" cy="5024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535CE96-D149-53E5-82DE-BB4EA1D7624A}"/>
              </a:ext>
            </a:extLst>
          </p:cNvPr>
          <p:cNvSpPr/>
          <p:nvPr/>
        </p:nvSpPr>
        <p:spPr>
          <a:xfrm>
            <a:off x="7692989" y="17140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FC7204-AF89-B3BE-B207-BCD333A92CFF}"/>
              </a:ext>
            </a:extLst>
          </p:cNvPr>
          <p:cNvSpPr/>
          <p:nvPr/>
        </p:nvSpPr>
        <p:spPr>
          <a:xfrm>
            <a:off x="8229964" y="184532"/>
            <a:ext cx="346093" cy="50243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C8B7D4-4F4F-96CD-2DD2-6430749459A3}"/>
              </a:ext>
            </a:extLst>
          </p:cNvPr>
          <p:cNvSpPr/>
          <p:nvPr/>
        </p:nvSpPr>
        <p:spPr>
          <a:xfrm>
            <a:off x="8922906" y="17292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1FB19F8-80CC-DCAD-DE07-05983DBFBCCF}"/>
              </a:ext>
            </a:extLst>
          </p:cNvPr>
          <p:cNvSpPr/>
          <p:nvPr/>
        </p:nvSpPr>
        <p:spPr>
          <a:xfrm>
            <a:off x="9296960" y="172927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8A90475-3D78-FE95-179A-2C7F8BD0C32B}"/>
              </a:ext>
            </a:extLst>
          </p:cNvPr>
          <p:cNvSpPr/>
          <p:nvPr/>
        </p:nvSpPr>
        <p:spPr>
          <a:xfrm>
            <a:off x="9885014" y="174451"/>
            <a:ext cx="1549564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= {0};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390DD0A-11BA-E8A4-5AC3-B2DA228685C7}"/>
              </a:ext>
            </a:extLst>
          </p:cNvPr>
          <p:cNvSpPr txBox="1">
            <a:spLocks/>
          </p:cNvSpPr>
          <p:nvPr/>
        </p:nvSpPr>
        <p:spPr>
          <a:xfrm>
            <a:off x="219934" y="5297137"/>
            <a:ext cx="7137701" cy="48029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en-US" b="1" dirty="0"/>
              <a:t>All values will be initialized to zero (for int data types)</a:t>
            </a:r>
            <a:endParaRPr lang="en-PK" b="1" dirty="0"/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FADF457A-4A1F-9EB5-51F6-72398C0019E1}"/>
              </a:ext>
            </a:extLst>
          </p:cNvPr>
          <p:cNvSpPr txBox="1">
            <a:spLocks/>
          </p:cNvSpPr>
          <p:nvPr/>
        </p:nvSpPr>
        <p:spPr>
          <a:xfrm>
            <a:off x="219934" y="5744195"/>
            <a:ext cx="11651224" cy="116995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en-US" b="1" dirty="0"/>
              <a:t>A multi dimensional array can be initialized like as One-D array, though this style is not recommended.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As this may cause issues: such as structure of the array is not clear, partial initialization of the array (example given on previous slide) is not possible through this style.</a:t>
            </a:r>
            <a:endParaRPr lang="en-PK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A08808-FEB7-2448-1F42-2C64A985F13D}"/>
              </a:ext>
            </a:extLst>
          </p:cNvPr>
          <p:cNvSpPr txBox="1">
            <a:spLocks/>
          </p:cNvSpPr>
          <p:nvPr/>
        </p:nvSpPr>
        <p:spPr>
          <a:xfrm>
            <a:off x="8229795" y="1123712"/>
            <a:ext cx="3204783" cy="673004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algn="ctr"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Zero initialization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D79E8BA-DCA3-1F78-9870-79196A7B85B0}"/>
              </a:ext>
            </a:extLst>
          </p:cNvPr>
          <p:cNvSpPr/>
          <p:nvPr/>
        </p:nvSpPr>
        <p:spPr>
          <a:xfrm>
            <a:off x="297282" y="2574634"/>
            <a:ext cx="12013458" cy="1708608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 n[2][3][2][3] = { 1 , 2, 3, 4, 5, 6, 7, 8, 9, 10, 11, 12, 13, 14, 15, 16, 17, 18, 19, 20, 21, 22, 23, 24, 25, 26, 27, 28, 29, 30, 31, 32, 33, 34, 35, 36 } ;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1729FCDD-4936-1B6C-3258-536C171D467E}"/>
              </a:ext>
            </a:extLst>
          </p:cNvPr>
          <p:cNvSpPr txBox="1">
            <a:spLocks/>
          </p:cNvSpPr>
          <p:nvPr/>
        </p:nvSpPr>
        <p:spPr>
          <a:xfrm>
            <a:off x="8282622" y="4560571"/>
            <a:ext cx="3588536" cy="693296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algn="ctr">
              <a:lnSpc>
                <a:spcPct val="80000"/>
              </a:lnSpc>
              <a:spcBef>
                <a:spcPct val="0"/>
              </a:spcBef>
              <a:buNone/>
              <a:defRPr sz="2400" b="1" i="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1D Style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407678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5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750"/>
                            </p:stCondLst>
                            <p:childTnLst>
                              <p:par>
                                <p:cTn id="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5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2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"/>
                            </p:stCondLst>
                            <p:childTnLst>
                              <p:par>
                                <p:cTn id="10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/>
      <p:bldP spid="29" grpId="0"/>
      <p:bldP spid="3" grpId="0" animBg="1"/>
      <p:bldP spid="66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1CD59820-7447-3B79-1AD1-DAC7A29821A3}"/>
              </a:ext>
            </a:extLst>
          </p:cNvPr>
          <p:cNvGrpSpPr/>
          <p:nvPr/>
        </p:nvGrpSpPr>
        <p:grpSpPr>
          <a:xfrm>
            <a:off x="3031403" y="5812265"/>
            <a:ext cx="3784410" cy="87160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E7E00C3-7FC4-9577-B5AF-D755595922E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64" name="Rectangle: Rounded Corners 4">
              <a:extLst>
                <a:ext uri="{FF2B5EF4-FFF2-40B4-BE49-F238E27FC236}">
                  <a16:creationId xmlns:a16="http://schemas.microsoft.com/office/drawing/2014/main" id="{3FE3B05A-48FE-1950-C494-7ABEBF67CFBB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Initializing</a:t>
              </a:r>
              <a:r>
                <a:rPr lang="en-US" sz="2600" b="1" dirty="0"/>
                <a:t> at runtime through LOOPs</a:t>
              </a:r>
              <a:endParaRPr lang="en-PK" sz="2600" b="1" kern="1200" dirty="0"/>
            </a:p>
          </p:txBody>
        </p:sp>
      </p:grp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3DC2BCE-D5B8-A568-D657-33E5B8718793}"/>
              </a:ext>
            </a:extLst>
          </p:cNvPr>
          <p:cNvSpPr txBox="1">
            <a:spLocks/>
          </p:cNvSpPr>
          <p:nvPr/>
        </p:nvSpPr>
        <p:spPr>
          <a:xfrm>
            <a:off x="8166372" y="5924596"/>
            <a:ext cx="4319982" cy="1169952"/>
          </a:xfrm>
          <a:prstGeom prst="rect">
            <a:avLst/>
          </a:prstGeom>
        </p:spPr>
        <p:txBody>
          <a:bodyPr vert="horz" lIns="0" tIns="45720" rIns="91440" bIns="45720" rtlCol="0">
            <a:normAutofit fontScale="92500" lnSpcReduction="200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000" b="0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en-US" b="1" dirty="0"/>
              <a:t>Write a Loop for every dimension.</a:t>
            </a:r>
          </a:p>
          <a:p>
            <a:r>
              <a:rPr lang="en-US" b="1" dirty="0"/>
              <a:t>Outer Loops for outer dimensions.</a:t>
            </a:r>
          </a:p>
          <a:p>
            <a:r>
              <a:rPr lang="en-US" b="1" dirty="0"/>
              <a:t>Inner Loops for inner dimensions.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947337-B2B6-EB2D-F47D-05675477D8BC}"/>
              </a:ext>
            </a:extLst>
          </p:cNvPr>
          <p:cNvSpPr/>
          <p:nvPr/>
        </p:nvSpPr>
        <p:spPr>
          <a:xfrm>
            <a:off x="2030720" y="128905"/>
            <a:ext cx="907142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CA25CF-73AA-EAFF-6239-591BA20D8212}"/>
              </a:ext>
            </a:extLst>
          </p:cNvPr>
          <p:cNvSpPr/>
          <p:nvPr/>
        </p:nvSpPr>
        <p:spPr>
          <a:xfrm>
            <a:off x="3925809" y="128905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1C8703-EF72-B2EC-9C18-84273427315C}"/>
              </a:ext>
            </a:extLst>
          </p:cNvPr>
          <p:cNvSpPr/>
          <p:nvPr/>
        </p:nvSpPr>
        <p:spPr>
          <a:xfrm>
            <a:off x="4299863" y="128905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49B39D-41B1-86D9-5324-E59CF5BC23A5}"/>
              </a:ext>
            </a:extLst>
          </p:cNvPr>
          <p:cNvSpPr/>
          <p:nvPr/>
        </p:nvSpPr>
        <p:spPr>
          <a:xfrm>
            <a:off x="4852680" y="128600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11B29E-8A38-3145-93CD-6E7C98CDD61D}"/>
              </a:ext>
            </a:extLst>
          </p:cNvPr>
          <p:cNvSpPr/>
          <p:nvPr/>
        </p:nvSpPr>
        <p:spPr>
          <a:xfrm>
            <a:off x="2973632" y="115602"/>
            <a:ext cx="90714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MD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BDC59B-B925-7A80-5825-4BF8C9723B31}"/>
              </a:ext>
            </a:extLst>
          </p:cNvPr>
          <p:cNvSpPr/>
          <p:nvPr/>
        </p:nvSpPr>
        <p:spPr>
          <a:xfrm>
            <a:off x="5484607" y="128600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D3672C-6BD1-A142-5479-8C3710083653}"/>
              </a:ext>
            </a:extLst>
          </p:cNvPr>
          <p:cNvSpPr/>
          <p:nvPr/>
        </p:nvSpPr>
        <p:spPr>
          <a:xfrm>
            <a:off x="5858661" y="128600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C8C714-B7B6-0331-E7C4-483DD8C97D2A}"/>
              </a:ext>
            </a:extLst>
          </p:cNvPr>
          <p:cNvSpPr/>
          <p:nvPr/>
        </p:nvSpPr>
        <p:spPr>
          <a:xfrm>
            <a:off x="6395636" y="128600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9A2FC15-B429-C3CF-0C4B-544804F7449D}"/>
              </a:ext>
            </a:extLst>
          </p:cNvPr>
          <p:cNvSpPr/>
          <p:nvPr/>
        </p:nvSpPr>
        <p:spPr>
          <a:xfrm>
            <a:off x="7082297" y="128600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16B81E-DF5B-362C-F235-F4C4990E8302}"/>
              </a:ext>
            </a:extLst>
          </p:cNvPr>
          <p:cNvSpPr/>
          <p:nvPr/>
        </p:nvSpPr>
        <p:spPr>
          <a:xfrm>
            <a:off x="7456351" y="128600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1546BA5-1871-E2B0-B36E-8839A707CA91}"/>
              </a:ext>
            </a:extLst>
          </p:cNvPr>
          <p:cNvSpPr/>
          <p:nvPr/>
        </p:nvSpPr>
        <p:spPr>
          <a:xfrm>
            <a:off x="7993326" y="141725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A89750-4F16-EA77-4D67-A63C21B926E5}"/>
              </a:ext>
            </a:extLst>
          </p:cNvPr>
          <p:cNvSpPr/>
          <p:nvPr/>
        </p:nvSpPr>
        <p:spPr>
          <a:xfrm>
            <a:off x="8686268" y="130120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F2E664A-9150-4BFE-C94D-6C51387D7F68}"/>
              </a:ext>
            </a:extLst>
          </p:cNvPr>
          <p:cNvSpPr/>
          <p:nvPr/>
        </p:nvSpPr>
        <p:spPr>
          <a:xfrm>
            <a:off x="9060322" y="130120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2B16A5-CB3E-1515-5E82-5C3B4A8B1ABC}"/>
              </a:ext>
            </a:extLst>
          </p:cNvPr>
          <p:cNvSpPr/>
          <p:nvPr/>
        </p:nvSpPr>
        <p:spPr>
          <a:xfrm>
            <a:off x="9600250" y="115602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7CF478B-23C1-3D39-AC1A-DA35F37D2865}"/>
              </a:ext>
            </a:extLst>
          </p:cNvPr>
          <p:cNvSpPr/>
          <p:nvPr/>
        </p:nvSpPr>
        <p:spPr>
          <a:xfrm>
            <a:off x="10238785" y="115602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C924064-CA17-44F1-39CB-45B362661448}"/>
              </a:ext>
            </a:extLst>
          </p:cNvPr>
          <p:cNvSpPr/>
          <p:nvPr/>
        </p:nvSpPr>
        <p:spPr>
          <a:xfrm>
            <a:off x="10596797" y="115602"/>
            <a:ext cx="536975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02616ED-ECD2-D903-8D2A-A9DB537B3AEE}"/>
              </a:ext>
            </a:extLst>
          </p:cNvPr>
          <p:cNvSpPr/>
          <p:nvPr/>
        </p:nvSpPr>
        <p:spPr>
          <a:xfrm>
            <a:off x="11165856" y="115602"/>
            <a:ext cx="512797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E0761C2-70D6-A9E9-4087-D69F7EC05382}"/>
              </a:ext>
            </a:extLst>
          </p:cNvPr>
          <p:cNvGrpSpPr/>
          <p:nvPr/>
        </p:nvGrpSpPr>
        <p:grpSpPr>
          <a:xfrm>
            <a:off x="105089" y="684179"/>
            <a:ext cx="5329106" cy="409399"/>
            <a:chOff x="1151362" y="968826"/>
            <a:chExt cx="2184610" cy="1367627"/>
          </a:xfrm>
          <a:solidFill>
            <a:srgbClr val="00B0F0"/>
          </a:solidFill>
          <a:scene3d>
            <a:camera prst="orthographicFront"/>
            <a:lightRig rig="flat" dir="t"/>
          </a:scene3d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D64E389-DCF7-17CD-E046-E1C75AE4C445}"/>
                </a:ext>
              </a:extLst>
            </p:cNvPr>
            <p:cNvSpPr/>
            <p:nvPr/>
          </p:nvSpPr>
          <p:spPr>
            <a:xfrm>
              <a:off x="1151362" y="96882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B35A8FB1-C34E-F2BB-A3A2-73BBE2F34BA9}"/>
                </a:ext>
              </a:extLst>
            </p:cNvPr>
            <p:cNvSpPr txBox="1"/>
            <p:nvPr/>
          </p:nvSpPr>
          <p:spPr>
            <a:xfrm>
              <a:off x="1250080" y="1711744"/>
              <a:ext cx="2085892" cy="53826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/>
                <a:t>i</a:t>
              </a:r>
              <a:r>
                <a:rPr lang="en-US" sz="2000" b="1" kern="1200" dirty="0"/>
                <a:t>nt size_MD1=</a:t>
              </a:r>
              <a:r>
                <a:rPr lang="en-US" sz="2000" b="1" kern="1200" dirty="0" err="1"/>
                <a:t>sizeof</a:t>
              </a:r>
              <a:r>
                <a:rPr lang="en-US" sz="2000" b="1" kern="1200" dirty="0"/>
                <a:t>(MD)/</a:t>
              </a:r>
              <a:r>
                <a:rPr lang="en-US" sz="2000" b="1" kern="1200" dirty="0" err="1"/>
                <a:t>sizeof</a:t>
              </a:r>
              <a:r>
                <a:rPr lang="en-US" sz="2000" b="1" kern="1200" dirty="0"/>
                <a:t>(MD[0]) ,</a:t>
              </a:r>
              <a:endParaRPr lang="en-PK" sz="2000" b="1" kern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1BD002-109D-4F4F-20C6-9CCA31BBD9C0}"/>
              </a:ext>
            </a:extLst>
          </p:cNvPr>
          <p:cNvGrpSpPr/>
          <p:nvPr/>
        </p:nvGrpSpPr>
        <p:grpSpPr>
          <a:xfrm>
            <a:off x="104676" y="1133632"/>
            <a:ext cx="5726023" cy="566831"/>
            <a:chOff x="1151362" y="968826"/>
            <a:chExt cx="2184610" cy="1367627"/>
          </a:xfrm>
          <a:solidFill>
            <a:srgbClr val="00B0F0"/>
          </a:solidFill>
          <a:scene3d>
            <a:camera prst="orthographicFront"/>
            <a:lightRig rig="flat" dir="t"/>
          </a:scene3d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6A8C0CD-C73A-51CC-BBCA-EC6BCF8FB11B}"/>
                </a:ext>
              </a:extLst>
            </p:cNvPr>
            <p:cNvSpPr/>
            <p:nvPr/>
          </p:nvSpPr>
          <p:spPr>
            <a:xfrm>
              <a:off x="1151362" y="96882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A33747EB-F0F4-7E70-8FB7-B1852BA4A236}"/>
                </a:ext>
              </a:extLst>
            </p:cNvPr>
            <p:cNvSpPr txBox="1"/>
            <p:nvPr/>
          </p:nvSpPr>
          <p:spPr>
            <a:xfrm>
              <a:off x="1250080" y="1711744"/>
              <a:ext cx="2085892" cy="53826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size_MD3=</a:t>
              </a:r>
              <a:r>
                <a:rPr lang="en-US" sz="2000" b="1" kern="1200" dirty="0" err="1"/>
                <a:t>sizeof</a:t>
              </a:r>
              <a:r>
                <a:rPr lang="en-US" sz="2000" b="1" kern="1200" dirty="0"/>
                <a:t>(MD[0][0])/</a:t>
              </a:r>
              <a:r>
                <a:rPr lang="en-US" sz="2000" b="1" kern="1200" dirty="0" err="1"/>
                <a:t>sizeof</a:t>
              </a:r>
              <a:r>
                <a:rPr lang="en-US" sz="2000" b="1" kern="1200" dirty="0"/>
                <a:t>(MD[0][0][0]) ,</a:t>
              </a:r>
              <a:endParaRPr lang="en-PK" sz="2000" b="1" kern="1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3F46E7-DE6C-4E86-2382-BACCD3D34636}"/>
              </a:ext>
            </a:extLst>
          </p:cNvPr>
          <p:cNvGrpSpPr/>
          <p:nvPr/>
        </p:nvGrpSpPr>
        <p:grpSpPr>
          <a:xfrm>
            <a:off x="5352837" y="697549"/>
            <a:ext cx="5329106" cy="409399"/>
            <a:chOff x="1151362" y="968826"/>
            <a:chExt cx="2184610" cy="1367627"/>
          </a:xfrm>
          <a:solidFill>
            <a:srgbClr val="00B0F0"/>
          </a:solidFill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2C67C6D-22C2-EA08-B1E3-F03DA02F1F37}"/>
                </a:ext>
              </a:extLst>
            </p:cNvPr>
            <p:cNvSpPr/>
            <p:nvPr/>
          </p:nvSpPr>
          <p:spPr>
            <a:xfrm>
              <a:off x="1151362" y="96882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376D8BCC-5E3E-9EA3-3FA7-F9C8774DBD40}"/>
                </a:ext>
              </a:extLst>
            </p:cNvPr>
            <p:cNvSpPr txBox="1"/>
            <p:nvPr/>
          </p:nvSpPr>
          <p:spPr>
            <a:xfrm>
              <a:off x="1250080" y="1711744"/>
              <a:ext cx="2085892" cy="53826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size_MD2=</a:t>
              </a:r>
              <a:r>
                <a:rPr lang="en-US" sz="2000" b="1" kern="1200" dirty="0" err="1"/>
                <a:t>sizeof</a:t>
              </a:r>
              <a:r>
                <a:rPr lang="en-US" sz="2000" b="1" kern="1200" dirty="0"/>
                <a:t>(MD[0])/</a:t>
              </a:r>
              <a:r>
                <a:rPr lang="en-US" sz="2000" b="1" kern="1200" dirty="0" err="1"/>
                <a:t>sizeof</a:t>
              </a:r>
              <a:r>
                <a:rPr lang="en-US" sz="2000" b="1" kern="1200" dirty="0"/>
                <a:t>(MD[0][0]) ,</a:t>
              </a:r>
              <a:endParaRPr lang="en-PK" sz="2000" b="1" kern="12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79C0A0B-4F57-3FFC-C759-FCEDE6F8456E}"/>
              </a:ext>
            </a:extLst>
          </p:cNvPr>
          <p:cNvGrpSpPr/>
          <p:nvPr/>
        </p:nvGrpSpPr>
        <p:grpSpPr>
          <a:xfrm>
            <a:off x="5742196" y="1110442"/>
            <a:ext cx="6353551" cy="566831"/>
            <a:chOff x="1151362" y="968826"/>
            <a:chExt cx="2184610" cy="1367627"/>
          </a:xfrm>
          <a:solidFill>
            <a:srgbClr val="00B0F0"/>
          </a:solidFill>
          <a:scene3d>
            <a:camera prst="orthographicFront"/>
            <a:lightRig rig="flat" dir="t"/>
          </a:scene3d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F9CE1EE-40A6-1E8A-9045-F840CEED7328}"/>
                </a:ext>
              </a:extLst>
            </p:cNvPr>
            <p:cNvSpPr/>
            <p:nvPr/>
          </p:nvSpPr>
          <p:spPr>
            <a:xfrm>
              <a:off x="1151362" y="96882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41" name="Rectangle: Rounded Corners 4">
              <a:extLst>
                <a:ext uri="{FF2B5EF4-FFF2-40B4-BE49-F238E27FC236}">
                  <a16:creationId xmlns:a16="http://schemas.microsoft.com/office/drawing/2014/main" id="{50AAB2D1-3669-BD64-287D-F53B7F056384}"/>
                </a:ext>
              </a:extLst>
            </p:cNvPr>
            <p:cNvSpPr txBox="1"/>
            <p:nvPr/>
          </p:nvSpPr>
          <p:spPr>
            <a:xfrm>
              <a:off x="1250080" y="1711744"/>
              <a:ext cx="2085892" cy="53826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size_MD4=</a:t>
              </a:r>
              <a:r>
                <a:rPr lang="en-US" sz="2000" b="1" kern="1200" dirty="0" err="1"/>
                <a:t>sizeof</a:t>
              </a:r>
              <a:r>
                <a:rPr lang="en-US" sz="2000" b="1" kern="1200" dirty="0"/>
                <a:t>(MD[0][0][0])/</a:t>
              </a:r>
              <a:r>
                <a:rPr lang="en-US" sz="2000" b="1" kern="1200" dirty="0" err="1"/>
                <a:t>sizeof</a:t>
              </a:r>
              <a:r>
                <a:rPr lang="en-US" sz="2000" b="1" kern="1200" dirty="0"/>
                <a:t>(MD[0][0][0[0]) ,</a:t>
              </a:r>
              <a:endParaRPr lang="en-PK" sz="2000" b="1" kern="12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76BE53-C963-A0CF-1FC5-A33ED612497F}"/>
              </a:ext>
            </a:extLst>
          </p:cNvPr>
          <p:cNvGrpSpPr/>
          <p:nvPr/>
        </p:nvGrpSpPr>
        <p:grpSpPr>
          <a:xfrm>
            <a:off x="104676" y="1727148"/>
            <a:ext cx="7123410" cy="442536"/>
            <a:chOff x="1151362" y="968826"/>
            <a:chExt cx="2145283" cy="1367627"/>
          </a:xfrm>
          <a:solidFill>
            <a:srgbClr val="00B0F0"/>
          </a:solidFill>
          <a:scene3d>
            <a:camera prst="orthographicFront"/>
            <a:lightRig rig="flat" dir="t"/>
          </a:scene3d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ADB32CED-61A5-E756-78BD-25C8580D7C66}"/>
                </a:ext>
              </a:extLst>
            </p:cNvPr>
            <p:cNvSpPr/>
            <p:nvPr/>
          </p:nvSpPr>
          <p:spPr>
            <a:xfrm>
              <a:off x="1151362" y="96882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44" name="Rectangle: Rounded Corners 4">
              <a:extLst>
                <a:ext uri="{FF2B5EF4-FFF2-40B4-BE49-F238E27FC236}">
                  <a16:creationId xmlns:a16="http://schemas.microsoft.com/office/drawing/2014/main" id="{03DDB3FD-0974-9A51-5A0F-BDFAB48AC7E3}"/>
                </a:ext>
              </a:extLst>
            </p:cNvPr>
            <p:cNvSpPr txBox="1"/>
            <p:nvPr/>
          </p:nvSpPr>
          <p:spPr>
            <a:xfrm>
              <a:off x="1250080" y="1703313"/>
              <a:ext cx="2002659" cy="546695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size_MD5=</a:t>
              </a:r>
              <a:r>
                <a:rPr lang="en-US" sz="2000" b="1" kern="1200" dirty="0" err="1"/>
                <a:t>sizeof</a:t>
              </a:r>
              <a:r>
                <a:rPr lang="en-US" sz="2000" b="1" kern="1200" dirty="0"/>
                <a:t>(MD[0][0][0][0])/</a:t>
              </a:r>
              <a:r>
                <a:rPr lang="en-US" sz="2000" b="1" kern="1200" dirty="0" err="1"/>
                <a:t>sizeof</a:t>
              </a:r>
              <a:r>
                <a:rPr lang="en-US" sz="2000" b="1" kern="1200" dirty="0"/>
                <a:t>(MD[0][0][0[0][0]) </a:t>
              </a:r>
              <a:r>
                <a:rPr lang="en-US" sz="2000" b="1" dirty="0"/>
                <a:t>;</a:t>
              </a:r>
              <a:endParaRPr lang="en-PK" sz="2000" b="1" kern="1200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45BE34D0-E321-BA55-FE02-E10E5285EDBA}"/>
              </a:ext>
            </a:extLst>
          </p:cNvPr>
          <p:cNvSpPr/>
          <p:nvPr/>
        </p:nvSpPr>
        <p:spPr>
          <a:xfrm>
            <a:off x="104676" y="2334519"/>
            <a:ext cx="750091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D875D0-EEB2-7A80-68EB-5B72E4B524FB}"/>
              </a:ext>
            </a:extLst>
          </p:cNvPr>
          <p:cNvSpPr/>
          <p:nvPr/>
        </p:nvSpPr>
        <p:spPr>
          <a:xfrm>
            <a:off x="932610" y="2336194"/>
            <a:ext cx="409732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FBF5AC-9283-3611-5F3C-970012B7DCD0}"/>
              </a:ext>
            </a:extLst>
          </p:cNvPr>
          <p:cNvSpPr/>
          <p:nvPr/>
        </p:nvSpPr>
        <p:spPr>
          <a:xfrm>
            <a:off x="1424144" y="2349508"/>
            <a:ext cx="1759052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i=0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5EC8AB8-C939-8CB1-5BE8-DECAF7FF60E8}"/>
              </a:ext>
            </a:extLst>
          </p:cNvPr>
          <p:cNvSpPr/>
          <p:nvPr/>
        </p:nvSpPr>
        <p:spPr>
          <a:xfrm>
            <a:off x="3261134" y="2341416"/>
            <a:ext cx="2311571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 &lt; size_md1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411AF4-350A-704B-C72B-3CE53D812611}"/>
              </a:ext>
            </a:extLst>
          </p:cNvPr>
          <p:cNvSpPr/>
          <p:nvPr/>
        </p:nvSpPr>
        <p:spPr>
          <a:xfrm>
            <a:off x="6648964" y="2349507"/>
            <a:ext cx="600829" cy="4425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28DCA03-3DB1-05C1-F89A-46863062DBD0}"/>
              </a:ext>
            </a:extLst>
          </p:cNvPr>
          <p:cNvSpPr/>
          <p:nvPr/>
        </p:nvSpPr>
        <p:spPr>
          <a:xfrm>
            <a:off x="5650643" y="2349508"/>
            <a:ext cx="930899" cy="4425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i++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0B959E-9016-F61B-AA9B-E966E2FC8870}"/>
              </a:ext>
            </a:extLst>
          </p:cNvPr>
          <p:cNvSpPr/>
          <p:nvPr/>
        </p:nvSpPr>
        <p:spPr>
          <a:xfrm>
            <a:off x="493396" y="2856450"/>
            <a:ext cx="750091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22DEC7C-53C7-572B-D696-D6E2187ADFC4}"/>
              </a:ext>
            </a:extLst>
          </p:cNvPr>
          <p:cNvSpPr/>
          <p:nvPr/>
        </p:nvSpPr>
        <p:spPr>
          <a:xfrm>
            <a:off x="1321330" y="2858125"/>
            <a:ext cx="409732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4B77C11-1C5C-035F-4F7B-B42A40F389AE}"/>
              </a:ext>
            </a:extLst>
          </p:cNvPr>
          <p:cNvSpPr/>
          <p:nvPr/>
        </p:nvSpPr>
        <p:spPr>
          <a:xfrm>
            <a:off x="1812864" y="2871439"/>
            <a:ext cx="1759052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j=0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CE02D1-28F9-DEA3-62E4-D0861DD09084}"/>
              </a:ext>
            </a:extLst>
          </p:cNvPr>
          <p:cNvSpPr/>
          <p:nvPr/>
        </p:nvSpPr>
        <p:spPr>
          <a:xfrm>
            <a:off x="3649854" y="2863347"/>
            <a:ext cx="2311571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j &lt; size_md2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64803A-D7F3-ACCA-2DB2-B535DA8039B2}"/>
              </a:ext>
            </a:extLst>
          </p:cNvPr>
          <p:cNvSpPr/>
          <p:nvPr/>
        </p:nvSpPr>
        <p:spPr>
          <a:xfrm>
            <a:off x="7037684" y="2871438"/>
            <a:ext cx="600829" cy="4425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44955F3-F52F-B13F-3C62-FF41DDA3EEF5}"/>
              </a:ext>
            </a:extLst>
          </p:cNvPr>
          <p:cNvSpPr/>
          <p:nvPr/>
        </p:nvSpPr>
        <p:spPr>
          <a:xfrm>
            <a:off x="6039363" y="2871439"/>
            <a:ext cx="930899" cy="4425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j++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1CAE141-CAEC-5DAC-09A0-1862F5FD03FB}"/>
              </a:ext>
            </a:extLst>
          </p:cNvPr>
          <p:cNvSpPr/>
          <p:nvPr/>
        </p:nvSpPr>
        <p:spPr>
          <a:xfrm>
            <a:off x="916803" y="3376516"/>
            <a:ext cx="750091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208C7E4-8F7C-8F3F-32C8-0D745FCAE3EB}"/>
              </a:ext>
            </a:extLst>
          </p:cNvPr>
          <p:cNvSpPr/>
          <p:nvPr/>
        </p:nvSpPr>
        <p:spPr>
          <a:xfrm>
            <a:off x="1744737" y="3378191"/>
            <a:ext cx="409732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3F51CDE-0CB4-DDAB-B062-17DC2583DE8D}"/>
              </a:ext>
            </a:extLst>
          </p:cNvPr>
          <p:cNvSpPr/>
          <p:nvPr/>
        </p:nvSpPr>
        <p:spPr>
          <a:xfrm>
            <a:off x="2236271" y="3391505"/>
            <a:ext cx="1759052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k=0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75BCC43-0DDE-870E-13AA-A686E90CF66D}"/>
              </a:ext>
            </a:extLst>
          </p:cNvPr>
          <p:cNvSpPr/>
          <p:nvPr/>
        </p:nvSpPr>
        <p:spPr>
          <a:xfrm>
            <a:off x="4073261" y="3383413"/>
            <a:ext cx="2311571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 &lt; size_md3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75F8674-E69C-8123-42B7-0F309DCD8E03}"/>
              </a:ext>
            </a:extLst>
          </p:cNvPr>
          <p:cNvSpPr/>
          <p:nvPr/>
        </p:nvSpPr>
        <p:spPr>
          <a:xfrm>
            <a:off x="7461091" y="3391504"/>
            <a:ext cx="600829" cy="4425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6DE04A0-5836-D078-20E9-8C2EA8ED6BA5}"/>
              </a:ext>
            </a:extLst>
          </p:cNvPr>
          <p:cNvSpPr/>
          <p:nvPr/>
        </p:nvSpPr>
        <p:spPr>
          <a:xfrm>
            <a:off x="6462770" y="3391505"/>
            <a:ext cx="930899" cy="4425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k++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0E2C5EE-F77C-A05A-3521-7AA352BB0616}"/>
              </a:ext>
            </a:extLst>
          </p:cNvPr>
          <p:cNvSpPr/>
          <p:nvPr/>
        </p:nvSpPr>
        <p:spPr>
          <a:xfrm>
            <a:off x="1213581" y="3865798"/>
            <a:ext cx="750091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078EBFA-0354-D145-5DA8-01D2AED46C6A}"/>
              </a:ext>
            </a:extLst>
          </p:cNvPr>
          <p:cNvSpPr/>
          <p:nvPr/>
        </p:nvSpPr>
        <p:spPr>
          <a:xfrm>
            <a:off x="2041515" y="3867473"/>
            <a:ext cx="409732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C2DC2E9-374E-86A7-E994-FE50A0753A8E}"/>
              </a:ext>
            </a:extLst>
          </p:cNvPr>
          <p:cNvSpPr/>
          <p:nvPr/>
        </p:nvSpPr>
        <p:spPr>
          <a:xfrm>
            <a:off x="2533049" y="3880787"/>
            <a:ext cx="1759052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l=0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6544E8B-8E3D-FEE0-7F33-3B9906C511A1}"/>
              </a:ext>
            </a:extLst>
          </p:cNvPr>
          <p:cNvSpPr/>
          <p:nvPr/>
        </p:nvSpPr>
        <p:spPr>
          <a:xfrm>
            <a:off x="4370039" y="3872695"/>
            <a:ext cx="2311571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 &lt; size_md4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B145838-C4A6-8D96-B379-840830CD13E1}"/>
              </a:ext>
            </a:extLst>
          </p:cNvPr>
          <p:cNvSpPr/>
          <p:nvPr/>
        </p:nvSpPr>
        <p:spPr>
          <a:xfrm>
            <a:off x="7757869" y="3880786"/>
            <a:ext cx="600829" cy="4425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062A55C-DFE8-BAB5-2B36-DFF6A9FF052C}"/>
              </a:ext>
            </a:extLst>
          </p:cNvPr>
          <p:cNvSpPr/>
          <p:nvPr/>
        </p:nvSpPr>
        <p:spPr>
          <a:xfrm>
            <a:off x="6759548" y="3880787"/>
            <a:ext cx="930899" cy="4425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l++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9640607-29BD-EDB1-E91A-A376C4C588F5}"/>
              </a:ext>
            </a:extLst>
          </p:cNvPr>
          <p:cNvSpPr/>
          <p:nvPr/>
        </p:nvSpPr>
        <p:spPr>
          <a:xfrm>
            <a:off x="1655674" y="4397496"/>
            <a:ext cx="750091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81FCD11-AAB0-689D-7F41-BD0C9EFF8727}"/>
              </a:ext>
            </a:extLst>
          </p:cNvPr>
          <p:cNvSpPr/>
          <p:nvPr/>
        </p:nvSpPr>
        <p:spPr>
          <a:xfrm>
            <a:off x="2483608" y="4399171"/>
            <a:ext cx="409732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975C6E9-65B5-D7B3-33C5-57AC40488D84}"/>
              </a:ext>
            </a:extLst>
          </p:cNvPr>
          <p:cNvSpPr/>
          <p:nvPr/>
        </p:nvSpPr>
        <p:spPr>
          <a:xfrm>
            <a:off x="2975142" y="4412485"/>
            <a:ext cx="1759052" cy="44253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m=0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4D4ED96-1B54-9D53-ED8E-12C7EE5C8DFC}"/>
              </a:ext>
            </a:extLst>
          </p:cNvPr>
          <p:cNvSpPr/>
          <p:nvPr/>
        </p:nvSpPr>
        <p:spPr>
          <a:xfrm>
            <a:off x="4812132" y="4404394"/>
            <a:ext cx="2546539" cy="43261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 &lt; size_md5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604A7A6-52CD-B22B-B515-BA415ABA9037}"/>
              </a:ext>
            </a:extLst>
          </p:cNvPr>
          <p:cNvSpPr/>
          <p:nvPr/>
        </p:nvSpPr>
        <p:spPr>
          <a:xfrm>
            <a:off x="8417722" y="4412484"/>
            <a:ext cx="600829" cy="4425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B713581-FE2A-3DA1-1084-CB83418E57FC}"/>
              </a:ext>
            </a:extLst>
          </p:cNvPr>
          <p:cNvSpPr/>
          <p:nvPr/>
        </p:nvSpPr>
        <p:spPr>
          <a:xfrm>
            <a:off x="7419401" y="4412485"/>
            <a:ext cx="930899" cy="44253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m++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827E9AFD-0882-41A8-9ABE-FD461A4C17EB}"/>
              </a:ext>
            </a:extLst>
          </p:cNvPr>
          <p:cNvSpPr/>
          <p:nvPr/>
        </p:nvSpPr>
        <p:spPr>
          <a:xfrm>
            <a:off x="6730260" y="4999050"/>
            <a:ext cx="3951684" cy="58609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cin</a:t>
            </a:r>
            <a:r>
              <a:rPr lang="en-US" sz="2800" b="1" dirty="0">
                <a:solidFill>
                  <a:schemeClr val="bg1"/>
                </a:solidFill>
              </a:rPr>
              <a:t>&gt;&gt;MD[</a:t>
            </a:r>
            <a:r>
              <a:rPr lang="en-US" sz="2800" b="1" dirty="0" err="1">
                <a:solidFill>
                  <a:schemeClr val="bg1"/>
                </a:solidFill>
              </a:rPr>
              <a:t>i</a:t>
            </a:r>
            <a:r>
              <a:rPr lang="en-US" sz="2800" b="1" dirty="0">
                <a:solidFill>
                  <a:schemeClr val="bg1"/>
                </a:solidFill>
              </a:rPr>
              <a:t>][j][k][l][m];</a:t>
            </a:r>
          </a:p>
        </p:txBody>
      </p:sp>
    </p:spTree>
    <p:extLst>
      <p:ext uri="{BB962C8B-B14F-4D97-AF65-F5344CB8AC3E}">
        <p14:creationId xmlns:p14="http://schemas.microsoft.com/office/powerpoint/2010/main" val="244990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50"/>
                            </p:stCondLst>
                            <p:childTnLst>
                              <p:par>
                                <p:cTn id="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50"/>
                            </p:stCondLst>
                            <p:childTnLst>
                              <p:par>
                                <p:cTn id="4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50"/>
                            </p:stCondLst>
                            <p:childTnLst>
                              <p:par>
                                <p:cTn id="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750"/>
                            </p:stCondLst>
                            <p:childTnLst>
                              <p:par>
                                <p:cTn id="6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250"/>
                            </p:stCondLst>
                            <p:childTnLst>
                              <p:par>
                                <p:cTn id="7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500"/>
                            </p:stCondLst>
                            <p:childTnLst>
                              <p:par>
                                <p:cTn id="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750"/>
                            </p:stCondLst>
                            <p:childTnLst>
                              <p:par>
                                <p:cTn id="8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0"/>
                            </p:stCondLst>
                            <p:childTnLst>
                              <p:par>
                                <p:cTn id="9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500"/>
                            </p:stCondLst>
                            <p:childTnLst>
                              <p:par>
                                <p:cTn id="26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1000"/>
                            </p:stCondLst>
                            <p:childTnLst>
                              <p:par>
                                <p:cTn id="26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500"/>
                            </p:stCondLst>
                            <p:childTnLst>
                              <p:par>
                                <p:cTn id="29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4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5" fill="hold">
                      <p:stCondLst>
                        <p:cond delay="0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9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0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7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8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5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31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2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3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4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1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2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9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7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8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5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6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3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4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5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1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2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3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9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0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6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7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8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9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5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3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4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5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0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0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1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2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3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414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5" fill="hold">
                      <p:stCondLst>
                        <p:cond delay="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9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0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7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8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9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4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5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6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7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3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4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1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2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3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8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9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0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1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6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67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8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250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5" dur="250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6" dur="250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7" dur="250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2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3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4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5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0" dur="250" autoRev="1" fill="remov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1" dur="250" autoRev="1" fill="remove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2" dur="250" autoRev="1" fill="remove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250" autoRev="1" fill="remove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9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0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1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6" dur="250" autoRev="1" fill="remove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07" dur="250" autoRev="1" fill="remove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8" dur="250" autoRev="1" fill="remove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9" dur="250" autoRev="1" fill="remove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4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15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23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4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5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0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31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3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39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0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1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BF715AB-32A3-22B5-7C61-CA65FB9F8397}"/>
              </a:ext>
            </a:extLst>
          </p:cNvPr>
          <p:cNvSpPr txBox="1">
            <a:spLocks/>
          </p:cNvSpPr>
          <p:nvPr/>
        </p:nvSpPr>
        <p:spPr>
          <a:xfrm>
            <a:off x="107717" y="292931"/>
            <a:ext cx="2125373" cy="201723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8128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333" b="1" i="0" kern="1200" spc="89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500" dirty="0"/>
              <a:t>Mapping Real-World Problems</a:t>
            </a:r>
            <a:endParaRPr lang="en-PK" sz="25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4B6B33F-D190-4A4D-E508-73DC0849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266" y="142409"/>
            <a:ext cx="8844554" cy="1112459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Problem Statement: Storing Temperature of 5 cities of the entire week for each Hour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6FBE63-24EF-6975-A629-77702C2A8E42}"/>
              </a:ext>
            </a:extLst>
          </p:cNvPr>
          <p:cNvGrpSpPr/>
          <p:nvPr/>
        </p:nvGrpSpPr>
        <p:grpSpPr>
          <a:xfrm>
            <a:off x="2585075" y="1470867"/>
            <a:ext cx="3163963" cy="312472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5D6C8C3-6D90-9FB5-86B7-A8BE7810EB05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E29CAAF0-3DED-F143-C135-8FBAE852003E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const int cities=5 ;</a:t>
              </a:r>
              <a:endParaRPr lang="en-PK" sz="2730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680CE91-3FFB-0339-5DB4-58845F7C495A}"/>
              </a:ext>
            </a:extLst>
          </p:cNvPr>
          <p:cNvGrpSpPr/>
          <p:nvPr/>
        </p:nvGrpSpPr>
        <p:grpSpPr>
          <a:xfrm>
            <a:off x="5784656" y="1470867"/>
            <a:ext cx="3163963" cy="312472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DB755BE-4B06-B760-8A82-6AE37ABC5477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764200CD-030F-2119-2DDF-81F937DE2AB7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const int days=7 ;</a:t>
              </a:r>
              <a:endParaRPr lang="en-PK" sz="2730" b="1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66884A7-F90C-4436-F726-E7DA231C286D}"/>
              </a:ext>
            </a:extLst>
          </p:cNvPr>
          <p:cNvGrpSpPr/>
          <p:nvPr/>
        </p:nvGrpSpPr>
        <p:grpSpPr>
          <a:xfrm>
            <a:off x="8984237" y="1468996"/>
            <a:ext cx="3447711" cy="312472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D7DB053-0E4F-F507-82F0-18A5B311B873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1996"/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F308B873-B815-BC54-2C47-A9CE58D27E0D}"/>
                </a:ext>
              </a:extLst>
            </p:cNvPr>
            <p:cNvSpPr txBox="1"/>
            <p:nvPr/>
          </p:nvSpPr>
          <p:spPr>
            <a:xfrm>
              <a:off x="1191773" y="945890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730" b="1" dirty="0"/>
                <a:t>const int hours=24 ;</a:t>
              </a:r>
              <a:endParaRPr lang="en-PK" sz="2730" b="1" dirty="0"/>
            </a:p>
          </p:txBody>
        </p:sp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C2B344D-C505-18AA-B0F1-01EFB7726622}"/>
              </a:ext>
            </a:extLst>
          </p:cNvPr>
          <p:cNvSpPr/>
          <p:nvPr/>
        </p:nvSpPr>
        <p:spPr>
          <a:xfrm>
            <a:off x="3410298" y="1851270"/>
            <a:ext cx="907142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D3DC74E-E2C6-5F6D-4218-A692F54AB5CC}"/>
              </a:ext>
            </a:extLst>
          </p:cNvPr>
          <p:cNvSpPr/>
          <p:nvPr/>
        </p:nvSpPr>
        <p:spPr>
          <a:xfrm>
            <a:off x="6835012" y="183796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D68D1AC-7F7B-2C31-0291-58135C36DF7B}"/>
              </a:ext>
            </a:extLst>
          </p:cNvPr>
          <p:cNvSpPr/>
          <p:nvPr/>
        </p:nvSpPr>
        <p:spPr>
          <a:xfrm>
            <a:off x="7209066" y="1837967"/>
            <a:ext cx="842529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cities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1B62D2E-202A-9F76-749C-D1A4BD342A23}"/>
              </a:ext>
            </a:extLst>
          </p:cNvPr>
          <p:cNvSpPr/>
          <p:nvPr/>
        </p:nvSpPr>
        <p:spPr>
          <a:xfrm>
            <a:off x="8073565" y="1851270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916AB5E-8667-1141-490A-4700ACD32ABD}"/>
              </a:ext>
            </a:extLst>
          </p:cNvPr>
          <p:cNvSpPr/>
          <p:nvPr/>
        </p:nvSpPr>
        <p:spPr>
          <a:xfrm>
            <a:off x="4353210" y="1837967"/>
            <a:ext cx="2446032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Temperature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A08DEC1-E541-47B9-C476-78F1AD23831B}"/>
              </a:ext>
            </a:extLst>
          </p:cNvPr>
          <p:cNvSpPr/>
          <p:nvPr/>
        </p:nvSpPr>
        <p:spPr>
          <a:xfrm>
            <a:off x="8441628" y="1837967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7AC7007-14E4-AE24-2027-1A52D3AB00F6}"/>
              </a:ext>
            </a:extLst>
          </p:cNvPr>
          <p:cNvSpPr/>
          <p:nvPr/>
        </p:nvSpPr>
        <p:spPr>
          <a:xfrm>
            <a:off x="8815682" y="1837967"/>
            <a:ext cx="725281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days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8D0EDC8-51D6-251B-AEC3-D12A6DC69E1D}"/>
              </a:ext>
            </a:extLst>
          </p:cNvPr>
          <p:cNvSpPr/>
          <p:nvPr/>
        </p:nvSpPr>
        <p:spPr>
          <a:xfrm>
            <a:off x="9558516" y="1851270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4226BE1-1AA0-3698-67D2-2AB4A609D591}"/>
              </a:ext>
            </a:extLst>
          </p:cNvPr>
          <p:cNvSpPr/>
          <p:nvPr/>
        </p:nvSpPr>
        <p:spPr>
          <a:xfrm>
            <a:off x="9922162" y="1851270"/>
            <a:ext cx="34609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21B25FD-4D1F-02FA-E7B2-12ABB580CCCD}"/>
              </a:ext>
            </a:extLst>
          </p:cNvPr>
          <p:cNvSpPr/>
          <p:nvPr/>
        </p:nvSpPr>
        <p:spPr>
          <a:xfrm>
            <a:off x="10296216" y="1851270"/>
            <a:ext cx="88306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hours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431BFD8-F7CB-0D4D-D868-311EB5DD21A8}"/>
              </a:ext>
            </a:extLst>
          </p:cNvPr>
          <p:cNvSpPr/>
          <p:nvPr/>
        </p:nvSpPr>
        <p:spPr>
          <a:xfrm>
            <a:off x="11201630" y="1851270"/>
            <a:ext cx="461441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258A35-08B9-B951-2C9A-0FA7989BBEB7}"/>
              </a:ext>
            </a:extLst>
          </p:cNvPr>
          <p:cNvSpPr/>
          <p:nvPr/>
        </p:nvSpPr>
        <p:spPr>
          <a:xfrm>
            <a:off x="144256" y="2481400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1535C0-B584-2429-562A-FF9C7982B418}"/>
              </a:ext>
            </a:extLst>
          </p:cNvPr>
          <p:cNvSpPr/>
          <p:nvPr/>
        </p:nvSpPr>
        <p:spPr>
          <a:xfrm>
            <a:off x="972190" y="2483075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CB65D7-7E4A-593B-3E47-3C9F4097D1C4}"/>
              </a:ext>
            </a:extLst>
          </p:cNvPr>
          <p:cNvSpPr/>
          <p:nvPr/>
        </p:nvSpPr>
        <p:spPr>
          <a:xfrm>
            <a:off x="1463724" y="2496389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i=0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3679AC8-57C0-E595-3FF2-29B6B3844EA4}"/>
              </a:ext>
            </a:extLst>
          </p:cNvPr>
          <p:cNvSpPr/>
          <p:nvPr/>
        </p:nvSpPr>
        <p:spPr>
          <a:xfrm>
            <a:off x="3300714" y="2488297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 &lt; cities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A3E3D9-952F-8380-20FE-301550AB865C}"/>
              </a:ext>
            </a:extLst>
          </p:cNvPr>
          <p:cNvSpPr/>
          <p:nvPr/>
        </p:nvSpPr>
        <p:spPr>
          <a:xfrm>
            <a:off x="6688544" y="2496387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0B6999C-18FB-9F3B-4400-CF70E3281602}"/>
              </a:ext>
            </a:extLst>
          </p:cNvPr>
          <p:cNvSpPr/>
          <p:nvPr/>
        </p:nvSpPr>
        <p:spPr>
          <a:xfrm>
            <a:off x="5690223" y="2496388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i++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D72B6A-AB77-1F83-02E8-631B43D61B55}"/>
              </a:ext>
            </a:extLst>
          </p:cNvPr>
          <p:cNvSpPr/>
          <p:nvPr/>
        </p:nvSpPr>
        <p:spPr>
          <a:xfrm>
            <a:off x="484336" y="2974147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03BC37E-2A9A-B8FB-A990-E6E42D153B7B}"/>
              </a:ext>
            </a:extLst>
          </p:cNvPr>
          <p:cNvSpPr/>
          <p:nvPr/>
        </p:nvSpPr>
        <p:spPr>
          <a:xfrm>
            <a:off x="1312270" y="2975822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AFF0BD-0BD6-676E-B440-243729BE6BA9}"/>
              </a:ext>
            </a:extLst>
          </p:cNvPr>
          <p:cNvSpPr/>
          <p:nvPr/>
        </p:nvSpPr>
        <p:spPr>
          <a:xfrm>
            <a:off x="1794076" y="2979408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j=0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E00A2A9-5268-4701-D0B1-2A27DD07155C}"/>
              </a:ext>
            </a:extLst>
          </p:cNvPr>
          <p:cNvSpPr/>
          <p:nvPr/>
        </p:nvSpPr>
        <p:spPr>
          <a:xfrm>
            <a:off x="3631066" y="2971316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j &lt; days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0FF2EB-EEEC-441D-FE04-418E22B2C275}"/>
              </a:ext>
            </a:extLst>
          </p:cNvPr>
          <p:cNvSpPr/>
          <p:nvPr/>
        </p:nvSpPr>
        <p:spPr>
          <a:xfrm>
            <a:off x="7018896" y="2979406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B48DE23-1D7F-40D7-D8E6-5F0F0D25C2D0}"/>
              </a:ext>
            </a:extLst>
          </p:cNvPr>
          <p:cNvSpPr/>
          <p:nvPr/>
        </p:nvSpPr>
        <p:spPr>
          <a:xfrm>
            <a:off x="6020575" y="2979407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j++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68883FD-8A5A-2F52-3CDB-E72C86F2449D}"/>
              </a:ext>
            </a:extLst>
          </p:cNvPr>
          <p:cNvSpPr/>
          <p:nvPr/>
        </p:nvSpPr>
        <p:spPr>
          <a:xfrm>
            <a:off x="820191" y="3465029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8E2444-1CDC-1859-9DE8-06A78287BF40}"/>
              </a:ext>
            </a:extLst>
          </p:cNvPr>
          <p:cNvSpPr/>
          <p:nvPr/>
        </p:nvSpPr>
        <p:spPr>
          <a:xfrm>
            <a:off x="1648125" y="3466704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A95517B-145F-43A7-1F50-72C6770C2B20}"/>
              </a:ext>
            </a:extLst>
          </p:cNvPr>
          <p:cNvSpPr/>
          <p:nvPr/>
        </p:nvSpPr>
        <p:spPr>
          <a:xfrm>
            <a:off x="2129931" y="3470290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k=0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E97354D-D8C2-4054-98E9-59D2E34620DC}"/>
              </a:ext>
            </a:extLst>
          </p:cNvPr>
          <p:cNvSpPr/>
          <p:nvPr/>
        </p:nvSpPr>
        <p:spPr>
          <a:xfrm>
            <a:off x="3966921" y="3462198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 &lt; hours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63942E3-2008-0AA2-3A1C-5021753EC49C}"/>
              </a:ext>
            </a:extLst>
          </p:cNvPr>
          <p:cNvSpPr/>
          <p:nvPr/>
        </p:nvSpPr>
        <p:spPr>
          <a:xfrm>
            <a:off x="7354751" y="3470288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E2842B2-3A52-5011-F031-A1D1633E2269}"/>
              </a:ext>
            </a:extLst>
          </p:cNvPr>
          <p:cNvSpPr/>
          <p:nvPr/>
        </p:nvSpPr>
        <p:spPr>
          <a:xfrm>
            <a:off x="6356430" y="3470289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k++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B37DCDC-FDAB-EB41-BF22-DC233C3D37C4}"/>
              </a:ext>
            </a:extLst>
          </p:cNvPr>
          <p:cNvSpPr/>
          <p:nvPr/>
        </p:nvSpPr>
        <p:spPr>
          <a:xfrm>
            <a:off x="4217756" y="3965740"/>
            <a:ext cx="3903196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cin&gt;&gt;</a:t>
            </a:r>
            <a:r>
              <a:rPr lang="en-US" sz="2800" b="1" dirty="0" err="1">
                <a:solidFill>
                  <a:schemeClr val="bg1"/>
                </a:solidFill>
              </a:rPr>
              <a:t>Temprature</a:t>
            </a:r>
            <a:r>
              <a:rPr lang="en-US" sz="2800" b="1" dirty="0">
                <a:solidFill>
                  <a:schemeClr val="bg1"/>
                </a:solidFill>
              </a:rPr>
              <a:t>[</a:t>
            </a:r>
            <a:r>
              <a:rPr lang="en-US" sz="2800" b="1" dirty="0" err="1">
                <a:solidFill>
                  <a:schemeClr val="bg1"/>
                </a:solidFill>
              </a:rPr>
              <a:t>i</a:t>
            </a:r>
            <a:r>
              <a:rPr lang="en-US" sz="2800" b="1" dirty="0">
                <a:solidFill>
                  <a:schemeClr val="bg1"/>
                </a:solidFill>
              </a:rPr>
              <a:t>][j][k];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0B74138B-F75E-34CD-B55F-ED42AA5929F7}"/>
              </a:ext>
            </a:extLst>
          </p:cNvPr>
          <p:cNvSpPr txBox="1">
            <a:spLocks/>
          </p:cNvSpPr>
          <p:nvPr/>
        </p:nvSpPr>
        <p:spPr>
          <a:xfrm>
            <a:off x="8247016" y="2453945"/>
            <a:ext cx="4480945" cy="2134266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r>
              <a:rPr lang="en-US" sz="1800" b="1" dirty="0"/>
              <a:t>Mapping Dimensions to Concepts: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endParaRPr lang="en-US" sz="18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[cities]:</a:t>
            </a:r>
            <a:r>
              <a:rPr lang="en-US" sz="1800" dirty="0"/>
              <a:t> 0= Peshawar, 1= Karachi, 2=Lahore, 3= Islamabad, 4= Faisalabad (Five campuses of FAST)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r>
              <a:rPr lang="en-US" sz="1800" b="1" dirty="0"/>
              <a:t>[Days]:</a:t>
            </a:r>
            <a:r>
              <a:rPr lang="en-US" sz="1800" dirty="0"/>
              <a:t> 0-6 = </a:t>
            </a:r>
            <a:r>
              <a:rPr lang="en-US" sz="1800" dirty="0" err="1"/>
              <a:t>Sun,Mon,Tue,Wed,Thu,Fri,Sat</a:t>
            </a: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r>
              <a:rPr lang="en-US" sz="1800" b="1" dirty="0"/>
              <a:t>[Hours]:</a:t>
            </a:r>
            <a:r>
              <a:rPr lang="en-US" sz="1800" dirty="0"/>
              <a:t> 0-23 = 24 hours of day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6643D38D-3CB0-26A7-C61A-DFE14F1D2B17}"/>
              </a:ext>
            </a:extLst>
          </p:cNvPr>
          <p:cNvSpPr txBox="1">
            <a:spLocks/>
          </p:cNvSpPr>
          <p:nvPr/>
        </p:nvSpPr>
        <p:spPr>
          <a:xfrm>
            <a:off x="187927" y="4056271"/>
            <a:ext cx="3590441" cy="615429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r>
              <a:rPr lang="en-US" sz="1800" b="1" dirty="0"/>
              <a:t>What was the temperature of each hour on Friday in Peshawar?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C0B0968-BF08-1856-1C83-7EEF506F3287}"/>
              </a:ext>
            </a:extLst>
          </p:cNvPr>
          <p:cNvSpPr/>
          <p:nvPr/>
        </p:nvSpPr>
        <p:spPr>
          <a:xfrm>
            <a:off x="177624" y="4723284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D5ACF32-28D7-C3BD-B525-0845C0ACD54A}"/>
              </a:ext>
            </a:extLst>
          </p:cNvPr>
          <p:cNvSpPr/>
          <p:nvPr/>
        </p:nvSpPr>
        <p:spPr>
          <a:xfrm>
            <a:off x="1005558" y="4724959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96F0BF7-A64B-914C-8E17-BCCE8CF774C9}"/>
              </a:ext>
            </a:extLst>
          </p:cNvPr>
          <p:cNvSpPr/>
          <p:nvPr/>
        </p:nvSpPr>
        <p:spPr>
          <a:xfrm>
            <a:off x="1487364" y="4728545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k=0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1D92C08-E13F-C44F-5DF0-562974342FBF}"/>
              </a:ext>
            </a:extLst>
          </p:cNvPr>
          <p:cNvSpPr/>
          <p:nvPr/>
        </p:nvSpPr>
        <p:spPr>
          <a:xfrm>
            <a:off x="3324354" y="4720453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 &lt; hours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1D3C49A-3E3A-22FB-C2EE-112A54A326D1}"/>
              </a:ext>
            </a:extLst>
          </p:cNvPr>
          <p:cNvSpPr/>
          <p:nvPr/>
        </p:nvSpPr>
        <p:spPr>
          <a:xfrm>
            <a:off x="6712184" y="4728543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8C93C95-C0DA-26E7-9F01-39416FFCE1FD}"/>
              </a:ext>
            </a:extLst>
          </p:cNvPr>
          <p:cNvSpPr/>
          <p:nvPr/>
        </p:nvSpPr>
        <p:spPr>
          <a:xfrm>
            <a:off x="5713863" y="4728544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k++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1EAEE3D1-9C35-0A1C-23DD-ACBAFB5B30F4}"/>
              </a:ext>
            </a:extLst>
          </p:cNvPr>
          <p:cNvSpPr/>
          <p:nvPr/>
        </p:nvSpPr>
        <p:spPr>
          <a:xfrm>
            <a:off x="188426" y="5227098"/>
            <a:ext cx="4344662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cout&lt;&lt;</a:t>
            </a:r>
            <a:r>
              <a:rPr lang="en-US" sz="2800" b="1" dirty="0" err="1">
                <a:solidFill>
                  <a:schemeClr val="bg1"/>
                </a:solidFill>
              </a:rPr>
              <a:t>Temprature</a:t>
            </a:r>
            <a:r>
              <a:rPr lang="en-US" sz="2800" b="1" dirty="0">
                <a:solidFill>
                  <a:schemeClr val="bg1"/>
                </a:solidFill>
              </a:rPr>
              <a:t>[</a:t>
            </a:r>
            <a:r>
              <a:rPr lang="en-US" sz="2800" b="1" dirty="0">
                <a:solidFill>
                  <a:srgbClr val="C00000"/>
                </a:solidFill>
              </a:rPr>
              <a:t>0</a:t>
            </a:r>
            <a:r>
              <a:rPr lang="en-US" sz="2800" b="1" dirty="0">
                <a:solidFill>
                  <a:schemeClr val="bg1"/>
                </a:solidFill>
              </a:rPr>
              <a:t>][</a:t>
            </a:r>
            <a:r>
              <a:rPr lang="en-US" sz="2800" b="1" dirty="0">
                <a:solidFill>
                  <a:srgbClr val="C00000"/>
                </a:solidFill>
              </a:rPr>
              <a:t>5</a:t>
            </a:r>
            <a:r>
              <a:rPr lang="en-US" sz="2800" b="1" dirty="0">
                <a:solidFill>
                  <a:schemeClr val="bg1"/>
                </a:solidFill>
              </a:rPr>
              <a:t>][k];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1B50D3B4-DA26-E5C7-4EB3-68FFC78AC7CF}"/>
              </a:ext>
            </a:extLst>
          </p:cNvPr>
          <p:cNvSpPr txBox="1">
            <a:spLocks/>
          </p:cNvSpPr>
          <p:nvPr/>
        </p:nvSpPr>
        <p:spPr>
          <a:xfrm>
            <a:off x="8698464" y="4685487"/>
            <a:ext cx="3428720" cy="615429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r>
              <a:rPr lang="en-US" sz="1800" b="1" dirty="0"/>
              <a:t>Print temperature of Karachi for all seven days?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8E246C-1BD4-2923-0996-7E2D3E1E9D1A}"/>
              </a:ext>
            </a:extLst>
          </p:cNvPr>
          <p:cNvSpPr/>
          <p:nvPr/>
        </p:nvSpPr>
        <p:spPr>
          <a:xfrm>
            <a:off x="5034565" y="5392932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A03440B-3C50-D3D1-38A3-4729879DDDEB}"/>
              </a:ext>
            </a:extLst>
          </p:cNvPr>
          <p:cNvSpPr/>
          <p:nvPr/>
        </p:nvSpPr>
        <p:spPr>
          <a:xfrm>
            <a:off x="5862499" y="5394607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93A3E1A-AEF4-BA40-C5E6-D537B7C3A69D}"/>
              </a:ext>
            </a:extLst>
          </p:cNvPr>
          <p:cNvSpPr/>
          <p:nvPr/>
        </p:nvSpPr>
        <p:spPr>
          <a:xfrm>
            <a:off x="6344305" y="5398193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j=0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F146D56-757F-9E6C-603E-4BD58674F534}"/>
              </a:ext>
            </a:extLst>
          </p:cNvPr>
          <p:cNvSpPr/>
          <p:nvPr/>
        </p:nvSpPr>
        <p:spPr>
          <a:xfrm>
            <a:off x="8181295" y="5390101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j &lt; days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02A0E85-CE73-F078-D970-B95229BA8EB3}"/>
              </a:ext>
            </a:extLst>
          </p:cNvPr>
          <p:cNvSpPr/>
          <p:nvPr/>
        </p:nvSpPr>
        <p:spPr>
          <a:xfrm>
            <a:off x="11569125" y="5398191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7BB3CAE-656B-71F6-CA7B-5A15CE30625D}"/>
              </a:ext>
            </a:extLst>
          </p:cNvPr>
          <p:cNvSpPr/>
          <p:nvPr/>
        </p:nvSpPr>
        <p:spPr>
          <a:xfrm>
            <a:off x="10570804" y="5398192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j++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8C9A8C8-6A79-C845-877E-99BFB79E1E19}"/>
              </a:ext>
            </a:extLst>
          </p:cNvPr>
          <p:cNvSpPr/>
          <p:nvPr/>
        </p:nvSpPr>
        <p:spPr>
          <a:xfrm>
            <a:off x="5370420" y="5883814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41B3E68-F4F4-02E0-81C7-8D103CDBF60C}"/>
              </a:ext>
            </a:extLst>
          </p:cNvPr>
          <p:cNvSpPr/>
          <p:nvPr/>
        </p:nvSpPr>
        <p:spPr>
          <a:xfrm>
            <a:off x="6198354" y="5885489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D9A15C0-A520-A59E-418E-F1116AD95ECD}"/>
              </a:ext>
            </a:extLst>
          </p:cNvPr>
          <p:cNvSpPr/>
          <p:nvPr/>
        </p:nvSpPr>
        <p:spPr>
          <a:xfrm>
            <a:off x="6680160" y="5889075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k=0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AD64EB8-68DA-E8B7-4174-6B3FC114F0C2}"/>
              </a:ext>
            </a:extLst>
          </p:cNvPr>
          <p:cNvSpPr/>
          <p:nvPr/>
        </p:nvSpPr>
        <p:spPr>
          <a:xfrm>
            <a:off x="8517150" y="5880983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 &lt; hours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BB7B829-530F-EC13-66E8-5C93B57AF03B}"/>
              </a:ext>
            </a:extLst>
          </p:cNvPr>
          <p:cNvSpPr/>
          <p:nvPr/>
        </p:nvSpPr>
        <p:spPr>
          <a:xfrm>
            <a:off x="11904980" y="5889073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50B4082-6F38-93FC-78B6-490F74E8EFF2}"/>
              </a:ext>
            </a:extLst>
          </p:cNvPr>
          <p:cNvSpPr/>
          <p:nvPr/>
        </p:nvSpPr>
        <p:spPr>
          <a:xfrm>
            <a:off x="10906659" y="5889074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k++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302463C4-7BE7-72E4-32F0-A174F736D1D6}"/>
              </a:ext>
            </a:extLst>
          </p:cNvPr>
          <p:cNvSpPr/>
          <p:nvPr/>
        </p:nvSpPr>
        <p:spPr>
          <a:xfrm>
            <a:off x="7866850" y="6360682"/>
            <a:ext cx="4344662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cout&lt;&lt;</a:t>
            </a:r>
            <a:r>
              <a:rPr lang="en-US" sz="2800" b="1" dirty="0" err="1">
                <a:solidFill>
                  <a:schemeClr val="bg1"/>
                </a:solidFill>
              </a:rPr>
              <a:t>Temprature</a:t>
            </a:r>
            <a:r>
              <a:rPr lang="en-US" sz="2800" b="1" dirty="0">
                <a:solidFill>
                  <a:schemeClr val="bg1"/>
                </a:solidFill>
              </a:rPr>
              <a:t>[</a:t>
            </a:r>
            <a:r>
              <a:rPr lang="en-US" sz="2800" b="1" dirty="0">
                <a:solidFill>
                  <a:srgbClr val="C00000"/>
                </a:solidFill>
              </a:rPr>
              <a:t>1</a:t>
            </a:r>
            <a:r>
              <a:rPr lang="en-US" sz="2800" b="1" dirty="0">
                <a:solidFill>
                  <a:schemeClr val="bg1"/>
                </a:solidFill>
              </a:rPr>
              <a:t>][j][k];</a:t>
            </a:r>
          </a:p>
        </p:txBody>
      </p:sp>
    </p:spTree>
    <p:extLst>
      <p:ext uri="{BB962C8B-B14F-4D97-AF65-F5344CB8AC3E}">
        <p14:creationId xmlns:p14="http://schemas.microsoft.com/office/powerpoint/2010/main" val="377265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750"/>
                            </p:stCondLst>
                            <p:childTnLst>
                              <p:par>
                                <p:cTn id="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5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000"/>
                            </p:stCondLst>
                            <p:childTnLst>
                              <p:par>
                                <p:cTn id="18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6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6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6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1000"/>
                            </p:stCondLst>
                            <p:childTnLst>
                              <p:par>
                                <p:cTn id="2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500"/>
                            </p:stCondLst>
                            <p:childTnLst>
                              <p:par>
                                <p:cTn id="26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8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8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8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500"/>
                            </p:stCondLst>
                            <p:childTnLst>
                              <p:par>
                                <p:cTn id="2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1000"/>
                            </p:stCondLst>
                            <p:childTnLst>
                              <p:par>
                                <p:cTn id="28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500"/>
                            </p:stCondLst>
                            <p:childTnLst>
                              <p:par>
                                <p:cTn id="3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0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000"/>
                            </p:stCondLst>
                            <p:childTnLst>
                              <p:par>
                                <p:cTn id="3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500"/>
                            </p:stCondLst>
                            <p:childTnLst>
                              <p:par>
                                <p:cTn id="3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5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6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3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4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5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1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2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3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9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0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6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7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8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9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5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3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4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5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406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0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1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2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3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1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5" fill="hold">
                      <p:stCondLst>
                        <p:cond delay="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9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0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7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8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9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4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5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6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7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3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4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1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2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3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8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9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0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1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6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67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8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5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6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7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2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3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4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5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0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1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2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9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0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1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6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07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8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9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4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15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23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4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5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0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31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3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250" autoRev="1" fill="remove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39" dur="250" autoRev="1" fill="remove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0" dur="250" autoRev="1" fill="remove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1" dur="250" autoRev="1" fill="remove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47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8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9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550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1" fill="hold">
                      <p:stCondLst>
                        <p:cond delay="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4" dur="250" autoRev="1" fill="remove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5" dur="250" autoRev="1" fill="remove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6" dur="250" autoRev="1" fill="remove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7" dur="250" autoRev="1" fill="remove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2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63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4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5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1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2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3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>
                      <p:stCondLst>
                        <p:cond delay="0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8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9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0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1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6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87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8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9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95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6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7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2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03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4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5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1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9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0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1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622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3" fill="hold">
                      <p:stCondLst>
                        <p:cond delay="0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6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27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8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35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6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7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43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4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5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646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0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1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2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3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654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5" fill="hold">
                      <p:stCondLst>
                        <p:cond delay="0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8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9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0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1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</p:childTnLst>
        </p:cTn>
      </p:par>
    </p:tnLst>
    <p:bldLst>
      <p:bldP spid="8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uiExpand="1" build="p" animBg="1"/>
      <p:bldP spid="63" grpId="0" uiExpand="1" build="p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3" grpId="0" animBg="1"/>
      <p:bldP spid="83" grpId="1" animBg="1"/>
      <p:bldP spid="84" grpId="0" uiExpand="1" build="p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92F4AA0-8274-1119-0008-1E7747A3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761" y="5457900"/>
            <a:ext cx="8844554" cy="1112459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Problem Statement: storing data of students for distributing financial aid (scholarship)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64FAC4-4277-0949-6D7D-78EBEA7319E7}"/>
              </a:ext>
            </a:extLst>
          </p:cNvPr>
          <p:cNvSpPr txBox="1">
            <a:spLocks/>
          </p:cNvSpPr>
          <p:nvPr/>
        </p:nvSpPr>
        <p:spPr>
          <a:xfrm>
            <a:off x="1015857" y="156836"/>
            <a:ext cx="11074941" cy="4784132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r>
              <a:rPr lang="en-US" sz="2000" b="1" dirty="0"/>
              <a:t>Statement: </a:t>
            </a:r>
            <a:r>
              <a:rPr lang="en-US" sz="2000" dirty="0"/>
              <a:t>The government financial department needs to decide upon distribution of funds among 180,000 University-Students country-wide, equally divided into four categories. To ensure a fair distribution of amounts in parentages (25%, 50%, 75%, 100%), it was decided in the cabinet meeting to develop a criteria based on data gathered (with emphasis on financial income of each student’s household) to format the data as per details mentioned below:</a:t>
            </a:r>
          </a:p>
          <a:p>
            <a:pPr marL="285750" indent="-285750">
              <a:lnSpc>
                <a:spcPct val="100000"/>
              </a:lnSpc>
              <a:spcBef>
                <a:spcPts val="50"/>
              </a:spcBef>
            </a:pPr>
            <a:r>
              <a:rPr lang="en-US" sz="2000" dirty="0"/>
              <a:t>Students of 22, 23 &amp; 24 batches (years of admission) will be eligible for scholarship. </a:t>
            </a:r>
          </a:p>
          <a:p>
            <a:pPr marL="285750" indent="-285750">
              <a:lnSpc>
                <a:spcPct val="100000"/>
              </a:lnSpc>
              <a:spcBef>
                <a:spcPts val="50"/>
              </a:spcBef>
            </a:pPr>
            <a:r>
              <a:rPr lang="en-US" sz="2000" dirty="0"/>
              <a:t>In each batch students will be divided into four groups based on their Academic performance in grade 12( F.Sc / A-Levels etc. ): </a:t>
            </a:r>
            <a:r>
              <a:rPr lang="en-US" sz="2000" b="1" dirty="0"/>
              <a:t>1 )</a:t>
            </a:r>
            <a:r>
              <a:rPr lang="en-US" sz="2000" dirty="0"/>
              <a:t> Excellent (92% to 100%) </a:t>
            </a:r>
            <a:r>
              <a:rPr lang="en-US" sz="2000" b="1" dirty="0"/>
              <a:t>2 )</a:t>
            </a:r>
            <a:r>
              <a:rPr lang="en-US" sz="2000" dirty="0"/>
              <a:t> Very Good (80% to 91%) </a:t>
            </a:r>
            <a:r>
              <a:rPr lang="en-US" sz="2000" b="1" dirty="0"/>
              <a:t>3 )</a:t>
            </a:r>
            <a:r>
              <a:rPr lang="en-US" sz="2000" dirty="0"/>
              <a:t> Good (70% to 80%) </a:t>
            </a:r>
            <a:r>
              <a:rPr lang="en-US" sz="2000" b="1" dirty="0"/>
              <a:t>4 )</a:t>
            </a:r>
            <a:r>
              <a:rPr lang="en-US" sz="2000" dirty="0"/>
              <a:t> Average (60% to 69%).</a:t>
            </a:r>
          </a:p>
          <a:p>
            <a:pPr marL="285750" indent="-285750">
              <a:lnSpc>
                <a:spcPct val="100000"/>
              </a:lnSpc>
              <a:spcBef>
                <a:spcPts val="50"/>
              </a:spcBef>
            </a:pPr>
            <a:r>
              <a:rPr lang="en-US" sz="2000" dirty="0"/>
              <a:t>Students will also be divided into two categories bases on how they are paying their Fee: Self-Earning &amp; Dependent on Family.</a:t>
            </a:r>
          </a:p>
          <a:p>
            <a:pPr marL="285750" indent="-285750">
              <a:lnSpc>
                <a:spcPct val="100000"/>
              </a:lnSpc>
              <a:spcBef>
                <a:spcPts val="50"/>
              </a:spcBef>
            </a:pPr>
            <a:r>
              <a:rPr lang="en-US" sz="2000" dirty="0"/>
              <a:t>Students will be grouped into five slabs based on their household earnings (self or defendant): </a:t>
            </a:r>
            <a:r>
              <a:rPr lang="en-US" sz="2000" b="1" dirty="0"/>
              <a:t>1 )</a:t>
            </a:r>
            <a:r>
              <a:rPr lang="en-US" sz="2000" dirty="0"/>
              <a:t> 200,000 to 250,000 </a:t>
            </a:r>
            <a:r>
              <a:rPr lang="en-US" sz="2000" b="1" dirty="0"/>
              <a:t>2 )</a:t>
            </a:r>
            <a:r>
              <a:rPr lang="en-US" sz="2000" dirty="0"/>
              <a:t> 150,000 to 199,000 </a:t>
            </a:r>
            <a:r>
              <a:rPr lang="en-US" sz="2000" b="1" dirty="0"/>
              <a:t>3 )</a:t>
            </a:r>
            <a:r>
              <a:rPr lang="en-US" sz="2000" dirty="0"/>
              <a:t> 100,000 to 149,000 </a:t>
            </a:r>
            <a:r>
              <a:rPr lang="en-US" sz="2000" b="1" dirty="0"/>
              <a:t>4) </a:t>
            </a:r>
            <a:r>
              <a:rPr lang="en-US" sz="2000" dirty="0"/>
              <a:t>50,000 to 99,000 </a:t>
            </a:r>
            <a:r>
              <a:rPr lang="en-US" sz="2000" b="1" dirty="0"/>
              <a:t>5)</a:t>
            </a:r>
            <a:r>
              <a:rPr lang="en-US" sz="2000" dirty="0"/>
              <a:t>15,000</a:t>
            </a:r>
            <a:r>
              <a:rPr lang="en-US" sz="2000" b="1" dirty="0"/>
              <a:t> </a:t>
            </a:r>
            <a:r>
              <a:rPr lang="en-US" sz="2000" dirty="0"/>
              <a:t>to 45,000</a:t>
            </a:r>
            <a:endParaRPr lang="en-US" sz="20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3715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uiExpand="1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E6BE490-3A67-A058-8428-8DE4A958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523" y="177837"/>
            <a:ext cx="8844554" cy="1112459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Problem Statement: storing data of students for distributing financial aid (scholarship)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0AACFB-75C7-FD0C-B54D-40A0DA26F90A}"/>
              </a:ext>
            </a:extLst>
          </p:cNvPr>
          <p:cNvGrpSpPr/>
          <p:nvPr/>
        </p:nvGrpSpPr>
        <p:grpSpPr>
          <a:xfrm>
            <a:off x="48126" y="1487908"/>
            <a:ext cx="2697045" cy="351482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1B67E46-EC8A-60D1-373A-E3D69831DE14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33185355-7281-2FCC-99D8-C2CEC1F50C2A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const int batches=3 ;</a:t>
              </a:r>
              <a:endParaRPr lang="en-PK" sz="2000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8D57AF-17F0-01A1-941D-F35328B5C202}"/>
              </a:ext>
            </a:extLst>
          </p:cNvPr>
          <p:cNvGrpSpPr/>
          <p:nvPr/>
        </p:nvGrpSpPr>
        <p:grpSpPr>
          <a:xfrm>
            <a:off x="2745172" y="1499206"/>
            <a:ext cx="1843427" cy="351482"/>
            <a:chOff x="1151362" y="879116"/>
            <a:chExt cx="2185694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214D762-3F16-378B-D961-FC8D99B81F6A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427CF7B7-6C42-88C7-E306-368180CCBA1E}"/>
                </a:ext>
              </a:extLst>
            </p:cNvPr>
            <p:cNvSpPr txBox="1"/>
            <p:nvPr/>
          </p:nvSpPr>
          <p:spPr>
            <a:xfrm>
              <a:off x="1191773" y="945889"/>
              <a:ext cx="2145283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academics=4 </a:t>
              </a:r>
              <a:endParaRPr lang="en-PK" sz="2000" b="1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5AE197-74B6-ED62-D847-1213A2AF95C9}"/>
              </a:ext>
            </a:extLst>
          </p:cNvPr>
          <p:cNvGrpSpPr/>
          <p:nvPr/>
        </p:nvGrpSpPr>
        <p:grpSpPr>
          <a:xfrm>
            <a:off x="4614296" y="1487908"/>
            <a:ext cx="1843427" cy="351482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018CDF8-10D3-F25D-7545-0065D4386738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EFB256BE-6753-57CE-A3C1-809EB75CDB19}"/>
                </a:ext>
              </a:extLst>
            </p:cNvPr>
            <p:cNvSpPr txBox="1"/>
            <p:nvPr/>
          </p:nvSpPr>
          <p:spPr>
            <a:xfrm>
              <a:off x="1191773" y="982466"/>
              <a:ext cx="1975542" cy="1197500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earnings=2 </a:t>
              </a:r>
              <a:endParaRPr lang="en-PK" sz="2000" b="1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641CD1-401B-D1FD-7C5C-AB7965047B13}"/>
              </a:ext>
            </a:extLst>
          </p:cNvPr>
          <p:cNvGrpSpPr/>
          <p:nvPr/>
        </p:nvGrpSpPr>
        <p:grpSpPr>
          <a:xfrm>
            <a:off x="6489809" y="1487138"/>
            <a:ext cx="1303506" cy="351482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1DFBEE1-7E90-3CE8-4C8F-C29D8421474D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6D75F4B0-79DB-B72F-8CBE-B221FF411EA6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slabs=5 </a:t>
              </a:r>
              <a:endParaRPr lang="en-PK" sz="2000" b="1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DE7DCD-B2B9-5ADE-DA7D-331DB1F9FA42}"/>
              </a:ext>
            </a:extLst>
          </p:cNvPr>
          <p:cNvGrpSpPr/>
          <p:nvPr/>
        </p:nvGrpSpPr>
        <p:grpSpPr>
          <a:xfrm>
            <a:off x="7808140" y="1487938"/>
            <a:ext cx="1989071" cy="351482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FF8F9F5A-F012-862F-0428-53EC7C02B2FB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ED7E1A5B-087B-D4F4-5041-A04140B261EC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data=1500 ;</a:t>
              </a:r>
              <a:endParaRPr lang="en-PK" sz="2000" b="1" dirty="0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EE0B466-8D1E-23FD-7E02-2CE6351E3408}"/>
              </a:ext>
            </a:extLst>
          </p:cNvPr>
          <p:cNvSpPr txBox="1">
            <a:spLocks/>
          </p:cNvSpPr>
          <p:nvPr/>
        </p:nvSpPr>
        <p:spPr>
          <a:xfrm>
            <a:off x="9138256" y="2564499"/>
            <a:ext cx="3519782" cy="443778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Mapping Dimensions to Concepts: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18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[batches]:</a:t>
            </a:r>
            <a:r>
              <a:rPr lang="en-US" sz="1800" dirty="0"/>
              <a:t> 0=22, 1=23, 2=24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18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[academics]:</a:t>
            </a:r>
            <a:r>
              <a:rPr lang="en-US" sz="1800" dirty="0"/>
              <a:t>  0=Excellent, 1=Very Good, 2=Good, 3=Average 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18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[earnings]:</a:t>
            </a:r>
            <a:r>
              <a:rPr lang="en-US" sz="1800" dirty="0"/>
              <a:t> 0=Self, 1=Family-</a:t>
            </a:r>
            <a:r>
              <a:rPr lang="en-US" sz="1800" dirty="0" err="1"/>
              <a:t>Dependant</a:t>
            </a: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18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[slabs]:</a:t>
            </a:r>
            <a:r>
              <a:rPr lang="en-US" sz="1800" dirty="0"/>
              <a:t> 0=slab1, 1=slab2, 2=slab3, 3=slab4, 4=slab5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18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[data]:</a:t>
            </a:r>
            <a:r>
              <a:rPr lang="en-US" sz="1800" dirty="0"/>
              <a:t> 0 – 1499: containing Household income of students.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E720127-85D3-FD41-68A8-5529C288E809}"/>
              </a:ext>
            </a:extLst>
          </p:cNvPr>
          <p:cNvSpPr/>
          <p:nvPr/>
        </p:nvSpPr>
        <p:spPr>
          <a:xfrm>
            <a:off x="48126" y="1914911"/>
            <a:ext cx="100337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long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86BF793-54BE-50DF-2E70-82203A26A6F5}"/>
              </a:ext>
            </a:extLst>
          </p:cNvPr>
          <p:cNvSpPr/>
          <p:nvPr/>
        </p:nvSpPr>
        <p:spPr>
          <a:xfrm>
            <a:off x="3064134" y="1901608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022977-B95B-F72A-117C-2B575DFE7BF9}"/>
              </a:ext>
            </a:extLst>
          </p:cNvPr>
          <p:cNvSpPr/>
          <p:nvPr/>
        </p:nvSpPr>
        <p:spPr>
          <a:xfrm>
            <a:off x="3321451" y="1914911"/>
            <a:ext cx="111688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batches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3D4672-895B-7181-B879-4DEBC88677A3}"/>
              </a:ext>
            </a:extLst>
          </p:cNvPr>
          <p:cNvSpPr/>
          <p:nvPr/>
        </p:nvSpPr>
        <p:spPr>
          <a:xfrm>
            <a:off x="4455893" y="1914911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04B2FED-EECE-BB54-ABAF-2634A8EDCB55}"/>
              </a:ext>
            </a:extLst>
          </p:cNvPr>
          <p:cNvSpPr/>
          <p:nvPr/>
        </p:nvSpPr>
        <p:spPr>
          <a:xfrm>
            <a:off x="1077541" y="1901608"/>
            <a:ext cx="1976864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Financials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A4C56F7-44A0-0709-864E-52969895BC9F}"/>
              </a:ext>
            </a:extLst>
          </p:cNvPr>
          <p:cNvSpPr/>
          <p:nvPr/>
        </p:nvSpPr>
        <p:spPr>
          <a:xfrm>
            <a:off x="4705386" y="1914911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DD15C3A-34BF-90FB-E5FD-E1FCFD97304D}"/>
              </a:ext>
            </a:extLst>
          </p:cNvPr>
          <p:cNvSpPr/>
          <p:nvPr/>
        </p:nvSpPr>
        <p:spPr>
          <a:xfrm>
            <a:off x="4952975" y="1914911"/>
            <a:ext cx="1452573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academics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BC248D7-C003-082B-63FA-AA167B1D936A}"/>
              </a:ext>
            </a:extLst>
          </p:cNvPr>
          <p:cNvSpPr/>
          <p:nvPr/>
        </p:nvSpPr>
        <p:spPr>
          <a:xfrm>
            <a:off x="6427895" y="1928214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4FE42C8-4043-CD71-2433-1EC827F6A9F1}"/>
              </a:ext>
            </a:extLst>
          </p:cNvPr>
          <p:cNvSpPr/>
          <p:nvPr/>
        </p:nvSpPr>
        <p:spPr>
          <a:xfrm>
            <a:off x="6674809" y="1934367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210E46A-2D74-9C66-ACE1-81F58680AEAE}"/>
              </a:ext>
            </a:extLst>
          </p:cNvPr>
          <p:cNvSpPr/>
          <p:nvPr/>
        </p:nvSpPr>
        <p:spPr>
          <a:xfrm>
            <a:off x="6932126" y="1934367"/>
            <a:ext cx="1192153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Earnings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03DF73C-DFFD-E0BA-E739-E2B51DE69FA8}"/>
              </a:ext>
            </a:extLst>
          </p:cNvPr>
          <p:cNvSpPr/>
          <p:nvPr/>
        </p:nvSpPr>
        <p:spPr>
          <a:xfrm>
            <a:off x="8142513" y="1934367"/>
            <a:ext cx="293110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AF2AA6D-B282-A78A-2DBB-6BE38A7AB572}"/>
              </a:ext>
            </a:extLst>
          </p:cNvPr>
          <p:cNvSpPr/>
          <p:nvPr/>
        </p:nvSpPr>
        <p:spPr>
          <a:xfrm>
            <a:off x="8444582" y="1944679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67D07E1-51F9-4ACC-E0CF-FFF184FB321A}"/>
              </a:ext>
            </a:extLst>
          </p:cNvPr>
          <p:cNvSpPr/>
          <p:nvPr/>
        </p:nvSpPr>
        <p:spPr>
          <a:xfrm>
            <a:off x="8701901" y="1934951"/>
            <a:ext cx="88306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Slabs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A88C8D8-18C0-1373-84C3-55F71EEF943B}"/>
              </a:ext>
            </a:extLst>
          </p:cNvPr>
          <p:cNvSpPr/>
          <p:nvPr/>
        </p:nvSpPr>
        <p:spPr>
          <a:xfrm>
            <a:off x="9607316" y="1944679"/>
            <a:ext cx="293110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2CF7B16-E9C7-E1C8-2B03-E06771F03982}"/>
              </a:ext>
            </a:extLst>
          </p:cNvPr>
          <p:cNvSpPr/>
          <p:nvPr/>
        </p:nvSpPr>
        <p:spPr>
          <a:xfrm>
            <a:off x="9912285" y="1944095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0B4EE44-F7C0-8C1F-538E-71ECD8154020}"/>
              </a:ext>
            </a:extLst>
          </p:cNvPr>
          <p:cNvSpPr/>
          <p:nvPr/>
        </p:nvSpPr>
        <p:spPr>
          <a:xfrm>
            <a:off x="10160862" y="1944095"/>
            <a:ext cx="88306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62E0A5B-BC20-4D7F-9750-7018BE6B7DF8}"/>
              </a:ext>
            </a:extLst>
          </p:cNvPr>
          <p:cNvSpPr/>
          <p:nvPr/>
        </p:nvSpPr>
        <p:spPr>
          <a:xfrm>
            <a:off x="11055789" y="1944095"/>
            <a:ext cx="48827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CDF0506-F26B-138A-A11D-88406D34A6C7}"/>
              </a:ext>
            </a:extLst>
          </p:cNvPr>
          <p:cNvGrpSpPr/>
          <p:nvPr/>
        </p:nvGrpSpPr>
        <p:grpSpPr>
          <a:xfrm>
            <a:off x="414735" y="2552826"/>
            <a:ext cx="7430874" cy="553454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6AF01BC-60A7-E5D3-9861-ACD5AC103D9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DAC344AC-9F6B-C485-DFE4-1D78D64F53E6}"/>
                </a:ext>
              </a:extLst>
            </p:cNvPr>
            <p:cNvSpPr txBox="1"/>
            <p:nvPr/>
          </p:nvSpPr>
          <p:spPr>
            <a:xfrm>
              <a:off x="1206593" y="1108728"/>
              <a:ext cx="2058567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Total students  = 3 x 4 x 2 x 5 x 1500 = 180,000</a:t>
              </a:r>
              <a:endParaRPr lang="en-PK" sz="2600" b="1" kern="1200" dirty="0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580454B0-C21B-14D6-4982-F05D129090B2}"/>
              </a:ext>
            </a:extLst>
          </p:cNvPr>
          <p:cNvSpPr/>
          <p:nvPr/>
        </p:nvSpPr>
        <p:spPr>
          <a:xfrm>
            <a:off x="161491" y="3292154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021D38-3D5F-D671-CF88-E95DB852B8CE}"/>
              </a:ext>
            </a:extLst>
          </p:cNvPr>
          <p:cNvSpPr/>
          <p:nvPr/>
        </p:nvSpPr>
        <p:spPr>
          <a:xfrm>
            <a:off x="989425" y="3293829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5B1ED5-0121-C49D-9509-AF45B4022195}"/>
              </a:ext>
            </a:extLst>
          </p:cNvPr>
          <p:cNvSpPr/>
          <p:nvPr/>
        </p:nvSpPr>
        <p:spPr>
          <a:xfrm>
            <a:off x="1480959" y="3307143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i=0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4DBA62-E922-D941-317B-E1BD7A46E748}"/>
              </a:ext>
            </a:extLst>
          </p:cNvPr>
          <p:cNvSpPr/>
          <p:nvPr/>
        </p:nvSpPr>
        <p:spPr>
          <a:xfrm>
            <a:off x="3317949" y="3299051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 &lt; batches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4548E8E-831A-2596-1DF6-AF493DBEE0A5}"/>
              </a:ext>
            </a:extLst>
          </p:cNvPr>
          <p:cNvSpPr/>
          <p:nvPr/>
        </p:nvSpPr>
        <p:spPr>
          <a:xfrm>
            <a:off x="6705779" y="3307141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C7DA87F-D587-C869-3C3F-E5B7542343EC}"/>
              </a:ext>
            </a:extLst>
          </p:cNvPr>
          <p:cNvSpPr/>
          <p:nvPr/>
        </p:nvSpPr>
        <p:spPr>
          <a:xfrm>
            <a:off x="5707458" y="3307142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i++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6A017F-A5B2-1BCC-36C0-0C4B7C721689}"/>
              </a:ext>
            </a:extLst>
          </p:cNvPr>
          <p:cNvSpPr/>
          <p:nvPr/>
        </p:nvSpPr>
        <p:spPr>
          <a:xfrm>
            <a:off x="501571" y="3784901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43E223C-F271-B5E3-3481-E0F74EE1EB4F}"/>
              </a:ext>
            </a:extLst>
          </p:cNvPr>
          <p:cNvSpPr/>
          <p:nvPr/>
        </p:nvSpPr>
        <p:spPr>
          <a:xfrm>
            <a:off x="1329505" y="3786576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D0A4CB-6FFB-37E1-F553-084D4B4DB056}"/>
              </a:ext>
            </a:extLst>
          </p:cNvPr>
          <p:cNvSpPr/>
          <p:nvPr/>
        </p:nvSpPr>
        <p:spPr>
          <a:xfrm>
            <a:off x="1811311" y="3790162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j=0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1841A36-E4D1-708D-43E6-971E89BBF2F7}"/>
              </a:ext>
            </a:extLst>
          </p:cNvPr>
          <p:cNvSpPr/>
          <p:nvPr/>
        </p:nvSpPr>
        <p:spPr>
          <a:xfrm>
            <a:off x="3648301" y="3782070"/>
            <a:ext cx="2434105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j &lt; academics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C206750-CDF5-72AE-5F8C-C045709CBF2E}"/>
              </a:ext>
            </a:extLst>
          </p:cNvPr>
          <p:cNvSpPr/>
          <p:nvPr/>
        </p:nvSpPr>
        <p:spPr>
          <a:xfrm>
            <a:off x="7152864" y="3790160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C7F5068-C636-F8AB-B387-D5546F6EC1B0}"/>
              </a:ext>
            </a:extLst>
          </p:cNvPr>
          <p:cNvSpPr/>
          <p:nvPr/>
        </p:nvSpPr>
        <p:spPr>
          <a:xfrm>
            <a:off x="6154543" y="3790161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j++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397A83E-3815-E571-0EEF-66E0FB83079C}"/>
              </a:ext>
            </a:extLst>
          </p:cNvPr>
          <p:cNvSpPr/>
          <p:nvPr/>
        </p:nvSpPr>
        <p:spPr>
          <a:xfrm>
            <a:off x="837426" y="4275783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82A47EC-AB7E-5924-01BD-6FA4CB5B46B4}"/>
              </a:ext>
            </a:extLst>
          </p:cNvPr>
          <p:cNvSpPr/>
          <p:nvPr/>
        </p:nvSpPr>
        <p:spPr>
          <a:xfrm>
            <a:off x="1665360" y="4277458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B95734-3596-1411-7BF3-9AD608047979}"/>
              </a:ext>
            </a:extLst>
          </p:cNvPr>
          <p:cNvSpPr/>
          <p:nvPr/>
        </p:nvSpPr>
        <p:spPr>
          <a:xfrm>
            <a:off x="2147166" y="4281044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k=0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06CD597-1D0B-325C-D0FB-04A3666DF096}"/>
              </a:ext>
            </a:extLst>
          </p:cNvPr>
          <p:cNvSpPr/>
          <p:nvPr/>
        </p:nvSpPr>
        <p:spPr>
          <a:xfrm>
            <a:off x="3984156" y="4272952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 &lt; earnings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AE6B49D-3E30-49EA-698B-18913961186F}"/>
              </a:ext>
            </a:extLst>
          </p:cNvPr>
          <p:cNvSpPr/>
          <p:nvPr/>
        </p:nvSpPr>
        <p:spPr>
          <a:xfrm>
            <a:off x="7371986" y="4281042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78814C8-6F96-4449-0546-2377CB0BAC03}"/>
              </a:ext>
            </a:extLst>
          </p:cNvPr>
          <p:cNvSpPr/>
          <p:nvPr/>
        </p:nvSpPr>
        <p:spPr>
          <a:xfrm>
            <a:off x="6373665" y="4281043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k++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EC5D0A6-5C32-1E08-E0FF-2EFC69487390}"/>
              </a:ext>
            </a:extLst>
          </p:cNvPr>
          <p:cNvSpPr/>
          <p:nvPr/>
        </p:nvSpPr>
        <p:spPr>
          <a:xfrm>
            <a:off x="1212507" y="4748026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742CA3-0BBE-AE57-2CF1-6CDB5BEE4BB1}"/>
              </a:ext>
            </a:extLst>
          </p:cNvPr>
          <p:cNvSpPr/>
          <p:nvPr/>
        </p:nvSpPr>
        <p:spPr>
          <a:xfrm>
            <a:off x="2040441" y="4749701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FC6BA90-E7B1-E96E-711C-33EDA1017E46}"/>
              </a:ext>
            </a:extLst>
          </p:cNvPr>
          <p:cNvSpPr/>
          <p:nvPr/>
        </p:nvSpPr>
        <p:spPr>
          <a:xfrm>
            <a:off x="2522247" y="4753287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l=0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7B7C0D1-6613-8BAD-52A4-C7BA97B27C57}"/>
              </a:ext>
            </a:extLst>
          </p:cNvPr>
          <p:cNvSpPr/>
          <p:nvPr/>
        </p:nvSpPr>
        <p:spPr>
          <a:xfrm>
            <a:off x="4359237" y="4745195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 &lt; slabs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3973488-86C5-5A7C-12CF-1118A61D7EAD}"/>
              </a:ext>
            </a:extLst>
          </p:cNvPr>
          <p:cNvSpPr/>
          <p:nvPr/>
        </p:nvSpPr>
        <p:spPr>
          <a:xfrm>
            <a:off x="7747067" y="4753285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D12602C-3BB3-B55C-3E39-4D4E017E7046}"/>
              </a:ext>
            </a:extLst>
          </p:cNvPr>
          <p:cNvSpPr/>
          <p:nvPr/>
        </p:nvSpPr>
        <p:spPr>
          <a:xfrm>
            <a:off x="6748746" y="4753286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l++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4AAF423-80E5-00AC-4797-E194E178A151}"/>
              </a:ext>
            </a:extLst>
          </p:cNvPr>
          <p:cNvSpPr/>
          <p:nvPr/>
        </p:nvSpPr>
        <p:spPr>
          <a:xfrm>
            <a:off x="1680858" y="5223625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953E78D-26CD-EED7-26A2-798F5A6A036C}"/>
              </a:ext>
            </a:extLst>
          </p:cNvPr>
          <p:cNvSpPr/>
          <p:nvPr/>
        </p:nvSpPr>
        <p:spPr>
          <a:xfrm>
            <a:off x="2508792" y="5225300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669C93A-1025-6595-E351-4272816C98FF}"/>
              </a:ext>
            </a:extLst>
          </p:cNvPr>
          <p:cNvSpPr/>
          <p:nvPr/>
        </p:nvSpPr>
        <p:spPr>
          <a:xfrm>
            <a:off x="2990598" y="5228886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m=0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47598A3-6BD6-14DC-2ABE-C6349EE716B8}"/>
              </a:ext>
            </a:extLst>
          </p:cNvPr>
          <p:cNvSpPr/>
          <p:nvPr/>
        </p:nvSpPr>
        <p:spPr>
          <a:xfrm>
            <a:off x="4827588" y="5220794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 &lt; data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61C28AF-BEA2-9002-0E12-1632FEC534FC}"/>
              </a:ext>
            </a:extLst>
          </p:cNvPr>
          <p:cNvSpPr/>
          <p:nvPr/>
        </p:nvSpPr>
        <p:spPr>
          <a:xfrm>
            <a:off x="8215418" y="5228884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BD44A41-D9E5-139F-81DB-2AE3FB4CCBB9}"/>
              </a:ext>
            </a:extLst>
          </p:cNvPr>
          <p:cNvSpPr/>
          <p:nvPr/>
        </p:nvSpPr>
        <p:spPr>
          <a:xfrm>
            <a:off x="7217097" y="5228885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m++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E9549E3D-D1A7-5FF7-1C0F-789360399239}"/>
              </a:ext>
            </a:extLst>
          </p:cNvPr>
          <p:cNvSpPr/>
          <p:nvPr/>
        </p:nvSpPr>
        <p:spPr>
          <a:xfrm>
            <a:off x="3870124" y="5800554"/>
            <a:ext cx="4477772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cin&gt;&gt;Financials[</a:t>
            </a:r>
            <a:r>
              <a:rPr lang="en-US" sz="2800" b="1" dirty="0" err="1">
                <a:solidFill>
                  <a:schemeClr val="bg1"/>
                </a:solidFill>
              </a:rPr>
              <a:t>i</a:t>
            </a:r>
            <a:r>
              <a:rPr lang="en-US" sz="2800" b="1" dirty="0">
                <a:solidFill>
                  <a:schemeClr val="bg1"/>
                </a:solidFill>
              </a:rPr>
              <a:t>][j][k][l][m];</a:t>
            </a:r>
          </a:p>
        </p:txBody>
      </p:sp>
    </p:spTree>
    <p:extLst>
      <p:ext uri="{BB962C8B-B14F-4D97-AF65-F5344CB8AC3E}">
        <p14:creationId xmlns:p14="http://schemas.microsoft.com/office/powerpoint/2010/main" val="246023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"/>
                            </p:stCondLst>
                            <p:childTnLst>
                              <p:par>
                                <p:cTn id="8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"/>
                            </p:stCondLst>
                            <p:childTnLst>
                              <p:par>
                                <p:cTn id="9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50"/>
                            </p:stCondLst>
                            <p:childTnLst>
                              <p:par>
                                <p:cTn id="10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1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2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2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2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0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750"/>
                            </p:stCondLst>
                            <p:childTnLst>
                              <p:par>
                                <p:cTn id="1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000"/>
                            </p:stCondLst>
                            <p:childTnLst>
                              <p:par>
                                <p:cTn id="1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250"/>
                            </p:stCondLst>
                            <p:childTnLst>
                              <p:par>
                                <p:cTn id="1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2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500"/>
                            </p:stCondLst>
                            <p:childTnLst>
                              <p:par>
                                <p:cTn id="14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0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750"/>
                            </p:stCondLst>
                            <p:childTnLst>
                              <p:par>
                                <p:cTn id="15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4000"/>
                            </p:stCondLst>
                            <p:childTnLst>
                              <p:par>
                                <p:cTn id="15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2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0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4250"/>
                            </p:stCondLst>
                            <p:childTnLst>
                              <p:par>
                                <p:cTn id="1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500"/>
                            </p:stCondLst>
                            <p:childTnLst>
                              <p:par>
                                <p:cTn id="2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000"/>
                            </p:stCondLst>
                            <p:childTnLst>
                              <p:par>
                                <p:cTn id="2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000"/>
                            </p:stCondLst>
                            <p:childTnLst>
                              <p:par>
                                <p:cTn id="27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1000"/>
                            </p:stCondLst>
                            <p:childTnLst>
                              <p:par>
                                <p:cTn id="3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500"/>
                            </p:stCondLst>
                            <p:childTnLst>
                              <p:par>
                                <p:cTn id="3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4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5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6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7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348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3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4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5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0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1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2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3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364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5" fill="hold">
                      <p:stCondLst>
                        <p:cond delay="0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8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9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0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1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7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8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9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5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6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7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2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3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4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5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0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1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2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3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8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9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0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1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6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7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8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9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420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1" fill="hold">
                      <p:stCondLst>
                        <p:cond delay="0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4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5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6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3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5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0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1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2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3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9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0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1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6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7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8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9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>
                      <p:stCondLst>
                        <p:cond delay="0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4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65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6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7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2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3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4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5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1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2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8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9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0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1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49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6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7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8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9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4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05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6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7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50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9" fill="hold">
                      <p:stCondLst>
                        <p:cond delay="0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2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13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4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5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0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21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2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3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8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29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1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532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6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37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8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9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45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6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7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2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3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4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5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556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7" fill="hold">
                      <p:stCondLst>
                        <p:cond delay="0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0" dur="250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61" dur="250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2" dur="250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3" dur="250" autoRev="1" fill="remove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564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5" fill="hold">
                      <p:stCondLst>
                        <p:cond delay="0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8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69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1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250" autoRev="1" fill="remov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7" dur="250" autoRev="1" fill="remove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8" dur="250" autoRev="1" fill="remove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9" dur="250" autoRev="1" fill="remove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580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4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85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6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</p:childTnLst>
        </p:cTn>
      </p:par>
    </p:tnLst>
    <p:bldLst>
      <p:bldP spid="7" grpId="0" animBg="1"/>
      <p:bldP spid="23" grpId="0" uiExpand="1" build="p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0A8FED3-2275-59C1-7F71-468325BBA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523" y="177837"/>
            <a:ext cx="8844554" cy="1112459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Problem Statement: storing data of students for distributing financial aid (scholarship)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08F8C0-85A8-FDE8-A18C-88855BC01EF2}"/>
              </a:ext>
            </a:extLst>
          </p:cNvPr>
          <p:cNvGrpSpPr/>
          <p:nvPr/>
        </p:nvGrpSpPr>
        <p:grpSpPr>
          <a:xfrm>
            <a:off x="58517" y="1519081"/>
            <a:ext cx="2697045" cy="286730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7CA50F0-2D98-8523-DDCE-2DA01A86920D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CEFF4EBD-8153-A753-5FBB-5C30A835E564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const int batches=3 ;</a:t>
              </a:r>
              <a:endParaRPr lang="en-PK" sz="2000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DA5EAF-296A-69A4-7778-33FC2A88E103}"/>
              </a:ext>
            </a:extLst>
          </p:cNvPr>
          <p:cNvGrpSpPr/>
          <p:nvPr/>
        </p:nvGrpSpPr>
        <p:grpSpPr>
          <a:xfrm>
            <a:off x="2755563" y="1530379"/>
            <a:ext cx="1843427" cy="286730"/>
            <a:chOff x="1151362" y="879116"/>
            <a:chExt cx="2185694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05AE77B-AA3E-4F58-3268-DB4DCF599813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61313D6E-5CB5-5EF0-ECB6-757EACEFF2A6}"/>
                </a:ext>
              </a:extLst>
            </p:cNvPr>
            <p:cNvSpPr txBox="1"/>
            <p:nvPr/>
          </p:nvSpPr>
          <p:spPr>
            <a:xfrm>
              <a:off x="1191773" y="945889"/>
              <a:ext cx="2145283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academics=4 </a:t>
              </a:r>
              <a:endParaRPr lang="en-PK" sz="2000" b="1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96E0D7-A42A-6744-2B07-423F64493AE6}"/>
              </a:ext>
            </a:extLst>
          </p:cNvPr>
          <p:cNvGrpSpPr/>
          <p:nvPr/>
        </p:nvGrpSpPr>
        <p:grpSpPr>
          <a:xfrm>
            <a:off x="4569807" y="1519081"/>
            <a:ext cx="1882266" cy="286730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FC88D04-81D2-D320-6ED7-B9C2E6331B50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E48F3B32-0216-B7FF-A186-3D918890C3D8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earnings=2 </a:t>
              </a:r>
              <a:endParaRPr lang="en-PK" sz="2000" b="1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3791381-4B85-40EA-741F-A322BD0303CF}"/>
              </a:ext>
            </a:extLst>
          </p:cNvPr>
          <p:cNvGrpSpPr/>
          <p:nvPr/>
        </p:nvGrpSpPr>
        <p:grpSpPr>
          <a:xfrm>
            <a:off x="6452074" y="1518311"/>
            <a:ext cx="1303506" cy="286730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70F63F1-B0F6-291A-7DF4-C82E17D761D3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5D1FB9F9-65B7-AD5A-3D2B-98AA2B51AB9E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slabs=5 </a:t>
              </a:r>
              <a:endParaRPr lang="en-PK" sz="2000" b="1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5CF5F1-F215-B127-C832-60FF036DFC1F}"/>
              </a:ext>
            </a:extLst>
          </p:cNvPr>
          <p:cNvGrpSpPr/>
          <p:nvPr/>
        </p:nvGrpSpPr>
        <p:grpSpPr>
          <a:xfrm>
            <a:off x="7770405" y="1519111"/>
            <a:ext cx="1989071" cy="286730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1C841A7-1707-38AC-E608-6D26CB15721D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7B5B6115-669F-3EE6-6A42-ED45C4D6D81B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data=1500 ;</a:t>
              </a:r>
              <a:endParaRPr lang="en-PK" sz="2000" b="1" dirty="0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8FD754E-9111-3A75-22FC-101A7F8583FA}"/>
              </a:ext>
            </a:extLst>
          </p:cNvPr>
          <p:cNvSpPr txBox="1">
            <a:spLocks/>
          </p:cNvSpPr>
          <p:nvPr/>
        </p:nvSpPr>
        <p:spPr>
          <a:xfrm>
            <a:off x="9069005" y="2585281"/>
            <a:ext cx="3609814" cy="4279517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Mapping Dimensions to Concepts: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[batches]:</a:t>
            </a:r>
            <a:r>
              <a:rPr lang="en-US" sz="1800" dirty="0"/>
              <a:t> 0=22, 1=23, 2=24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18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[academics]:</a:t>
            </a:r>
            <a:r>
              <a:rPr lang="en-US" sz="1800" dirty="0"/>
              <a:t>  0=Excellent, 1=Very Good, 2=Good, 3=Average 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18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[earnings]:</a:t>
            </a:r>
            <a:r>
              <a:rPr lang="en-US" sz="1800" dirty="0"/>
              <a:t> 0=Self, 1=Family-</a:t>
            </a:r>
            <a:r>
              <a:rPr lang="en-US" sz="1800" dirty="0" err="1"/>
              <a:t>Dependant</a:t>
            </a: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18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[slabs]:</a:t>
            </a:r>
            <a:r>
              <a:rPr lang="en-US" sz="1800" dirty="0"/>
              <a:t> 0=slab1, 1=slab2, 2=slab3, 3=slab4, 4=slab5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1800" b="1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[data]:</a:t>
            </a:r>
            <a:r>
              <a:rPr lang="en-US" sz="1800" dirty="0"/>
              <a:t> 0 – 1499: containing Household income of students.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F1D4EC6-736F-BD28-09A8-034F6425B40F}"/>
              </a:ext>
            </a:extLst>
          </p:cNvPr>
          <p:cNvSpPr/>
          <p:nvPr/>
        </p:nvSpPr>
        <p:spPr>
          <a:xfrm>
            <a:off x="68908" y="1935693"/>
            <a:ext cx="100337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long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3C1B58-5F5E-B1E6-7F97-7070A9E6EAE3}"/>
              </a:ext>
            </a:extLst>
          </p:cNvPr>
          <p:cNvSpPr/>
          <p:nvPr/>
        </p:nvSpPr>
        <p:spPr>
          <a:xfrm>
            <a:off x="3084916" y="1922390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4EE2048-D7AE-27A0-A5C2-25F65AFF636A}"/>
              </a:ext>
            </a:extLst>
          </p:cNvPr>
          <p:cNvSpPr/>
          <p:nvPr/>
        </p:nvSpPr>
        <p:spPr>
          <a:xfrm>
            <a:off x="3342233" y="1935693"/>
            <a:ext cx="111688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batches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ADCC007-B6F7-D1F1-A5E4-E762181254F5}"/>
              </a:ext>
            </a:extLst>
          </p:cNvPr>
          <p:cNvSpPr/>
          <p:nvPr/>
        </p:nvSpPr>
        <p:spPr>
          <a:xfrm>
            <a:off x="4476675" y="1935693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1E4328C-2429-47D3-B50B-56F0286396D1}"/>
              </a:ext>
            </a:extLst>
          </p:cNvPr>
          <p:cNvSpPr/>
          <p:nvPr/>
        </p:nvSpPr>
        <p:spPr>
          <a:xfrm>
            <a:off x="1098323" y="1922390"/>
            <a:ext cx="1976864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Financials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6246698-DDAF-9CF1-9293-125755E1D955}"/>
              </a:ext>
            </a:extLst>
          </p:cNvPr>
          <p:cNvSpPr/>
          <p:nvPr/>
        </p:nvSpPr>
        <p:spPr>
          <a:xfrm>
            <a:off x="4726168" y="1935693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6299B69-21D5-C4F7-5AD3-B01E9B12794B}"/>
              </a:ext>
            </a:extLst>
          </p:cNvPr>
          <p:cNvSpPr/>
          <p:nvPr/>
        </p:nvSpPr>
        <p:spPr>
          <a:xfrm>
            <a:off x="4973757" y="1935693"/>
            <a:ext cx="1452573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academics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F977A6A-87C2-D794-7D36-043B5CD19639}"/>
              </a:ext>
            </a:extLst>
          </p:cNvPr>
          <p:cNvSpPr/>
          <p:nvPr/>
        </p:nvSpPr>
        <p:spPr>
          <a:xfrm>
            <a:off x="6448677" y="1948996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49DF3FC-EB7F-463C-AA39-4A5BD0CAFBBC}"/>
              </a:ext>
            </a:extLst>
          </p:cNvPr>
          <p:cNvSpPr/>
          <p:nvPr/>
        </p:nvSpPr>
        <p:spPr>
          <a:xfrm>
            <a:off x="6695591" y="1955149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A3AD88A-D600-0FFB-94DF-7CAB11796597}"/>
              </a:ext>
            </a:extLst>
          </p:cNvPr>
          <p:cNvSpPr/>
          <p:nvPr/>
        </p:nvSpPr>
        <p:spPr>
          <a:xfrm>
            <a:off x="6952908" y="1955149"/>
            <a:ext cx="1192153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Earnings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A8092ED-32A7-4BA7-BC9D-6E7FE7AAA5C7}"/>
              </a:ext>
            </a:extLst>
          </p:cNvPr>
          <p:cNvSpPr/>
          <p:nvPr/>
        </p:nvSpPr>
        <p:spPr>
          <a:xfrm>
            <a:off x="8163295" y="1955149"/>
            <a:ext cx="293110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9AE2CC4-ABBF-3D69-16EE-86B0FDBA76D7}"/>
              </a:ext>
            </a:extLst>
          </p:cNvPr>
          <p:cNvSpPr/>
          <p:nvPr/>
        </p:nvSpPr>
        <p:spPr>
          <a:xfrm>
            <a:off x="8465364" y="1965461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0AA8B77-D211-E859-4E2F-01CAEE967066}"/>
              </a:ext>
            </a:extLst>
          </p:cNvPr>
          <p:cNvSpPr/>
          <p:nvPr/>
        </p:nvSpPr>
        <p:spPr>
          <a:xfrm>
            <a:off x="8722683" y="1955733"/>
            <a:ext cx="88306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Slabs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E07FEB3-CEDC-5BDB-515B-059E20EAC09B}"/>
              </a:ext>
            </a:extLst>
          </p:cNvPr>
          <p:cNvSpPr/>
          <p:nvPr/>
        </p:nvSpPr>
        <p:spPr>
          <a:xfrm>
            <a:off x="9628098" y="1965461"/>
            <a:ext cx="293110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C511EBD-B474-7208-0880-1717AF46697D}"/>
              </a:ext>
            </a:extLst>
          </p:cNvPr>
          <p:cNvSpPr/>
          <p:nvPr/>
        </p:nvSpPr>
        <p:spPr>
          <a:xfrm>
            <a:off x="9933067" y="1964877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7F72E23-5E93-F641-700F-B658DC94A0B9}"/>
              </a:ext>
            </a:extLst>
          </p:cNvPr>
          <p:cNvSpPr/>
          <p:nvPr/>
        </p:nvSpPr>
        <p:spPr>
          <a:xfrm>
            <a:off x="10181644" y="1964877"/>
            <a:ext cx="88306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26CAD6F-6719-8DEF-2830-36E681453F1B}"/>
              </a:ext>
            </a:extLst>
          </p:cNvPr>
          <p:cNvSpPr/>
          <p:nvPr/>
        </p:nvSpPr>
        <p:spPr>
          <a:xfrm>
            <a:off x="11076571" y="1964877"/>
            <a:ext cx="48827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F28258C5-330D-C240-97F3-45C85A3C1695}"/>
              </a:ext>
            </a:extLst>
          </p:cNvPr>
          <p:cNvSpPr txBox="1">
            <a:spLocks/>
          </p:cNvSpPr>
          <p:nvPr/>
        </p:nvSpPr>
        <p:spPr>
          <a:xfrm>
            <a:off x="491347" y="2833224"/>
            <a:ext cx="3590441" cy="615429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r>
              <a:rPr lang="en-US" sz="1800" b="1" dirty="0"/>
              <a:t>Print financial data of all students of batch-22?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3942213-8E65-05EF-B746-419D8E9918F0}"/>
              </a:ext>
            </a:extLst>
          </p:cNvPr>
          <p:cNvSpPr/>
          <p:nvPr/>
        </p:nvSpPr>
        <p:spPr>
          <a:xfrm>
            <a:off x="522353" y="3732946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82B7B-EE63-F1BC-ECDA-9BF148AE7309}"/>
              </a:ext>
            </a:extLst>
          </p:cNvPr>
          <p:cNvSpPr/>
          <p:nvPr/>
        </p:nvSpPr>
        <p:spPr>
          <a:xfrm>
            <a:off x="1350287" y="3734621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2B1D179-CC60-60E5-06FF-92CDFF8F8ABF}"/>
              </a:ext>
            </a:extLst>
          </p:cNvPr>
          <p:cNvSpPr/>
          <p:nvPr/>
        </p:nvSpPr>
        <p:spPr>
          <a:xfrm>
            <a:off x="1832093" y="3738207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j=0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D4D1C50-8610-F1C1-A4A3-FD0104BD645A}"/>
              </a:ext>
            </a:extLst>
          </p:cNvPr>
          <p:cNvSpPr/>
          <p:nvPr/>
        </p:nvSpPr>
        <p:spPr>
          <a:xfrm>
            <a:off x="3669083" y="3730115"/>
            <a:ext cx="2434105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j &lt; academics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6EC8B24-D90B-A7D6-30BC-332939A3D306}"/>
              </a:ext>
            </a:extLst>
          </p:cNvPr>
          <p:cNvSpPr/>
          <p:nvPr/>
        </p:nvSpPr>
        <p:spPr>
          <a:xfrm>
            <a:off x="7173646" y="3738205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A0082F1-67BB-3004-7123-0B0046D5FB25}"/>
              </a:ext>
            </a:extLst>
          </p:cNvPr>
          <p:cNvSpPr/>
          <p:nvPr/>
        </p:nvSpPr>
        <p:spPr>
          <a:xfrm>
            <a:off x="6175325" y="3738206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j++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F62873B-A943-BF52-411C-52F13DF5E908}"/>
              </a:ext>
            </a:extLst>
          </p:cNvPr>
          <p:cNvSpPr/>
          <p:nvPr/>
        </p:nvSpPr>
        <p:spPr>
          <a:xfrm>
            <a:off x="858208" y="4223828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9ED1EC2-F9A7-6D19-26D0-57AB1B68B669}"/>
              </a:ext>
            </a:extLst>
          </p:cNvPr>
          <p:cNvSpPr/>
          <p:nvPr/>
        </p:nvSpPr>
        <p:spPr>
          <a:xfrm>
            <a:off x="1686142" y="4225503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580829E-7DA0-84F4-0F2D-42E06677EC1D}"/>
              </a:ext>
            </a:extLst>
          </p:cNvPr>
          <p:cNvSpPr/>
          <p:nvPr/>
        </p:nvSpPr>
        <p:spPr>
          <a:xfrm>
            <a:off x="2167948" y="4229089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k=0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35472CE-D4DC-7525-1F62-F85815FE5BE1}"/>
              </a:ext>
            </a:extLst>
          </p:cNvPr>
          <p:cNvSpPr/>
          <p:nvPr/>
        </p:nvSpPr>
        <p:spPr>
          <a:xfrm>
            <a:off x="4004938" y="4220997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 &lt; earnings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19A2903-27FA-15A1-491B-93348C362864}"/>
              </a:ext>
            </a:extLst>
          </p:cNvPr>
          <p:cNvSpPr/>
          <p:nvPr/>
        </p:nvSpPr>
        <p:spPr>
          <a:xfrm>
            <a:off x="7392768" y="4229087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13F8C97-B653-1015-5A9E-ACA64697AF37}"/>
              </a:ext>
            </a:extLst>
          </p:cNvPr>
          <p:cNvSpPr/>
          <p:nvPr/>
        </p:nvSpPr>
        <p:spPr>
          <a:xfrm>
            <a:off x="6394447" y="4229088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k++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34152E0-2CBF-65B4-2593-D5F4F35B4390}"/>
              </a:ext>
            </a:extLst>
          </p:cNvPr>
          <p:cNvSpPr/>
          <p:nvPr/>
        </p:nvSpPr>
        <p:spPr>
          <a:xfrm>
            <a:off x="1233289" y="4696071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0E98914-EEC5-FC43-DDA4-887CA2B5B6B1}"/>
              </a:ext>
            </a:extLst>
          </p:cNvPr>
          <p:cNvSpPr/>
          <p:nvPr/>
        </p:nvSpPr>
        <p:spPr>
          <a:xfrm>
            <a:off x="2061223" y="4697746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03CA273-D927-E2B1-49C0-76C4110F6F48}"/>
              </a:ext>
            </a:extLst>
          </p:cNvPr>
          <p:cNvSpPr/>
          <p:nvPr/>
        </p:nvSpPr>
        <p:spPr>
          <a:xfrm>
            <a:off x="2543029" y="4701332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l=0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7EF125C-9D94-2FAE-4177-8C90CCACA601}"/>
              </a:ext>
            </a:extLst>
          </p:cNvPr>
          <p:cNvSpPr/>
          <p:nvPr/>
        </p:nvSpPr>
        <p:spPr>
          <a:xfrm>
            <a:off x="4380019" y="4693240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 &lt; slabs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F92334C-9251-D107-2A24-5708476FA15E}"/>
              </a:ext>
            </a:extLst>
          </p:cNvPr>
          <p:cNvSpPr/>
          <p:nvPr/>
        </p:nvSpPr>
        <p:spPr>
          <a:xfrm>
            <a:off x="7767849" y="4701330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68A1B5F-9AA1-5178-9113-B4E8387F4BE7}"/>
              </a:ext>
            </a:extLst>
          </p:cNvPr>
          <p:cNvSpPr/>
          <p:nvPr/>
        </p:nvSpPr>
        <p:spPr>
          <a:xfrm>
            <a:off x="6769528" y="4701331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l++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8A83F51-5C42-3B35-1482-87DD5E897DFC}"/>
              </a:ext>
            </a:extLst>
          </p:cNvPr>
          <p:cNvSpPr/>
          <p:nvPr/>
        </p:nvSpPr>
        <p:spPr>
          <a:xfrm>
            <a:off x="1701640" y="5171670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95F9806-CA07-7F7B-D723-D35E19725FAD}"/>
              </a:ext>
            </a:extLst>
          </p:cNvPr>
          <p:cNvSpPr/>
          <p:nvPr/>
        </p:nvSpPr>
        <p:spPr>
          <a:xfrm>
            <a:off x="2529574" y="5173345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341A9CD-A24B-D3F5-87F6-BEAD4EC94AF5}"/>
              </a:ext>
            </a:extLst>
          </p:cNvPr>
          <p:cNvSpPr/>
          <p:nvPr/>
        </p:nvSpPr>
        <p:spPr>
          <a:xfrm>
            <a:off x="3011380" y="5176931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m=0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20AB754-919F-4DE0-3548-1417A3BE7209}"/>
              </a:ext>
            </a:extLst>
          </p:cNvPr>
          <p:cNvSpPr/>
          <p:nvPr/>
        </p:nvSpPr>
        <p:spPr>
          <a:xfrm>
            <a:off x="4848370" y="5168839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 &lt; data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52A6D17-65F2-9F77-58BE-A1F48F2D5ED0}"/>
              </a:ext>
            </a:extLst>
          </p:cNvPr>
          <p:cNvSpPr/>
          <p:nvPr/>
        </p:nvSpPr>
        <p:spPr>
          <a:xfrm>
            <a:off x="8236200" y="5176929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5161313-45BB-FAE4-4737-9986E9C5B1F2}"/>
              </a:ext>
            </a:extLst>
          </p:cNvPr>
          <p:cNvSpPr/>
          <p:nvPr/>
        </p:nvSpPr>
        <p:spPr>
          <a:xfrm>
            <a:off x="7237879" y="5176930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m++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D1A0BAC6-2C54-AC84-7165-E9B68AC57993}"/>
              </a:ext>
            </a:extLst>
          </p:cNvPr>
          <p:cNvSpPr/>
          <p:nvPr/>
        </p:nvSpPr>
        <p:spPr>
          <a:xfrm>
            <a:off x="3084916" y="5748599"/>
            <a:ext cx="5283762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cout</a:t>
            </a:r>
            <a:r>
              <a:rPr lang="en-US" sz="2800" b="1" dirty="0">
                <a:solidFill>
                  <a:schemeClr val="bg1"/>
                </a:solidFill>
              </a:rPr>
              <a:t>&lt;&lt;Financials[</a:t>
            </a:r>
            <a:r>
              <a:rPr lang="en-US" sz="2800" b="1" dirty="0">
                <a:solidFill>
                  <a:srgbClr val="C00000"/>
                </a:solidFill>
              </a:rPr>
              <a:t>0</a:t>
            </a:r>
            <a:r>
              <a:rPr lang="en-US" sz="2800" b="1" dirty="0">
                <a:solidFill>
                  <a:schemeClr val="bg1"/>
                </a:solidFill>
              </a:rPr>
              <a:t>][j][k][l][m];</a:t>
            </a:r>
          </a:p>
        </p:txBody>
      </p:sp>
    </p:spTree>
    <p:extLst>
      <p:ext uri="{BB962C8B-B14F-4D97-AF65-F5344CB8AC3E}">
        <p14:creationId xmlns:p14="http://schemas.microsoft.com/office/powerpoint/2010/main" val="290216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"/>
                            </p:stCondLst>
                            <p:childTnLst>
                              <p:par>
                                <p:cTn id="8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"/>
                            </p:stCondLst>
                            <p:childTnLst>
                              <p:par>
                                <p:cTn id="9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50"/>
                            </p:stCondLst>
                            <p:childTnLst>
                              <p:par>
                                <p:cTn id="10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1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2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2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2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0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750"/>
                            </p:stCondLst>
                            <p:childTnLst>
                              <p:par>
                                <p:cTn id="1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000"/>
                            </p:stCondLst>
                            <p:childTnLst>
                              <p:par>
                                <p:cTn id="1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250"/>
                            </p:stCondLst>
                            <p:childTnLst>
                              <p:par>
                                <p:cTn id="1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2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500"/>
                            </p:stCondLst>
                            <p:childTnLst>
                              <p:par>
                                <p:cTn id="14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0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750"/>
                            </p:stCondLst>
                            <p:childTnLst>
                              <p:par>
                                <p:cTn id="15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4000"/>
                            </p:stCondLst>
                            <p:childTnLst>
                              <p:par>
                                <p:cTn id="15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2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0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000"/>
                            </p:stCondLst>
                            <p:childTnLst>
                              <p:par>
                                <p:cTn id="2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000"/>
                            </p:stCondLst>
                            <p:childTnLst>
                              <p:par>
                                <p:cTn id="2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1000"/>
                            </p:stCondLst>
                            <p:childTnLst>
                              <p:par>
                                <p:cTn id="28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500"/>
                            </p:stCondLst>
                            <p:childTnLst>
                              <p:par>
                                <p:cTn id="3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9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250" autoRev="1" fill="remove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7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8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9" dur="250" autoRev="1" fill="remove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330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5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6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250" autoRev="1" fill="remove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3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4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250" autoRev="1" fill="remove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250" autoRev="1" fill="remove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1" dur="250" autoRev="1" fill="remove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2" dur="250" autoRev="1" fill="remove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250" autoRev="1" fill="remove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354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5" fill="hold">
                      <p:stCondLst>
                        <p:cond delay="0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9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250" autoRev="1" fill="remove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7" dur="250" autoRev="1" fill="remove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8" dur="250" autoRev="1" fill="remove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250" autoRev="1" fill="remove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250" autoRev="1" fill="remove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5" dur="250" autoRev="1" fill="remove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6" dur="250" autoRev="1" fill="remove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250" autoRev="1" fill="remove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250" autoRev="1" fill="remove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3" dur="250" autoRev="1" fill="remove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4" dur="250" autoRev="1" fill="remove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250" autoRev="1" fill="remove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1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2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394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5" fill="hold">
                      <p:stCondLst>
                        <p:cond delay="0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9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0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1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7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8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9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5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6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7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418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2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3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4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5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1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2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3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9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0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1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7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8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9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4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5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6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7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63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4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5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466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0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1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2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3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9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0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1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7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8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9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490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1" fill="hold">
                      <p:stCondLst>
                        <p:cond delay="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4" dur="250" autoRev="1" fill="remov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5" dur="250" autoRev="1" fill="remov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6" dur="250" autoRev="1" fill="remov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7" dur="250" autoRev="1" fill="remov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2" dur="250" autoRev="1" fill="remove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03" dur="250" autoRev="1" fill="remov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4" dur="250" autoRev="1" fill="remov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5" dur="250" autoRev="1" fill="remov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0" dur="250" autoRev="1" fill="remov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11" dur="250" autoRev="1" fill="remov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2" dur="250" autoRev="1" fill="remov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3" dur="250" autoRev="1" fill="remov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</p:childTnLst>
        </p:cTn>
      </p:par>
    </p:tnLst>
    <p:bldLst>
      <p:bldP spid="7" grpId="0" animBg="1"/>
      <p:bldP spid="23" grpId="0" uiExpand="1" build="p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75" grpId="0" uiExpand="1" build="p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551EB-A227-C352-23B1-0B31A2F71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33D94C3-5BB0-EBFE-171E-023DB39DF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523" y="177837"/>
            <a:ext cx="8844554" cy="1112459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Problem Statement: storing data of students for distributing financial aid (scholarship)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B5ADD20-5C28-806F-5C12-B2732029FC94}"/>
              </a:ext>
            </a:extLst>
          </p:cNvPr>
          <p:cNvGrpSpPr/>
          <p:nvPr/>
        </p:nvGrpSpPr>
        <p:grpSpPr>
          <a:xfrm>
            <a:off x="48126" y="1539863"/>
            <a:ext cx="2697045" cy="29540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0C0823E-EE21-B3ED-E935-6D7B0A0EEAF1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E8D56307-DD8C-AA92-BD27-E7BC0126C736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const int batches=3 ;</a:t>
              </a:r>
              <a:endParaRPr lang="en-PK" sz="2000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6898D5-2FE1-EAE3-0018-5C06F7AF64D7}"/>
              </a:ext>
            </a:extLst>
          </p:cNvPr>
          <p:cNvGrpSpPr/>
          <p:nvPr/>
        </p:nvGrpSpPr>
        <p:grpSpPr>
          <a:xfrm>
            <a:off x="2745172" y="1551161"/>
            <a:ext cx="1843427" cy="295406"/>
            <a:chOff x="1151362" y="879116"/>
            <a:chExt cx="2185694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17EB5F9-4DF9-1CB6-B806-E9700DE03F64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190DAFE0-F53A-9334-9C40-5E19BB2CA368}"/>
                </a:ext>
              </a:extLst>
            </p:cNvPr>
            <p:cNvSpPr txBox="1"/>
            <p:nvPr/>
          </p:nvSpPr>
          <p:spPr>
            <a:xfrm>
              <a:off x="1191773" y="945889"/>
              <a:ext cx="2145283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academics=4 </a:t>
              </a:r>
              <a:endParaRPr lang="en-PK" sz="2000" b="1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300CBC-6E74-75E8-B574-64D38F3D8398}"/>
              </a:ext>
            </a:extLst>
          </p:cNvPr>
          <p:cNvGrpSpPr/>
          <p:nvPr/>
        </p:nvGrpSpPr>
        <p:grpSpPr>
          <a:xfrm>
            <a:off x="4559416" y="1539863"/>
            <a:ext cx="1882266" cy="29540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7D56AEB-6BBB-34C7-09B7-7B5FCD2A92D8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021553EE-0F14-7431-1395-96624B8801E0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earnings=2 </a:t>
              </a:r>
              <a:endParaRPr lang="en-PK" sz="2000" b="1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1B6261-9576-28B7-988F-080CCD667E82}"/>
              </a:ext>
            </a:extLst>
          </p:cNvPr>
          <p:cNvGrpSpPr/>
          <p:nvPr/>
        </p:nvGrpSpPr>
        <p:grpSpPr>
          <a:xfrm>
            <a:off x="6441683" y="1539093"/>
            <a:ext cx="1303506" cy="29540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8C56FDD-F5E6-060D-F752-7E5746CB2177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505BBCF7-F697-944E-E3B0-67E7FA5955B6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slabs=5 </a:t>
              </a:r>
              <a:endParaRPr lang="en-PK" sz="2000" b="1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A036E3-2FCF-7804-B27C-067F4AEDC3AF}"/>
              </a:ext>
            </a:extLst>
          </p:cNvPr>
          <p:cNvGrpSpPr/>
          <p:nvPr/>
        </p:nvGrpSpPr>
        <p:grpSpPr>
          <a:xfrm>
            <a:off x="7760014" y="1539893"/>
            <a:ext cx="1989071" cy="29540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A59DB21-B9AF-6470-EB12-17DF12BEE2A4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A1290CE4-621E-CFC9-1914-96525A5783B4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data=1500 ;</a:t>
              </a:r>
              <a:endParaRPr lang="en-PK" sz="2000" b="1" dirty="0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0C19221-6C1A-1F6A-FB3E-F38FFB031A2A}"/>
              </a:ext>
            </a:extLst>
          </p:cNvPr>
          <p:cNvSpPr txBox="1">
            <a:spLocks/>
          </p:cNvSpPr>
          <p:nvPr/>
        </p:nvSpPr>
        <p:spPr>
          <a:xfrm>
            <a:off x="10124935" y="2543717"/>
            <a:ext cx="2533102" cy="4279517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Dimensions Mapping :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[batches]:</a:t>
            </a:r>
            <a:r>
              <a:rPr lang="en-US" sz="1800" dirty="0"/>
              <a:t> 0=22, 1=23, 2=24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[academics]:  </a:t>
            </a:r>
            <a:r>
              <a:rPr lang="en-US" sz="1800" dirty="0"/>
              <a:t>0=Excellent, 1=Very Good, 2=Good, 3=Average 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[earnings]:</a:t>
            </a:r>
            <a:r>
              <a:rPr lang="en-US" sz="1800" dirty="0"/>
              <a:t> 0=Self, 1=Family-</a:t>
            </a:r>
            <a:r>
              <a:rPr lang="en-US" sz="1800" dirty="0" err="1"/>
              <a:t>Dependant</a:t>
            </a: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[slabs]:</a:t>
            </a:r>
            <a:r>
              <a:rPr lang="en-US" sz="1800" dirty="0"/>
              <a:t> 0=slab1, 1=slab2, 2=slab3, 3=slab4, 4=slab5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[data]:</a:t>
            </a:r>
            <a:r>
              <a:rPr lang="en-US" sz="1800" dirty="0"/>
              <a:t> 0 – 1499: containing Household income of students.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BAD6B6-B359-8C13-4160-4D55FAF7A109}"/>
              </a:ext>
            </a:extLst>
          </p:cNvPr>
          <p:cNvSpPr/>
          <p:nvPr/>
        </p:nvSpPr>
        <p:spPr>
          <a:xfrm>
            <a:off x="48126" y="1894129"/>
            <a:ext cx="100337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long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0D9B330-B20D-FA5D-D41F-A4EF6D247D9A}"/>
              </a:ext>
            </a:extLst>
          </p:cNvPr>
          <p:cNvSpPr/>
          <p:nvPr/>
        </p:nvSpPr>
        <p:spPr>
          <a:xfrm>
            <a:off x="3064134" y="1880826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62D33B8-6940-B643-C2C7-88D4317AFED5}"/>
              </a:ext>
            </a:extLst>
          </p:cNvPr>
          <p:cNvSpPr/>
          <p:nvPr/>
        </p:nvSpPr>
        <p:spPr>
          <a:xfrm>
            <a:off x="3321451" y="1894129"/>
            <a:ext cx="111688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batches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2B1C82E-0F9E-A1EC-4A22-661FAB49BAC1}"/>
              </a:ext>
            </a:extLst>
          </p:cNvPr>
          <p:cNvSpPr/>
          <p:nvPr/>
        </p:nvSpPr>
        <p:spPr>
          <a:xfrm>
            <a:off x="4455893" y="1894129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2B232DD-8552-2242-1328-D90CC70A1040}"/>
              </a:ext>
            </a:extLst>
          </p:cNvPr>
          <p:cNvSpPr/>
          <p:nvPr/>
        </p:nvSpPr>
        <p:spPr>
          <a:xfrm>
            <a:off x="1077541" y="1880826"/>
            <a:ext cx="1976864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Financials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A7C8330-F623-3637-E451-9BDE0B7CC32F}"/>
              </a:ext>
            </a:extLst>
          </p:cNvPr>
          <p:cNvSpPr/>
          <p:nvPr/>
        </p:nvSpPr>
        <p:spPr>
          <a:xfrm>
            <a:off x="4705386" y="1894129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D75D00A-0E6C-CFA6-563C-BC39295F1880}"/>
              </a:ext>
            </a:extLst>
          </p:cNvPr>
          <p:cNvSpPr/>
          <p:nvPr/>
        </p:nvSpPr>
        <p:spPr>
          <a:xfrm>
            <a:off x="4952975" y="1894129"/>
            <a:ext cx="1452573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academics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11351E7-39C7-0403-A5F6-663C54D9312F}"/>
              </a:ext>
            </a:extLst>
          </p:cNvPr>
          <p:cNvSpPr/>
          <p:nvPr/>
        </p:nvSpPr>
        <p:spPr>
          <a:xfrm>
            <a:off x="6427895" y="1907432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391CAC4-E6DD-0F4F-ACA8-F26DD7EB8ED9}"/>
              </a:ext>
            </a:extLst>
          </p:cNvPr>
          <p:cNvSpPr/>
          <p:nvPr/>
        </p:nvSpPr>
        <p:spPr>
          <a:xfrm>
            <a:off x="6674809" y="1913585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1FD2853-F411-D660-DCE0-5C7DF372132E}"/>
              </a:ext>
            </a:extLst>
          </p:cNvPr>
          <p:cNvSpPr/>
          <p:nvPr/>
        </p:nvSpPr>
        <p:spPr>
          <a:xfrm>
            <a:off x="6932126" y="1913585"/>
            <a:ext cx="1192153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Earnings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170F0F1-3601-4801-55EE-58DF9B970876}"/>
              </a:ext>
            </a:extLst>
          </p:cNvPr>
          <p:cNvSpPr/>
          <p:nvPr/>
        </p:nvSpPr>
        <p:spPr>
          <a:xfrm>
            <a:off x="8142513" y="1913585"/>
            <a:ext cx="293110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969BC7D-5EBE-1EEC-4EAC-2810D3472AA1}"/>
              </a:ext>
            </a:extLst>
          </p:cNvPr>
          <p:cNvSpPr/>
          <p:nvPr/>
        </p:nvSpPr>
        <p:spPr>
          <a:xfrm>
            <a:off x="8444582" y="1923897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BDD0A12-C353-9813-D5D7-5326C797E8E1}"/>
              </a:ext>
            </a:extLst>
          </p:cNvPr>
          <p:cNvSpPr/>
          <p:nvPr/>
        </p:nvSpPr>
        <p:spPr>
          <a:xfrm>
            <a:off x="8701901" y="1914169"/>
            <a:ext cx="88306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Slabs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0737849-A08F-E3AE-04F4-84E1E7430E76}"/>
              </a:ext>
            </a:extLst>
          </p:cNvPr>
          <p:cNvSpPr/>
          <p:nvPr/>
        </p:nvSpPr>
        <p:spPr>
          <a:xfrm>
            <a:off x="9607316" y="1923897"/>
            <a:ext cx="293110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A8BE42B-CA3A-EB3C-97F6-66AD84A07756}"/>
              </a:ext>
            </a:extLst>
          </p:cNvPr>
          <p:cNvSpPr/>
          <p:nvPr/>
        </p:nvSpPr>
        <p:spPr>
          <a:xfrm>
            <a:off x="9912285" y="1923313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E525045-04E0-AAF1-6FB2-4C51862EF775}"/>
              </a:ext>
            </a:extLst>
          </p:cNvPr>
          <p:cNvSpPr/>
          <p:nvPr/>
        </p:nvSpPr>
        <p:spPr>
          <a:xfrm>
            <a:off x="10160862" y="1923313"/>
            <a:ext cx="88306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C97C725-8D9B-1887-9E92-AC1635FD164A}"/>
              </a:ext>
            </a:extLst>
          </p:cNvPr>
          <p:cNvSpPr/>
          <p:nvPr/>
        </p:nvSpPr>
        <p:spPr>
          <a:xfrm>
            <a:off x="11055789" y="1923313"/>
            <a:ext cx="48827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C4E580B7-C906-A93D-8FB7-642F4B03365A}"/>
              </a:ext>
            </a:extLst>
          </p:cNvPr>
          <p:cNvSpPr txBox="1">
            <a:spLocks/>
          </p:cNvSpPr>
          <p:nvPr/>
        </p:nvSpPr>
        <p:spPr>
          <a:xfrm>
            <a:off x="470565" y="2791660"/>
            <a:ext cx="5611841" cy="615429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r>
              <a:rPr lang="en-US" sz="1800" b="1" dirty="0"/>
              <a:t>Print financial data of all students of batch-23 &amp; 24 having excellent academic performance in grade-12?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426338-8788-BFBF-1774-2DB87E4C15F4}"/>
              </a:ext>
            </a:extLst>
          </p:cNvPr>
          <p:cNvSpPr/>
          <p:nvPr/>
        </p:nvSpPr>
        <p:spPr>
          <a:xfrm>
            <a:off x="225659" y="3557395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13DF01-3E67-4287-7071-081F3A33016D}"/>
              </a:ext>
            </a:extLst>
          </p:cNvPr>
          <p:cNvSpPr/>
          <p:nvPr/>
        </p:nvSpPr>
        <p:spPr>
          <a:xfrm>
            <a:off x="1053593" y="3559070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42704-82F7-4025-9C5D-014FBEAAE34C}"/>
              </a:ext>
            </a:extLst>
          </p:cNvPr>
          <p:cNvSpPr/>
          <p:nvPr/>
        </p:nvSpPr>
        <p:spPr>
          <a:xfrm>
            <a:off x="1545127" y="3572384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int </a:t>
            </a:r>
            <a:r>
              <a:rPr lang="en-US" sz="2800" b="1" dirty="0" err="1">
                <a:solidFill>
                  <a:srgbClr val="FF0000"/>
                </a:solidFill>
              </a:rPr>
              <a:t>i</a:t>
            </a:r>
            <a:r>
              <a:rPr lang="en-US" sz="2800" b="1" dirty="0">
                <a:solidFill>
                  <a:srgbClr val="FF0000"/>
                </a:solidFill>
              </a:rPr>
              <a:t>=1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95D5B3-1416-6800-D8B5-009DBE53E79D}"/>
              </a:ext>
            </a:extLst>
          </p:cNvPr>
          <p:cNvSpPr/>
          <p:nvPr/>
        </p:nvSpPr>
        <p:spPr>
          <a:xfrm>
            <a:off x="3382117" y="3564292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 &lt; batches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A5AC8F-5502-CE9A-BA64-0DCFE3C886B5}"/>
              </a:ext>
            </a:extLst>
          </p:cNvPr>
          <p:cNvSpPr/>
          <p:nvPr/>
        </p:nvSpPr>
        <p:spPr>
          <a:xfrm>
            <a:off x="6769947" y="3572382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A3CA5D-D9AA-14C2-FB59-6DC62179B922}"/>
              </a:ext>
            </a:extLst>
          </p:cNvPr>
          <p:cNvSpPr/>
          <p:nvPr/>
        </p:nvSpPr>
        <p:spPr>
          <a:xfrm>
            <a:off x="5771626" y="3572383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i++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BB90E2-D48F-3245-4D6A-DAC6F85A04DC}"/>
              </a:ext>
            </a:extLst>
          </p:cNvPr>
          <p:cNvSpPr/>
          <p:nvPr/>
        </p:nvSpPr>
        <p:spPr>
          <a:xfrm>
            <a:off x="725800" y="4027676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85B3256-210C-17F2-4880-09072B1EA27C}"/>
              </a:ext>
            </a:extLst>
          </p:cNvPr>
          <p:cNvSpPr/>
          <p:nvPr/>
        </p:nvSpPr>
        <p:spPr>
          <a:xfrm>
            <a:off x="1553734" y="4029351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E5522E-5E73-23C2-74A7-EF68709C13A3}"/>
              </a:ext>
            </a:extLst>
          </p:cNvPr>
          <p:cNvSpPr/>
          <p:nvPr/>
        </p:nvSpPr>
        <p:spPr>
          <a:xfrm>
            <a:off x="2035540" y="4032937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k=0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4BEEB18-0933-9FD8-2EBA-8AF4C3452EF5}"/>
              </a:ext>
            </a:extLst>
          </p:cNvPr>
          <p:cNvSpPr/>
          <p:nvPr/>
        </p:nvSpPr>
        <p:spPr>
          <a:xfrm>
            <a:off x="3872530" y="4024845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 &lt; earnings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5BC5A43-91B8-AEE1-DE80-E7454704DDBB}"/>
              </a:ext>
            </a:extLst>
          </p:cNvPr>
          <p:cNvSpPr/>
          <p:nvPr/>
        </p:nvSpPr>
        <p:spPr>
          <a:xfrm>
            <a:off x="7260360" y="4032935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9DDD95B-4B3B-31AB-221F-8B9E11ED7974}"/>
              </a:ext>
            </a:extLst>
          </p:cNvPr>
          <p:cNvSpPr/>
          <p:nvPr/>
        </p:nvSpPr>
        <p:spPr>
          <a:xfrm>
            <a:off x="6262039" y="4032936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k++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F906431-30AA-F52C-74CE-2116F802D4C3}"/>
              </a:ext>
            </a:extLst>
          </p:cNvPr>
          <p:cNvSpPr/>
          <p:nvPr/>
        </p:nvSpPr>
        <p:spPr>
          <a:xfrm>
            <a:off x="1100881" y="4499919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BC05935-5E38-61D1-A2E7-582D07701FA6}"/>
              </a:ext>
            </a:extLst>
          </p:cNvPr>
          <p:cNvSpPr/>
          <p:nvPr/>
        </p:nvSpPr>
        <p:spPr>
          <a:xfrm>
            <a:off x="1928815" y="4501594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0AB1A23-5983-E939-A87E-212546913DE3}"/>
              </a:ext>
            </a:extLst>
          </p:cNvPr>
          <p:cNvSpPr/>
          <p:nvPr/>
        </p:nvSpPr>
        <p:spPr>
          <a:xfrm>
            <a:off x="2410621" y="4505180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l=0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400638-2D64-4EFE-15F4-75E6909D8E3F}"/>
              </a:ext>
            </a:extLst>
          </p:cNvPr>
          <p:cNvSpPr/>
          <p:nvPr/>
        </p:nvSpPr>
        <p:spPr>
          <a:xfrm>
            <a:off x="4247611" y="4497088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 &lt; slabs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ED58135-971B-DB37-3EFE-AB46CCDAFD91}"/>
              </a:ext>
            </a:extLst>
          </p:cNvPr>
          <p:cNvSpPr/>
          <p:nvPr/>
        </p:nvSpPr>
        <p:spPr>
          <a:xfrm>
            <a:off x="7635441" y="4505178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82F696E-3069-36A2-B7E7-F1E67FF526FD}"/>
              </a:ext>
            </a:extLst>
          </p:cNvPr>
          <p:cNvSpPr/>
          <p:nvPr/>
        </p:nvSpPr>
        <p:spPr>
          <a:xfrm>
            <a:off x="6637120" y="4505179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l++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3C5C129-E2E6-10CB-7210-55066C58F02B}"/>
              </a:ext>
            </a:extLst>
          </p:cNvPr>
          <p:cNvSpPr/>
          <p:nvPr/>
        </p:nvSpPr>
        <p:spPr>
          <a:xfrm>
            <a:off x="1569232" y="4975518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90840C4-420B-5947-C4DC-5EFADA0F001E}"/>
              </a:ext>
            </a:extLst>
          </p:cNvPr>
          <p:cNvSpPr/>
          <p:nvPr/>
        </p:nvSpPr>
        <p:spPr>
          <a:xfrm>
            <a:off x="2397166" y="4977193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C093368-21EE-75BC-A4E1-BFAA36093E70}"/>
              </a:ext>
            </a:extLst>
          </p:cNvPr>
          <p:cNvSpPr/>
          <p:nvPr/>
        </p:nvSpPr>
        <p:spPr>
          <a:xfrm>
            <a:off x="2878972" y="4980779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m=0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5102AEA-8C2F-02B6-49DA-289CB2EFD30E}"/>
              </a:ext>
            </a:extLst>
          </p:cNvPr>
          <p:cNvSpPr/>
          <p:nvPr/>
        </p:nvSpPr>
        <p:spPr>
          <a:xfrm>
            <a:off x="4715962" y="4972687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 &lt; data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087AF56-4A56-C0D7-C4A9-C443F324DB2F}"/>
              </a:ext>
            </a:extLst>
          </p:cNvPr>
          <p:cNvSpPr/>
          <p:nvPr/>
        </p:nvSpPr>
        <p:spPr>
          <a:xfrm>
            <a:off x="8103792" y="4980777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6C256A2-0CE5-73D3-09F1-F57F64494870}"/>
              </a:ext>
            </a:extLst>
          </p:cNvPr>
          <p:cNvSpPr/>
          <p:nvPr/>
        </p:nvSpPr>
        <p:spPr>
          <a:xfrm>
            <a:off x="7105471" y="4980778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m++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E5D92D9-01AB-3C13-0261-FF58FCDFF1CF}"/>
              </a:ext>
            </a:extLst>
          </p:cNvPr>
          <p:cNvSpPr/>
          <p:nvPr/>
        </p:nvSpPr>
        <p:spPr>
          <a:xfrm>
            <a:off x="3758498" y="5488279"/>
            <a:ext cx="4922802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cout</a:t>
            </a:r>
            <a:r>
              <a:rPr lang="en-US" sz="2800" b="1" dirty="0">
                <a:solidFill>
                  <a:schemeClr val="bg1"/>
                </a:solidFill>
              </a:rPr>
              <a:t>&lt;&lt;Financials[</a:t>
            </a:r>
            <a:r>
              <a:rPr lang="en-US" sz="2800" b="1" dirty="0" err="1">
                <a:solidFill>
                  <a:schemeClr val="bg1"/>
                </a:solidFill>
              </a:rPr>
              <a:t>i</a:t>
            </a:r>
            <a:r>
              <a:rPr lang="en-US" sz="2800" b="1" dirty="0">
                <a:solidFill>
                  <a:schemeClr val="bg1"/>
                </a:solidFill>
              </a:rPr>
              <a:t>][</a:t>
            </a:r>
            <a:r>
              <a:rPr lang="en-US" sz="2800" b="1" dirty="0">
                <a:solidFill>
                  <a:srgbClr val="C00000"/>
                </a:solidFill>
              </a:rPr>
              <a:t>0</a:t>
            </a:r>
            <a:r>
              <a:rPr lang="en-US" sz="2800" b="1" dirty="0">
                <a:solidFill>
                  <a:schemeClr val="bg1"/>
                </a:solidFill>
              </a:rPr>
              <a:t>][k][l][m];</a:t>
            </a:r>
          </a:p>
        </p:txBody>
      </p:sp>
    </p:spTree>
    <p:extLst>
      <p:ext uri="{BB962C8B-B14F-4D97-AF65-F5344CB8AC3E}">
        <p14:creationId xmlns:p14="http://schemas.microsoft.com/office/powerpoint/2010/main" val="272997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"/>
                            </p:stCondLst>
                            <p:childTnLst>
                              <p:par>
                                <p:cTn id="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"/>
                            </p:stCondLst>
                            <p:childTnLst>
                              <p:par>
                                <p:cTn id="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250"/>
                            </p:stCondLst>
                            <p:childTnLst>
                              <p:par>
                                <p:cTn id="10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2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1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250"/>
                            </p:stCondLst>
                            <p:childTnLst>
                              <p:par>
                                <p:cTn id="12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2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6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"/>
                            </p:stCondLst>
                            <p:childTnLst>
                              <p:par>
                                <p:cTn id="1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2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3250"/>
                            </p:stCondLst>
                            <p:childTnLst>
                              <p:par>
                                <p:cTn id="1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2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500"/>
                            </p:stCondLst>
                            <p:childTnLst>
                              <p:par>
                                <p:cTn id="1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750"/>
                            </p:stCondLst>
                            <p:childTnLst>
                              <p:par>
                                <p:cTn id="1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000"/>
                            </p:stCondLst>
                            <p:childTnLst>
                              <p:par>
                                <p:cTn id="1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2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2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500"/>
                            </p:stCondLst>
                            <p:childTnLst>
                              <p:par>
                                <p:cTn id="24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000"/>
                            </p:stCondLst>
                            <p:childTnLst>
                              <p:par>
                                <p:cTn id="25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0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0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5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4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4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1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2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4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55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6" fill="hold">
                      <p:stCondLst>
                        <p:cond delay="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9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0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8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5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6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8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4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250" autoRev="1" fill="remove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2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4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9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0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2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8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6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8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419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0" fill="hold">
                      <p:stCondLst>
                        <p:cond delay="0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3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4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6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2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4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435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9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0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2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43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7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8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9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0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45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2" fill="hold">
                      <p:stCondLst>
                        <p:cond delay="0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5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6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59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0" fill="hold">
                      <p:stCondLst>
                        <p:cond delay="0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64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6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2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3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4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9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0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2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483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4" fill="hold">
                      <p:stCondLst>
                        <p:cond delay="0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7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8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0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491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2" fill="hold">
                      <p:stCondLst>
                        <p:cond delay="0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6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7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8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499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0" fill="hold">
                      <p:stCondLst>
                        <p:cond delay="0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3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04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6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0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12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3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4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  <p:bldLst>
      <p:bldP spid="7" grpId="0" animBg="1"/>
      <p:bldP spid="23" grpId="0" uiExpand="1" build="p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75" grpId="0" uiExpand="1" build="p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41" grpId="0" animBg="1"/>
      <p:bldP spid="41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849E6-C21D-F2D3-5255-3E71844AE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7651B1E-EFE4-1398-6DD7-669240B3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523" y="177838"/>
            <a:ext cx="8844554" cy="833554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800" dirty="0"/>
              <a:t>Problem Statement: storing data of students for distributing financial aid (scholarship)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2CDE55-E6EB-3663-41BC-A230717D8627}"/>
              </a:ext>
            </a:extLst>
          </p:cNvPr>
          <p:cNvGrpSpPr/>
          <p:nvPr/>
        </p:nvGrpSpPr>
        <p:grpSpPr>
          <a:xfrm>
            <a:off x="288756" y="1188725"/>
            <a:ext cx="2697045" cy="264960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E14FC9E-A837-8B49-5C70-DBCE0893D9D7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E00E128B-5FA0-7962-B8CE-B2E88DD0016A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const int batches=3 ;</a:t>
              </a:r>
              <a:endParaRPr lang="en-PK" sz="2000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7BEC9A-724D-AFF0-A581-FE619901CCBA}"/>
              </a:ext>
            </a:extLst>
          </p:cNvPr>
          <p:cNvGrpSpPr/>
          <p:nvPr/>
        </p:nvGrpSpPr>
        <p:grpSpPr>
          <a:xfrm>
            <a:off x="2985802" y="1200023"/>
            <a:ext cx="1843427" cy="264960"/>
            <a:chOff x="1151362" y="879116"/>
            <a:chExt cx="2185694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EAE8F4E-E305-83A7-63D4-579FE4B3AC11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91A64CCD-A88A-5E21-FF96-1756DEA0DE21}"/>
                </a:ext>
              </a:extLst>
            </p:cNvPr>
            <p:cNvSpPr txBox="1"/>
            <p:nvPr/>
          </p:nvSpPr>
          <p:spPr>
            <a:xfrm>
              <a:off x="1191773" y="945889"/>
              <a:ext cx="2145283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academics=4 </a:t>
              </a:r>
              <a:endParaRPr lang="en-PK" sz="2000" b="1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1298B7-6227-8BE0-CFB0-E043A46D3169}"/>
              </a:ext>
            </a:extLst>
          </p:cNvPr>
          <p:cNvGrpSpPr/>
          <p:nvPr/>
        </p:nvGrpSpPr>
        <p:grpSpPr>
          <a:xfrm>
            <a:off x="4800046" y="1188725"/>
            <a:ext cx="1882266" cy="264960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B228F3E-4808-A0EA-310E-77DACD43A36A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48807821-2FE4-8AD6-9972-4DD477F80A99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earnings=2 </a:t>
              </a:r>
              <a:endParaRPr lang="en-PK" sz="2000" b="1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971C95B-BD18-8DBD-5EAE-A7D688DDB9E9}"/>
              </a:ext>
            </a:extLst>
          </p:cNvPr>
          <p:cNvGrpSpPr/>
          <p:nvPr/>
        </p:nvGrpSpPr>
        <p:grpSpPr>
          <a:xfrm>
            <a:off x="6682313" y="1187955"/>
            <a:ext cx="1303506" cy="264960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F750AF9-25CF-3C5E-AD14-4698007A9362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C49D066D-D01A-EFEE-4011-A024E9E58B6E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slabs=5 </a:t>
              </a:r>
              <a:endParaRPr lang="en-PK" sz="2000" b="1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86CFBE9-B8A7-A798-31C9-34980F2345CB}"/>
              </a:ext>
            </a:extLst>
          </p:cNvPr>
          <p:cNvGrpSpPr/>
          <p:nvPr/>
        </p:nvGrpSpPr>
        <p:grpSpPr>
          <a:xfrm>
            <a:off x="8000644" y="1188755"/>
            <a:ext cx="1989071" cy="264960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C13A4E3-146E-6B3C-1267-8EAD7538154A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9C06BC3A-652D-3E18-0516-C10E68BA10EE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, data=1500 ;</a:t>
              </a:r>
              <a:endParaRPr lang="en-PK" sz="2000" b="1" dirty="0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C8DD2B9-B63A-D204-AE8E-644F2DE02ADE}"/>
              </a:ext>
            </a:extLst>
          </p:cNvPr>
          <p:cNvSpPr txBox="1">
            <a:spLocks/>
          </p:cNvSpPr>
          <p:nvPr/>
        </p:nvSpPr>
        <p:spPr>
          <a:xfrm>
            <a:off x="10173575" y="2246356"/>
            <a:ext cx="2533102" cy="4279517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Dimensions Mapping :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[batches]:</a:t>
            </a:r>
            <a:r>
              <a:rPr lang="en-US" sz="1800" dirty="0"/>
              <a:t> 0=22, 1=23, 2=24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[academics]:  </a:t>
            </a:r>
            <a:r>
              <a:rPr lang="en-US" sz="1800" dirty="0"/>
              <a:t>0=Excellent, 1=Very Good, 2=Good, 3=Average 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[earnings]:</a:t>
            </a:r>
            <a:r>
              <a:rPr lang="en-US" sz="1800" dirty="0"/>
              <a:t> 0=Self, 1=Family-Dependent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[slabs]:</a:t>
            </a:r>
            <a:r>
              <a:rPr lang="en-US" sz="1800" dirty="0"/>
              <a:t> 0=slab1, 1=slab2, 2=slab3, 3=slab4, 4=slab5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[data]:</a:t>
            </a:r>
            <a:r>
              <a:rPr lang="en-US" sz="1800" dirty="0"/>
              <a:t> 0 – 1499: containing Household income of students.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0824B3B-849E-FE5B-10C5-31DC25B97C46}"/>
              </a:ext>
            </a:extLst>
          </p:cNvPr>
          <p:cNvSpPr/>
          <p:nvPr/>
        </p:nvSpPr>
        <p:spPr>
          <a:xfrm>
            <a:off x="288756" y="1532600"/>
            <a:ext cx="1003373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long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967C76E-744D-9F79-DFFD-20E3AE6EAC48}"/>
              </a:ext>
            </a:extLst>
          </p:cNvPr>
          <p:cNvSpPr/>
          <p:nvPr/>
        </p:nvSpPr>
        <p:spPr>
          <a:xfrm>
            <a:off x="3304764" y="1519297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C3F14C7-7BC1-6594-822E-E887AF147612}"/>
              </a:ext>
            </a:extLst>
          </p:cNvPr>
          <p:cNvSpPr/>
          <p:nvPr/>
        </p:nvSpPr>
        <p:spPr>
          <a:xfrm>
            <a:off x="3562081" y="1532600"/>
            <a:ext cx="111688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batches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53ABFEC-18C0-A4F2-5A11-AB9C1A5AB003}"/>
              </a:ext>
            </a:extLst>
          </p:cNvPr>
          <p:cNvSpPr/>
          <p:nvPr/>
        </p:nvSpPr>
        <p:spPr>
          <a:xfrm>
            <a:off x="4696523" y="1532600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9F1AF2-FB88-6084-123B-547328161315}"/>
              </a:ext>
            </a:extLst>
          </p:cNvPr>
          <p:cNvSpPr/>
          <p:nvPr/>
        </p:nvSpPr>
        <p:spPr>
          <a:xfrm>
            <a:off x="1318171" y="1519297"/>
            <a:ext cx="1976864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Financials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FE5968D-B32D-D050-B411-C3EA4B1F4EB4}"/>
              </a:ext>
            </a:extLst>
          </p:cNvPr>
          <p:cNvSpPr/>
          <p:nvPr/>
        </p:nvSpPr>
        <p:spPr>
          <a:xfrm>
            <a:off x="4946016" y="1532600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E02B4B-DADF-3B86-530B-C56DA0A56DE0}"/>
              </a:ext>
            </a:extLst>
          </p:cNvPr>
          <p:cNvSpPr/>
          <p:nvPr/>
        </p:nvSpPr>
        <p:spPr>
          <a:xfrm>
            <a:off x="5193605" y="1532600"/>
            <a:ext cx="1452573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academics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90E0D3E-6A75-75B9-0236-DCA715ED23ED}"/>
              </a:ext>
            </a:extLst>
          </p:cNvPr>
          <p:cNvSpPr/>
          <p:nvPr/>
        </p:nvSpPr>
        <p:spPr>
          <a:xfrm>
            <a:off x="6668525" y="1545903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9A69539-5553-E388-49EA-EEB47FE83727}"/>
              </a:ext>
            </a:extLst>
          </p:cNvPr>
          <p:cNvSpPr/>
          <p:nvPr/>
        </p:nvSpPr>
        <p:spPr>
          <a:xfrm>
            <a:off x="6915439" y="1552056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D981564-D126-03E9-18EC-6B257EADFEF1}"/>
              </a:ext>
            </a:extLst>
          </p:cNvPr>
          <p:cNvSpPr/>
          <p:nvPr/>
        </p:nvSpPr>
        <p:spPr>
          <a:xfrm>
            <a:off x="7172756" y="1552056"/>
            <a:ext cx="1192153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Earnings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332B4D3-39F3-E742-7A5C-58EBC9A250FA}"/>
              </a:ext>
            </a:extLst>
          </p:cNvPr>
          <p:cNvSpPr/>
          <p:nvPr/>
        </p:nvSpPr>
        <p:spPr>
          <a:xfrm>
            <a:off x="8383143" y="1552056"/>
            <a:ext cx="293110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0D79827-9608-5ADF-7E81-3205187DB807}"/>
              </a:ext>
            </a:extLst>
          </p:cNvPr>
          <p:cNvSpPr/>
          <p:nvPr/>
        </p:nvSpPr>
        <p:spPr>
          <a:xfrm>
            <a:off x="8685212" y="1562368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D4F0AAF-F1C1-7831-65DA-5E86C4B18C0E}"/>
              </a:ext>
            </a:extLst>
          </p:cNvPr>
          <p:cNvSpPr/>
          <p:nvPr/>
        </p:nvSpPr>
        <p:spPr>
          <a:xfrm>
            <a:off x="8942531" y="1552640"/>
            <a:ext cx="88306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Slabs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3113E37-4644-B3DF-E136-6A5E69A907A8}"/>
              </a:ext>
            </a:extLst>
          </p:cNvPr>
          <p:cNvSpPr/>
          <p:nvPr/>
        </p:nvSpPr>
        <p:spPr>
          <a:xfrm>
            <a:off x="9847946" y="1562368"/>
            <a:ext cx="293110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4D03DD8-B5D0-4309-B453-F2CEEE29B766}"/>
              </a:ext>
            </a:extLst>
          </p:cNvPr>
          <p:cNvSpPr/>
          <p:nvPr/>
        </p:nvSpPr>
        <p:spPr>
          <a:xfrm>
            <a:off x="10152915" y="1561784"/>
            <a:ext cx="236718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D4F7A91-544E-4783-B806-CA8766719B35}"/>
              </a:ext>
            </a:extLst>
          </p:cNvPr>
          <p:cNvSpPr/>
          <p:nvPr/>
        </p:nvSpPr>
        <p:spPr>
          <a:xfrm>
            <a:off x="10401492" y="1561784"/>
            <a:ext cx="883068" cy="50243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F9653FE-8659-A683-9FFF-9D0CA3214882}"/>
              </a:ext>
            </a:extLst>
          </p:cNvPr>
          <p:cNvSpPr/>
          <p:nvPr/>
        </p:nvSpPr>
        <p:spPr>
          <a:xfrm>
            <a:off x="11296419" y="1561784"/>
            <a:ext cx="488276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];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50115088-85DB-4F7D-6A36-A61C43105CD5}"/>
              </a:ext>
            </a:extLst>
          </p:cNvPr>
          <p:cNvSpPr txBox="1">
            <a:spLocks/>
          </p:cNvSpPr>
          <p:nvPr/>
        </p:nvSpPr>
        <p:spPr>
          <a:xfrm>
            <a:off x="630984" y="2142261"/>
            <a:ext cx="8801773" cy="62721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Print the financial data of Batch-24 students who have very good academic performance, are self-funding their tuition fees, and have the lowest monthly income?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A8A138E-F6C9-C7A7-9299-BDC35947019D}"/>
              </a:ext>
            </a:extLst>
          </p:cNvPr>
          <p:cNvSpPr/>
          <p:nvPr/>
        </p:nvSpPr>
        <p:spPr>
          <a:xfrm>
            <a:off x="771847" y="2846935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A8537D2-707C-86CA-DC28-028F5F915BAE}"/>
              </a:ext>
            </a:extLst>
          </p:cNvPr>
          <p:cNvSpPr/>
          <p:nvPr/>
        </p:nvSpPr>
        <p:spPr>
          <a:xfrm>
            <a:off x="1599781" y="2848610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9793C8D-05AE-8529-4792-D729B6039157}"/>
              </a:ext>
            </a:extLst>
          </p:cNvPr>
          <p:cNvSpPr/>
          <p:nvPr/>
        </p:nvSpPr>
        <p:spPr>
          <a:xfrm>
            <a:off x="2081587" y="2852196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m=0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42EDEB-EAE9-0F7A-C815-1D16CFD04FB8}"/>
              </a:ext>
            </a:extLst>
          </p:cNvPr>
          <p:cNvSpPr/>
          <p:nvPr/>
        </p:nvSpPr>
        <p:spPr>
          <a:xfrm>
            <a:off x="3918577" y="2844104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 &lt; data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5063873-FDAC-FA79-4E13-A948D123D895}"/>
              </a:ext>
            </a:extLst>
          </p:cNvPr>
          <p:cNvSpPr/>
          <p:nvPr/>
        </p:nvSpPr>
        <p:spPr>
          <a:xfrm>
            <a:off x="7306407" y="2852194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0559C0C-331C-0F24-872D-63274907E2DE}"/>
              </a:ext>
            </a:extLst>
          </p:cNvPr>
          <p:cNvSpPr/>
          <p:nvPr/>
        </p:nvSpPr>
        <p:spPr>
          <a:xfrm>
            <a:off x="6308086" y="2852195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m++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3CE31BAF-9255-CC2A-68AA-CD2639410C73}"/>
              </a:ext>
            </a:extLst>
          </p:cNvPr>
          <p:cNvSpPr/>
          <p:nvPr/>
        </p:nvSpPr>
        <p:spPr>
          <a:xfrm>
            <a:off x="2661352" y="3343654"/>
            <a:ext cx="5205236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cout</a:t>
            </a:r>
            <a:r>
              <a:rPr lang="en-US" sz="2800" b="1" dirty="0">
                <a:solidFill>
                  <a:schemeClr val="bg1"/>
                </a:solidFill>
              </a:rPr>
              <a:t>&lt;&lt;Financials[</a:t>
            </a:r>
            <a:r>
              <a:rPr lang="en-US" sz="2800" b="1" dirty="0">
                <a:solidFill>
                  <a:srgbClr val="C00000"/>
                </a:solidFill>
              </a:rPr>
              <a:t>2</a:t>
            </a:r>
            <a:r>
              <a:rPr lang="en-US" sz="2800" b="1" dirty="0">
                <a:solidFill>
                  <a:schemeClr val="bg1"/>
                </a:solidFill>
              </a:rPr>
              <a:t>][</a:t>
            </a:r>
            <a:r>
              <a:rPr lang="en-US" sz="2800" b="1" dirty="0">
                <a:solidFill>
                  <a:srgbClr val="C00000"/>
                </a:solidFill>
              </a:rPr>
              <a:t>1</a:t>
            </a:r>
            <a:r>
              <a:rPr lang="en-US" sz="2800" b="1" dirty="0">
                <a:solidFill>
                  <a:schemeClr val="bg1"/>
                </a:solidFill>
              </a:rPr>
              <a:t>][</a:t>
            </a:r>
            <a:r>
              <a:rPr lang="en-US" sz="2800" b="1" dirty="0">
                <a:solidFill>
                  <a:srgbClr val="C00000"/>
                </a:solidFill>
              </a:rPr>
              <a:t>0</a:t>
            </a:r>
            <a:r>
              <a:rPr lang="en-US" sz="2800" b="1" dirty="0">
                <a:solidFill>
                  <a:schemeClr val="bg1"/>
                </a:solidFill>
              </a:rPr>
              <a:t>][</a:t>
            </a:r>
            <a:r>
              <a:rPr lang="en-US" sz="2800" b="1" dirty="0">
                <a:solidFill>
                  <a:srgbClr val="C00000"/>
                </a:solidFill>
              </a:rPr>
              <a:t>4</a:t>
            </a:r>
            <a:r>
              <a:rPr lang="en-US" sz="2800" b="1" dirty="0">
                <a:solidFill>
                  <a:schemeClr val="bg1"/>
                </a:solidFill>
              </a:rPr>
              <a:t>][m];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5D0C8F-F165-356E-FD35-360B45113BE5}"/>
              </a:ext>
            </a:extLst>
          </p:cNvPr>
          <p:cNvSpPr txBox="1">
            <a:spLocks/>
          </p:cNvSpPr>
          <p:nvPr/>
        </p:nvSpPr>
        <p:spPr>
          <a:xfrm>
            <a:off x="154729" y="3893770"/>
            <a:ext cx="9650154" cy="387779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700" b="1" dirty="0"/>
              <a:t>Print the financial data of Batch-22 and Batch-24 students whose fees have been paid by their families?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D57913-9F7C-25B6-070E-1D2DBEABF055}"/>
              </a:ext>
            </a:extLst>
          </p:cNvPr>
          <p:cNvSpPr/>
          <p:nvPr/>
        </p:nvSpPr>
        <p:spPr>
          <a:xfrm>
            <a:off x="154730" y="4376643"/>
            <a:ext cx="601234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0ED89E-C48F-1BDC-72B7-3F70B7A06111}"/>
              </a:ext>
            </a:extLst>
          </p:cNvPr>
          <p:cNvSpPr/>
          <p:nvPr/>
        </p:nvSpPr>
        <p:spPr>
          <a:xfrm>
            <a:off x="827018" y="4378318"/>
            <a:ext cx="328420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159D88-E561-D086-553B-C4EB93DB2895}"/>
              </a:ext>
            </a:extLst>
          </p:cNvPr>
          <p:cNvSpPr/>
          <p:nvPr/>
        </p:nvSpPr>
        <p:spPr>
          <a:xfrm>
            <a:off x="1221272" y="4391632"/>
            <a:ext cx="1453236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i=0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C61890-88A8-57C9-1757-9CC426099A80}"/>
              </a:ext>
            </a:extLst>
          </p:cNvPr>
          <p:cNvSpPr/>
          <p:nvPr/>
        </p:nvSpPr>
        <p:spPr>
          <a:xfrm>
            <a:off x="2746971" y="4383540"/>
            <a:ext cx="2311571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 &lt; batches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7ED365-1CB0-0D92-AEEB-49C7B59770FF}"/>
              </a:ext>
            </a:extLst>
          </p:cNvPr>
          <p:cNvSpPr/>
          <p:nvPr/>
        </p:nvSpPr>
        <p:spPr>
          <a:xfrm>
            <a:off x="6134801" y="4391630"/>
            <a:ext cx="481593" cy="3877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6A8900-E41F-7E24-AC55-8E791C31FF30}"/>
              </a:ext>
            </a:extLst>
          </p:cNvPr>
          <p:cNvSpPr/>
          <p:nvPr/>
        </p:nvSpPr>
        <p:spPr>
          <a:xfrm>
            <a:off x="5136480" y="4391631"/>
            <a:ext cx="930899" cy="3877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i++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2BBDAA-1877-4905-B8AA-D71733E6E65F}"/>
              </a:ext>
            </a:extLst>
          </p:cNvPr>
          <p:cNvSpPr/>
          <p:nvPr/>
        </p:nvSpPr>
        <p:spPr>
          <a:xfrm>
            <a:off x="494810" y="4869390"/>
            <a:ext cx="601234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2B2DD0-67AC-B250-7C2E-B00704C19C69}"/>
              </a:ext>
            </a:extLst>
          </p:cNvPr>
          <p:cNvSpPr/>
          <p:nvPr/>
        </p:nvSpPr>
        <p:spPr>
          <a:xfrm>
            <a:off x="1167097" y="4871065"/>
            <a:ext cx="328420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165FDE3-F71E-F550-0F2B-F833620CD15C}"/>
              </a:ext>
            </a:extLst>
          </p:cNvPr>
          <p:cNvSpPr/>
          <p:nvPr/>
        </p:nvSpPr>
        <p:spPr>
          <a:xfrm>
            <a:off x="1571079" y="4874651"/>
            <a:ext cx="1453236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j=0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DDD296C-FFD9-7F48-7B03-7CFE659B6124}"/>
              </a:ext>
            </a:extLst>
          </p:cNvPr>
          <p:cNvSpPr/>
          <p:nvPr/>
        </p:nvSpPr>
        <p:spPr>
          <a:xfrm>
            <a:off x="3087050" y="4866559"/>
            <a:ext cx="2434105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j &lt; academics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A19FFFA-1A4A-0D7F-DDED-F17C56CA58BD}"/>
              </a:ext>
            </a:extLst>
          </p:cNvPr>
          <p:cNvSpPr/>
          <p:nvPr/>
        </p:nvSpPr>
        <p:spPr>
          <a:xfrm>
            <a:off x="6591613" y="4874649"/>
            <a:ext cx="481593" cy="3877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1661F33-C2E9-5C55-F2E3-6A3867B9D0B1}"/>
              </a:ext>
            </a:extLst>
          </p:cNvPr>
          <p:cNvSpPr/>
          <p:nvPr/>
        </p:nvSpPr>
        <p:spPr>
          <a:xfrm>
            <a:off x="5593292" y="4874650"/>
            <a:ext cx="930899" cy="3877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j++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099C25A-DB9C-B573-2ACD-933E25F2F4A7}"/>
              </a:ext>
            </a:extLst>
          </p:cNvPr>
          <p:cNvSpPr/>
          <p:nvPr/>
        </p:nvSpPr>
        <p:spPr>
          <a:xfrm>
            <a:off x="925234" y="5341486"/>
            <a:ext cx="601234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DED16D9-5400-5CE5-64B3-63CA069B67E4}"/>
              </a:ext>
            </a:extLst>
          </p:cNvPr>
          <p:cNvSpPr/>
          <p:nvPr/>
        </p:nvSpPr>
        <p:spPr>
          <a:xfrm>
            <a:off x="1597519" y="5343161"/>
            <a:ext cx="328420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A4AA4B-9048-4982-EF72-CD6D41C1B1EB}"/>
              </a:ext>
            </a:extLst>
          </p:cNvPr>
          <p:cNvSpPr/>
          <p:nvPr/>
        </p:nvSpPr>
        <p:spPr>
          <a:xfrm>
            <a:off x="2001501" y="5346747"/>
            <a:ext cx="1453236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l=0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09E2505-455D-42A6-74D6-16C3799FF17A}"/>
              </a:ext>
            </a:extLst>
          </p:cNvPr>
          <p:cNvSpPr/>
          <p:nvPr/>
        </p:nvSpPr>
        <p:spPr>
          <a:xfrm>
            <a:off x="3527200" y="5338655"/>
            <a:ext cx="2311571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 &lt; slabs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F5313E4-06D4-90F4-A128-C6946DEAC3DB}"/>
              </a:ext>
            </a:extLst>
          </p:cNvPr>
          <p:cNvSpPr/>
          <p:nvPr/>
        </p:nvSpPr>
        <p:spPr>
          <a:xfrm>
            <a:off x="6915030" y="5346745"/>
            <a:ext cx="481593" cy="3877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D684885-55BE-57DC-94CB-D249092A0BF5}"/>
              </a:ext>
            </a:extLst>
          </p:cNvPr>
          <p:cNvSpPr/>
          <p:nvPr/>
        </p:nvSpPr>
        <p:spPr>
          <a:xfrm>
            <a:off x="5916709" y="5346746"/>
            <a:ext cx="930899" cy="3877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l++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10C7A18-3332-BB04-72A0-AEC0B9D956ED}"/>
              </a:ext>
            </a:extLst>
          </p:cNvPr>
          <p:cNvSpPr/>
          <p:nvPr/>
        </p:nvSpPr>
        <p:spPr>
          <a:xfrm>
            <a:off x="1393585" y="5817085"/>
            <a:ext cx="601234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AC62F68-D2C6-DB48-FD57-4A0711097E68}"/>
              </a:ext>
            </a:extLst>
          </p:cNvPr>
          <p:cNvSpPr/>
          <p:nvPr/>
        </p:nvSpPr>
        <p:spPr>
          <a:xfrm>
            <a:off x="2065870" y="5818760"/>
            <a:ext cx="328420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05B37D-72C7-C1EC-D48C-F7C7BA07DAAB}"/>
              </a:ext>
            </a:extLst>
          </p:cNvPr>
          <p:cNvSpPr/>
          <p:nvPr/>
        </p:nvSpPr>
        <p:spPr>
          <a:xfrm>
            <a:off x="2465341" y="5834807"/>
            <a:ext cx="1453236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m=0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959D320-DFCD-CED5-DDA5-C088AC96E2D1}"/>
              </a:ext>
            </a:extLst>
          </p:cNvPr>
          <p:cNvSpPr/>
          <p:nvPr/>
        </p:nvSpPr>
        <p:spPr>
          <a:xfrm>
            <a:off x="3991040" y="5826715"/>
            <a:ext cx="2311571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 &lt; data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AC6874F-41ED-5D78-8088-91DF2F658B40}"/>
              </a:ext>
            </a:extLst>
          </p:cNvPr>
          <p:cNvSpPr/>
          <p:nvPr/>
        </p:nvSpPr>
        <p:spPr>
          <a:xfrm>
            <a:off x="7378870" y="5834805"/>
            <a:ext cx="481593" cy="3877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B71FDD1-BED0-237D-AE77-0C2ED771B0A9}"/>
              </a:ext>
            </a:extLst>
          </p:cNvPr>
          <p:cNvSpPr/>
          <p:nvPr/>
        </p:nvSpPr>
        <p:spPr>
          <a:xfrm>
            <a:off x="6380549" y="5834806"/>
            <a:ext cx="930899" cy="38777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m++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4C780F0-7F6D-EDDA-FE90-30B22A07CAF6}"/>
              </a:ext>
            </a:extLst>
          </p:cNvPr>
          <p:cNvSpPr/>
          <p:nvPr/>
        </p:nvSpPr>
        <p:spPr>
          <a:xfrm>
            <a:off x="3582850" y="6305136"/>
            <a:ext cx="4728444" cy="45018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cout&lt;&lt;Financials[</a:t>
            </a:r>
            <a:r>
              <a:rPr lang="en-US" sz="2800" b="1" dirty="0" err="1">
                <a:solidFill>
                  <a:schemeClr val="bg1"/>
                </a:solidFill>
              </a:rPr>
              <a:t>i</a:t>
            </a:r>
            <a:r>
              <a:rPr lang="en-US" sz="2800" b="1" dirty="0">
                <a:solidFill>
                  <a:schemeClr val="bg1"/>
                </a:solidFill>
              </a:rPr>
              <a:t>][j][</a:t>
            </a:r>
            <a:r>
              <a:rPr lang="en-US" sz="2800" b="1" dirty="0">
                <a:solidFill>
                  <a:srgbClr val="C00000"/>
                </a:solidFill>
              </a:rPr>
              <a:t>1</a:t>
            </a:r>
            <a:r>
              <a:rPr lang="en-US" sz="2800" b="1" dirty="0">
                <a:solidFill>
                  <a:schemeClr val="bg1"/>
                </a:solidFill>
              </a:rPr>
              <a:t>][l][m];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5C19EDF-9A37-EA72-6EBB-795EFDF7E8BA}"/>
              </a:ext>
            </a:extLst>
          </p:cNvPr>
          <p:cNvSpPr/>
          <p:nvPr/>
        </p:nvSpPr>
        <p:spPr>
          <a:xfrm>
            <a:off x="7073206" y="4391630"/>
            <a:ext cx="2942248" cy="3877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accent5">
                    <a:lumMod val="50000"/>
                  </a:schemeClr>
                </a:solidFill>
              </a:rPr>
              <a:t>if ( </a:t>
            </a:r>
            <a:r>
              <a:rPr lang="en-US" sz="25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2500" b="1" dirty="0">
                <a:solidFill>
                  <a:schemeClr val="accent5">
                    <a:lumMod val="50000"/>
                  </a:schemeClr>
                </a:solidFill>
              </a:rPr>
              <a:t> == 1 ) continue</a:t>
            </a:r>
            <a:r>
              <a:rPr lang="en-US" sz="25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33C1E9C-FE21-5666-E5E7-052708CE7F84}"/>
              </a:ext>
            </a:extLst>
          </p:cNvPr>
          <p:cNvSpPr/>
          <p:nvPr/>
        </p:nvSpPr>
        <p:spPr>
          <a:xfrm>
            <a:off x="6674635" y="4335629"/>
            <a:ext cx="328420" cy="45018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{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6117B3D-4D34-5F00-E3C6-3AFA91D9E0B5}"/>
              </a:ext>
            </a:extLst>
          </p:cNvPr>
          <p:cNvSpPr/>
          <p:nvPr/>
        </p:nvSpPr>
        <p:spPr>
          <a:xfrm>
            <a:off x="8396835" y="6302715"/>
            <a:ext cx="328420" cy="45018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837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"/>
                            </p:stCondLst>
                            <p:childTnLst>
                              <p:par>
                                <p:cTn id="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"/>
                            </p:stCondLst>
                            <p:childTnLst>
                              <p:par>
                                <p:cTn id="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250"/>
                            </p:stCondLst>
                            <p:childTnLst>
                              <p:par>
                                <p:cTn id="10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2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1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250"/>
                            </p:stCondLst>
                            <p:childTnLst>
                              <p:par>
                                <p:cTn id="12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2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6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"/>
                            </p:stCondLst>
                            <p:childTnLst>
                              <p:par>
                                <p:cTn id="1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2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3250"/>
                            </p:stCondLst>
                            <p:childTnLst>
                              <p:par>
                                <p:cTn id="1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2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500"/>
                            </p:stCondLst>
                            <p:childTnLst>
                              <p:par>
                                <p:cTn id="1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750"/>
                            </p:stCondLst>
                            <p:childTnLst>
                              <p:par>
                                <p:cTn id="1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000"/>
                            </p:stCondLst>
                            <p:childTnLst>
                              <p:par>
                                <p:cTn id="1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2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500"/>
                            </p:stCondLst>
                            <p:childTnLst>
                              <p:par>
                                <p:cTn id="26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1000"/>
                            </p:stCondLst>
                            <p:childTnLst>
                              <p:par>
                                <p:cTn id="27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500"/>
                            </p:stCondLst>
                            <p:childTnLst>
                              <p:par>
                                <p:cTn id="30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000"/>
                            </p:stCondLst>
                            <p:childTnLst>
                              <p:par>
                                <p:cTn id="30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500"/>
                            </p:stCondLst>
                            <p:childTnLst>
                              <p:par>
                                <p:cTn id="36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4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5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>
                            <p:stCondLst>
                              <p:cond delay="1000"/>
                            </p:stCondLst>
                            <p:childTnLst>
                              <p:par>
                                <p:cTn id="37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6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7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8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9" dur="250" autoRev="1" fill="remov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5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250" autoRev="1" fill="remov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3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4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5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406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0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1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2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3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414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5" fill="hold">
                      <p:stCondLst>
                        <p:cond delay="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9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0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7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8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9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4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5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6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7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2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3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0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1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6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5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6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7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2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3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4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5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0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1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2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9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0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1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6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07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8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9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4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15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23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4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5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0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31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3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39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0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1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47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8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9" dur="25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55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1" fill="hold">
                      <p:stCondLst>
                        <p:cond delay="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4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5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6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7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2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63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4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5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1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2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3" dur="250" autoRev="1" fill="remove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>
                      <p:stCondLst>
                        <p:cond delay="0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8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9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0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1" dur="250" autoRev="1" fill="remove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6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87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8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9" dur="250" autoRev="1" fill="remove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95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6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7" dur="250" autoRev="1" fill="remove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2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03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4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5" dur="250" autoRev="1" fill="remove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1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250" autoRev="1" fill="remove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9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0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1" dur="250" autoRev="1" fill="remove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62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3" fill="hold">
                      <p:stCondLst>
                        <p:cond delay="0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6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27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8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250" autoRev="1" fill="remove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35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6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7" dur="250" autoRev="1" fill="remove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43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4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5" dur="250" autoRev="1" fill="remove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646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0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1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2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3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654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5" fill="hold">
                      <p:stCondLst>
                        <p:cond delay="0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8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9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0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1" dur="250" autoRev="1" fill="remove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7" grpId="0" animBg="1"/>
      <p:bldP spid="23" grpId="0" uiExpand="1" build="p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75" grpId="0" uiExpand="1" build="p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2" grpId="0" uiExpand="1" build="p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1BAD059-CF23-849F-6C62-88F9DA90F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891" y="200099"/>
            <a:ext cx="9004142" cy="1046810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Problem Statement: Selecting best opening pair for Peshawar </a:t>
            </a:r>
            <a:r>
              <a:rPr lang="en-US" sz="3200" dirty="0" err="1"/>
              <a:t>Zalmi</a:t>
            </a:r>
            <a:r>
              <a:rPr lang="en-US" sz="3200" dirty="0"/>
              <a:t> team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790422-455D-88CB-468A-48E8A55016F8}"/>
              </a:ext>
            </a:extLst>
          </p:cNvPr>
          <p:cNvSpPr txBox="1">
            <a:spLocks/>
          </p:cNvSpPr>
          <p:nvPr/>
        </p:nvSpPr>
        <p:spPr>
          <a:xfrm>
            <a:off x="863329" y="1549215"/>
            <a:ext cx="11074941" cy="4784132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2000" b="1" dirty="0"/>
              <a:t>Statement: </a:t>
            </a:r>
            <a:r>
              <a:rPr lang="en-US" sz="2000" dirty="0"/>
              <a:t>The management of the Peshawar </a:t>
            </a:r>
            <a:r>
              <a:rPr lang="en-US" sz="2000" dirty="0" err="1"/>
              <a:t>Zalmi</a:t>
            </a:r>
            <a:r>
              <a:rPr lang="en-US" sz="2000" dirty="0"/>
              <a:t> franchise needs to select the best opening pair (one Pakistani and one foreign player) for the upcoming PSL Draft. To achieve this, they require the expertise of a data analyst and have provided the data in the table below, which includes the number of 50+ scores in opening partnerships.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2000" dirty="0"/>
              <a:t>You need to present a strategy to the management team for selecting the best opening pair in the upcoming draft.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F8DE525-A831-CB9F-D3CC-1FD2D98B7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483377"/>
              </p:ext>
            </p:extLst>
          </p:nvPr>
        </p:nvGraphicFramePr>
        <p:xfrm>
          <a:off x="934524" y="2888671"/>
          <a:ext cx="10584875" cy="2308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242">
                  <a:extLst>
                    <a:ext uri="{9D8B030D-6E8A-4147-A177-3AD203B41FA5}">
                      <a16:colId xmlns:a16="http://schemas.microsoft.com/office/drawing/2014/main" val="2354231776"/>
                    </a:ext>
                  </a:extLst>
                </a:gridCol>
                <a:gridCol w="1420204">
                  <a:extLst>
                    <a:ext uri="{9D8B030D-6E8A-4147-A177-3AD203B41FA5}">
                      <a16:colId xmlns:a16="http://schemas.microsoft.com/office/drawing/2014/main" val="4277218559"/>
                    </a:ext>
                  </a:extLst>
                </a:gridCol>
                <a:gridCol w="1454728">
                  <a:extLst>
                    <a:ext uri="{9D8B030D-6E8A-4147-A177-3AD203B41FA5}">
                      <a16:colId xmlns:a16="http://schemas.microsoft.com/office/drawing/2014/main" val="915216016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1986322322"/>
                    </a:ext>
                  </a:extLst>
                </a:gridCol>
                <a:gridCol w="2161309">
                  <a:extLst>
                    <a:ext uri="{9D8B030D-6E8A-4147-A177-3AD203B41FA5}">
                      <a16:colId xmlns:a16="http://schemas.microsoft.com/office/drawing/2014/main" val="24952942"/>
                    </a:ext>
                  </a:extLst>
                </a:gridCol>
                <a:gridCol w="1995056">
                  <a:extLst>
                    <a:ext uri="{9D8B030D-6E8A-4147-A177-3AD203B41FA5}">
                      <a16:colId xmlns:a16="http://schemas.microsoft.com/office/drawing/2014/main" val="1733650303"/>
                    </a:ext>
                  </a:extLst>
                </a:gridCol>
              </a:tblGrid>
              <a:tr h="43641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David Warner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Martin Guptill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Rohit Sharma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Rehmanullah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Gurbaz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Quinton De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Kcock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761307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Babar Azam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913904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M. Rizwan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445416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Shan Masood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028405"/>
                  </a:ext>
                </a:extLst>
              </a:tr>
              <a:tr h="4103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Abdullah Shafique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6733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Fakhar Zaman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140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34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uiExpand="1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8F2161C-6E2D-A4B7-2548-A33B13CF8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891" y="200099"/>
            <a:ext cx="9004142" cy="1046810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Problem Statement: Selecting best opening pair for Peshawar </a:t>
            </a:r>
            <a:r>
              <a:rPr lang="en-US" sz="3200" dirty="0" err="1"/>
              <a:t>Zalmi</a:t>
            </a:r>
            <a:r>
              <a:rPr lang="en-US" sz="3200" dirty="0"/>
              <a:t> team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B287CE4-5E77-BAC8-1B3B-A9E7759E1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374099"/>
              </p:ext>
            </p:extLst>
          </p:nvPr>
        </p:nvGraphicFramePr>
        <p:xfrm>
          <a:off x="591625" y="1506676"/>
          <a:ext cx="10584875" cy="2308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242">
                  <a:extLst>
                    <a:ext uri="{9D8B030D-6E8A-4147-A177-3AD203B41FA5}">
                      <a16:colId xmlns:a16="http://schemas.microsoft.com/office/drawing/2014/main" val="2354231776"/>
                    </a:ext>
                  </a:extLst>
                </a:gridCol>
                <a:gridCol w="1420204">
                  <a:extLst>
                    <a:ext uri="{9D8B030D-6E8A-4147-A177-3AD203B41FA5}">
                      <a16:colId xmlns:a16="http://schemas.microsoft.com/office/drawing/2014/main" val="4277218559"/>
                    </a:ext>
                  </a:extLst>
                </a:gridCol>
                <a:gridCol w="1454728">
                  <a:extLst>
                    <a:ext uri="{9D8B030D-6E8A-4147-A177-3AD203B41FA5}">
                      <a16:colId xmlns:a16="http://schemas.microsoft.com/office/drawing/2014/main" val="915216016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1986322322"/>
                    </a:ext>
                  </a:extLst>
                </a:gridCol>
                <a:gridCol w="2161309">
                  <a:extLst>
                    <a:ext uri="{9D8B030D-6E8A-4147-A177-3AD203B41FA5}">
                      <a16:colId xmlns:a16="http://schemas.microsoft.com/office/drawing/2014/main" val="24952942"/>
                    </a:ext>
                  </a:extLst>
                </a:gridCol>
                <a:gridCol w="1995056">
                  <a:extLst>
                    <a:ext uri="{9D8B030D-6E8A-4147-A177-3AD203B41FA5}">
                      <a16:colId xmlns:a16="http://schemas.microsoft.com/office/drawing/2014/main" val="1733650303"/>
                    </a:ext>
                  </a:extLst>
                </a:gridCol>
              </a:tblGrid>
              <a:tr h="43641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David Warner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Martin Guptill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Rohit Sharma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Rehmanullah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Gurbaz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Quinton De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Kcock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761307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Babar Azam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913904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M. Rizwan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445416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Shan Masood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028405"/>
                  </a:ext>
                </a:extLst>
              </a:tr>
              <a:tr h="4103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Abdullah Shafique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6733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Fakhar Zaman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140259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8E319D42-5242-31EA-0D9D-F692755F833D}"/>
              </a:ext>
            </a:extLst>
          </p:cNvPr>
          <p:cNvGrpSpPr/>
          <p:nvPr/>
        </p:nvGrpSpPr>
        <p:grpSpPr>
          <a:xfrm>
            <a:off x="622798" y="1517067"/>
            <a:ext cx="2015836" cy="37407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D13E91C-203C-0094-14A3-ED693F2D95C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CE2033C5-96B0-EF2D-BCF2-FC1201F81CA9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Players Matrix</a:t>
              </a:r>
              <a:endParaRPr lang="en-PK" sz="2000" b="1" kern="1200" dirty="0"/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471175B-ED76-0E01-38F9-257860637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246829"/>
              </p:ext>
            </p:extLst>
          </p:nvPr>
        </p:nvGraphicFramePr>
        <p:xfrm>
          <a:off x="622798" y="4443842"/>
          <a:ext cx="10584875" cy="2308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242">
                  <a:extLst>
                    <a:ext uri="{9D8B030D-6E8A-4147-A177-3AD203B41FA5}">
                      <a16:colId xmlns:a16="http://schemas.microsoft.com/office/drawing/2014/main" val="2354231776"/>
                    </a:ext>
                  </a:extLst>
                </a:gridCol>
                <a:gridCol w="1420204">
                  <a:extLst>
                    <a:ext uri="{9D8B030D-6E8A-4147-A177-3AD203B41FA5}">
                      <a16:colId xmlns:a16="http://schemas.microsoft.com/office/drawing/2014/main" val="4277218559"/>
                    </a:ext>
                  </a:extLst>
                </a:gridCol>
                <a:gridCol w="1454728">
                  <a:extLst>
                    <a:ext uri="{9D8B030D-6E8A-4147-A177-3AD203B41FA5}">
                      <a16:colId xmlns:a16="http://schemas.microsoft.com/office/drawing/2014/main" val="915216016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1986322322"/>
                    </a:ext>
                  </a:extLst>
                </a:gridCol>
                <a:gridCol w="2161309">
                  <a:extLst>
                    <a:ext uri="{9D8B030D-6E8A-4147-A177-3AD203B41FA5}">
                      <a16:colId xmlns:a16="http://schemas.microsoft.com/office/drawing/2014/main" val="24952942"/>
                    </a:ext>
                  </a:extLst>
                </a:gridCol>
                <a:gridCol w="1995056">
                  <a:extLst>
                    <a:ext uri="{9D8B030D-6E8A-4147-A177-3AD203B41FA5}">
                      <a16:colId xmlns:a16="http://schemas.microsoft.com/office/drawing/2014/main" val="1733650303"/>
                    </a:ext>
                  </a:extLst>
                </a:gridCol>
              </a:tblGrid>
              <a:tr h="43641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David Warner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Martin Guptill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Rohit Sharma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Rehmanullah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Gurbaz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Quinton De 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</a:rPr>
                        <a:t>Kcock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761307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Babar Azam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913904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M. Rizwan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445416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Shan Masood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028405"/>
                  </a:ext>
                </a:extLst>
              </a:tr>
              <a:tr h="4103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Abdullah Shafique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6733"/>
                  </a:ext>
                </a:extLst>
              </a:tr>
              <a:tr h="3654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Fakhar Zaman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140259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DD8F6DA0-3C01-8724-A987-B2E6C94B9069}"/>
              </a:ext>
            </a:extLst>
          </p:cNvPr>
          <p:cNvGrpSpPr/>
          <p:nvPr/>
        </p:nvGrpSpPr>
        <p:grpSpPr>
          <a:xfrm>
            <a:off x="653971" y="4475015"/>
            <a:ext cx="2015836" cy="374076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93263DD-959D-AB64-5991-5BC626566F6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3339ABFC-10F6-93E3-8DAD-3A7C73957D25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/>
                <a:t>Weight</a:t>
              </a:r>
              <a:r>
                <a:rPr lang="en-US" sz="2000" b="1" kern="1200" dirty="0"/>
                <a:t> Matrix</a:t>
              </a:r>
              <a:endParaRPr lang="en-PK" sz="2000" b="1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44570A-06B0-FC4E-1473-90000317936E}"/>
              </a:ext>
            </a:extLst>
          </p:cNvPr>
          <p:cNvGrpSpPr/>
          <p:nvPr/>
        </p:nvGrpSpPr>
        <p:grpSpPr>
          <a:xfrm>
            <a:off x="114302" y="3890535"/>
            <a:ext cx="12469089" cy="484037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BC5D4CB-545E-CBF8-1DF2-6EF7EB62F15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B0537B06-C33B-6AE2-45EE-20E4B278F867}"/>
                </a:ext>
              </a:extLst>
            </p:cNvPr>
            <p:cNvSpPr txBox="1"/>
            <p:nvPr/>
          </p:nvSpPr>
          <p:spPr>
            <a:xfrm>
              <a:off x="1199323" y="1060714"/>
              <a:ext cx="2065706" cy="1051981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/>
                <a:t>Weight</a:t>
              </a:r>
              <a:r>
                <a:rPr lang="en-US" sz="2000" b="1" kern="1200" dirty="0"/>
                <a:t> Matrix Criteria: [ (+1 for 50parternership)</a:t>
              </a:r>
              <a:r>
                <a:rPr lang="en-US" sz="2000" b="1" kern="1200" dirty="0">
                  <a:solidFill>
                    <a:srgbClr val="C00000"/>
                  </a:solidFill>
                </a:rPr>
                <a:t>+</a:t>
              </a:r>
              <a:r>
                <a:rPr lang="en-US" sz="2000" b="1" kern="1200" dirty="0">
                  <a:solidFill>
                    <a:schemeClr val="tx1"/>
                  </a:solidFill>
                </a:rPr>
                <a:t>(+1 for </a:t>
              </a:r>
              <a:r>
                <a:rPr lang="en-US" sz="2000" b="1" dirty="0">
                  <a:solidFill>
                    <a:schemeClr val="tx1"/>
                  </a:solidFill>
                </a:rPr>
                <a:t>aggressive &amp; classical combination)</a:t>
              </a:r>
              <a:r>
                <a:rPr lang="en-US" sz="2000" b="1" dirty="0">
                  <a:solidFill>
                    <a:srgbClr val="C00000"/>
                  </a:solidFill>
                </a:rPr>
                <a:t>+</a:t>
              </a:r>
              <a:r>
                <a:rPr lang="en-US" sz="2000" b="1" dirty="0">
                  <a:solidFill>
                    <a:schemeClr val="tx1"/>
                  </a:solidFill>
                </a:rPr>
                <a:t>(+1 for X-factor) ]</a:t>
              </a:r>
              <a:endParaRPr lang="en-PK" sz="2000" b="1" kern="12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423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E775181-D822-1988-E165-75CB68F2D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891" y="200099"/>
            <a:ext cx="9004142" cy="1046810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Problem Statement: Selecting best opening pair for Peshawar </a:t>
            </a:r>
            <a:r>
              <a:rPr lang="en-US" sz="3200" dirty="0" err="1"/>
              <a:t>Zalmi</a:t>
            </a:r>
            <a:r>
              <a:rPr lang="en-US" sz="3200" dirty="0"/>
              <a:t> team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A439D5-897C-46C7-D06A-186ACE8A8A7F}"/>
              </a:ext>
            </a:extLst>
          </p:cNvPr>
          <p:cNvSpPr txBox="1">
            <a:spLocks/>
          </p:cNvSpPr>
          <p:nvPr/>
        </p:nvSpPr>
        <p:spPr>
          <a:xfrm>
            <a:off x="6733310" y="1460690"/>
            <a:ext cx="5786332" cy="3256783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Dimensions Mapping: </a:t>
            </a:r>
            <a:r>
              <a:rPr lang="en-US" sz="1800" b="1" dirty="0">
                <a:solidFill>
                  <a:srgbClr val="00B050"/>
                </a:solidFill>
              </a:rPr>
              <a:t>[Pakistan-Players]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rgbClr val="FF0000"/>
                </a:solidFill>
              </a:rPr>
              <a:t>[Foreign-Players]</a:t>
            </a:r>
            <a:r>
              <a:rPr lang="en-US" sz="18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[0][ ]: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B050"/>
                </a:solidFill>
              </a:rPr>
              <a:t>Babar Azam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[1][ ]: </a:t>
            </a:r>
            <a:r>
              <a:rPr lang="en-US" sz="1800" b="1" dirty="0">
                <a:solidFill>
                  <a:srgbClr val="00B050"/>
                </a:solidFill>
              </a:rPr>
              <a:t>M. Rizwan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[2][ ]: </a:t>
            </a:r>
            <a:r>
              <a:rPr lang="en-US" sz="1800" b="1" dirty="0">
                <a:solidFill>
                  <a:srgbClr val="00B050"/>
                </a:solidFill>
              </a:rPr>
              <a:t>Shan Masood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[3][ ]: </a:t>
            </a:r>
            <a:r>
              <a:rPr lang="en-US" sz="1800" b="1" dirty="0">
                <a:solidFill>
                  <a:srgbClr val="00B050"/>
                </a:solidFill>
              </a:rPr>
              <a:t>Abdullah Shafique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[4][ ]: </a:t>
            </a:r>
            <a:r>
              <a:rPr lang="en-US" sz="1800" b="1" dirty="0">
                <a:solidFill>
                  <a:srgbClr val="00B050"/>
                </a:solidFill>
              </a:rPr>
              <a:t>Fakhar Zaman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 ][0]: </a:t>
            </a:r>
            <a:r>
              <a:rPr lang="en-US" sz="1800" b="1" dirty="0">
                <a:solidFill>
                  <a:srgbClr val="FF0000"/>
                </a:solidFill>
              </a:rPr>
              <a:t>David Warner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 ][1]: </a:t>
            </a:r>
            <a:r>
              <a:rPr lang="en-US" sz="1800" b="1" dirty="0">
                <a:solidFill>
                  <a:srgbClr val="FF0000"/>
                </a:solidFill>
              </a:rPr>
              <a:t>Martin Guptill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 ][2]: </a:t>
            </a:r>
            <a:r>
              <a:rPr lang="en-US" sz="1800" b="1" dirty="0">
                <a:solidFill>
                  <a:srgbClr val="FF0000"/>
                </a:solidFill>
              </a:rPr>
              <a:t>Rohit Sharma</a:t>
            </a: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 ][3]: </a:t>
            </a:r>
            <a:r>
              <a:rPr lang="en-US" sz="1800" b="1" dirty="0" err="1">
                <a:solidFill>
                  <a:srgbClr val="FF0000"/>
                </a:solidFill>
              </a:rPr>
              <a:t>Rehmanullah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Gurbaz</a:t>
            </a:r>
            <a:endParaRPr lang="en-US" sz="1800" b="1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[ ][4]: </a:t>
            </a:r>
            <a:r>
              <a:rPr lang="en-US" sz="1800" b="1" dirty="0">
                <a:solidFill>
                  <a:srgbClr val="FF0000"/>
                </a:solidFill>
              </a:rPr>
              <a:t>Quinton De </a:t>
            </a:r>
            <a:r>
              <a:rPr lang="en-US" sz="1800" b="1" dirty="0" err="1">
                <a:solidFill>
                  <a:srgbClr val="FF0000"/>
                </a:solidFill>
              </a:rPr>
              <a:t>Kcock</a:t>
            </a:r>
            <a:endParaRPr lang="en-US" sz="1800" b="1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endParaRPr lang="en-US" sz="1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19A862-E928-B046-55FD-771B2AADA374}"/>
              </a:ext>
            </a:extLst>
          </p:cNvPr>
          <p:cNvSpPr/>
          <p:nvPr/>
        </p:nvSpPr>
        <p:spPr>
          <a:xfrm>
            <a:off x="105314" y="1604394"/>
            <a:ext cx="2573697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 partnership[5][5] =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844413-5E9F-CBDC-E5E7-0F095FBF93FB}"/>
              </a:ext>
            </a:extLst>
          </p:cNvPr>
          <p:cNvSpPr/>
          <p:nvPr/>
        </p:nvSpPr>
        <p:spPr>
          <a:xfrm>
            <a:off x="2712636" y="1495893"/>
            <a:ext cx="3833637" cy="2670860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2      2      3      2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 1      2      0      3     1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1      0      1      2     1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3      1      2      1     0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2      1      0      1     1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} ;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 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PK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08B4B6-80DF-8228-014F-900E424A92D0}"/>
              </a:ext>
            </a:extLst>
          </p:cNvPr>
          <p:cNvSpPr/>
          <p:nvPr/>
        </p:nvSpPr>
        <p:spPr>
          <a:xfrm>
            <a:off x="115705" y="4353391"/>
            <a:ext cx="2573697" cy="50243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 weights[5][5] =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5CAB2EE-A7AB-BAC1-DE28-850C75186D4F}"/>
              </a:ext>
            </a:extLst>
          </p:cNvPr>
          <p:cNvSpPr/>
          <p:nvPr/>
        </p:nvSpPr>
        <p:spPr>
          <a:xfrm>
            <a:off x="2712636" y="4224108"/>
            <a:ext cx="3833637" cy="2670860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4      3      6      4     5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 3      4      3      5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3      1      4      4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5      3      4      3     2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4      3      2      3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} ;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 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PK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4705D29-76C8-CD1C-66C1-CE44AE21A377}"/>
              </a:ext>
            </a:extLst>
          </p:cNvPr>
          <p:cNvSpPr txBox="1">
            <a:spLocks/>
          </p:cNvSpPr>
          <p:nvPr/>
        </p:nvSpPr>
        <p:spPr>
          <a:xfrm>
            <a:off x="7086601" y="4835039"/>
            <a:ext cx="4738254" cy="228006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Strategy: </a:t>
            </a:r>
          </a:p>
          <a:p>
            <a:pPr marL="342900" indent="-342900">
              <a:lnSpc>
                <a:spcPct val="100000"/>
              </a:lnSpc>
              <a:spcBef>
                <a:spcPts val="50"/>
              </a:spcBef>
              <a:buAutoNum type="arabicPeriod"/>
            </a:pPr>
            <a:r>
              <a:rPr lang="en-US" sz="1800" b="1" dirty="0"/>
              <a:t>Calculate a suitability matrix by multiplying partnerships to weights to find the best opening pair.</a:t>
            </a:r>
          </a:p>
          <a:p>
            <a:pPr marL="342900" indent="-342900">
              <a:lnSpc>
                <a:spcPct val="100000"/>
              </a:lnSpc>
              <a:spcBef>
                <a:spcPts val="50"/>
              </a:spcBef>
              <a:buAutoNum type="arabicPeriod"/>
            </a:pPr>
            <a:r>
              <a:rPr lang="en-US" sz="1800" b="1" dirty="0"/>
              <a:t>Find dot-matrix product of two matrices to find a complete synergy among opening pairs for different situations: such as spin-attack, pace-attack etc.</a:t>
            </a:r>
          </a:p>
        </p:txBody>
      </p:sp>
    </p:spTree>
    <p:extLst>
      <p:ext uri="{BB962C8B-B14F-4D97-AF65-F5344CB8AC3E}">
        <p14:creationId xmlns:p14="http://schemas.microsoft.com/office/powerpoint/2010/main" val="294314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"/>
                            </p:stCondLst>
                            <p:childTnLst>
                              <p:par>
                                <p:cTn id="8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"/>
                            </p:stCondLst>
                            <p:childTnLst>
                              <p:par>
                                <p:cTn id="9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uiExpand="1" build="p" animBg="1"/>
      <p:bldP spid="10" grpId="0" animBg="1"/>
      <p:bldP spid="12" grpId="0" animBg="1"/>
      <p:bldP spid="15" grpId="0" animBg="1"/>
      <p:bldP spid="16" grpId="0" animBg="1"/>
      <p:bldP spid="2" grpId="0" uiExpand="1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B4BEF28-4C1C-3DDE-DFD8-0C7C68DCD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729" y="200099"/>
            <a:ext cx="9004142" cy="1046810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Problem Statement: Selecting best opening pair for Peshawar </a:t>
            </a:r>
            <a:r>
              <a:rPr lang="en-US" sz="3200" dirty="0" err="1"/>
              <a:t>Zalmi</a:t>
            </a:r>
            <a:r>
              <a:rPr lang="en-US" sz="3200" dirty="0"/>
              <a:t> team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792FD77-2BF1-ABB2-CEFF-5EED36D74AE0}"/>
              </a:ext>
            </a:extLst>
          </p:cNvPr>
          <p:cNvGrpSpPr/>
          <p:nvPr/>
        </p:nvGrpSpPr>
        <p:grpSpPr>
          <a:xfrm>
            <a:off x="183208" y="1487909"/>
            <a:ext cx="3006801" cy="29540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256FDAA-0B63-B1B9-5159-5FDC8392DA7F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291AD046-7115-32ED-4BE8-B9971B00ED79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int suitability[5][5]={0} ;</a:t>
              </a:r>
              <a:endParaRPr lang="en-PK" sz="2000" b="1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9A2DC3-5FA7-EC1B-BCEE-B13BFF73B4B6}"/>
              </a:ext>
            </a:extLst>
          </p:cNvPr>
          <p:cNvGrpSpPr/>
          <p:nvPr/>
        </p:nvGrpSpPr>
        <p:grpSpPr>
          <a:xfrm>
            <a:off x="3190010" y="1502332"/>
            <a:ext cx="2358735" cy="29540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D39478A-44D8-A736-47EF-6341AD9A7D42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25" name="Rectangle: Rounded Corners 4">
              <a:extLst>
                <a:ext uri="{FF2B5EF4-FFF2-40B4-BE49-F238E27FC236}">
                  <a16:creationId xmlns:a16="http://schemas.microsoft.com/office/drawing/2014/main" id="{85FF0991-283F-B761-B049-E6CADA078079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Const int Size= 5 ;</a:t>
              </a:r>
              <a:endParaRPr lang="en-PK" sz="2000" b="1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7A371C9-349C-7BDB-DCD2-BB9486862ABB}"/>
              </a:ext>
            </a:extLst>
          </p:cNvPr>
          <p:cNvSpPr/>
          <p:nvPr/>
        </p:nvSpPr>
        <p:spPr>
          <a:xfrm>
            <a:off x="722600" y="1910014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B07A2B-2565-59AE-CD8A-464BB92320F2}"/>
              </a:ext>
            </a:extLst>
          </p:cNvPr>
          <p:cNvSpPr/>
          <p:nvPr/>
        </p:nvSpPr>
        <p:spPr>
          <a:xfrm>
            <a:off x="1550534" y="1911689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374009-485B-8993-DF0D-CCBCB909A28C}"/>
              </a:ext>
            </a:extLst>
          </p:cNvPr>
          <p:cNvSpPr/>
          <p:nvPr/>
        </p:nvSpPr>
        <p:spPr>
          <a:xfrm>
            <a:off x="2042068" y="1925003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i=0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54C673-2E69-22BD-E87A-A296FF638E47}"/>
              </a:ext>
            </a:extLst>
          </p:cNvPr>
          <p:cNvSpPr/>
          <p:nvPr/>
        </p:nvSpPr>
        <p:spPr>
          <a:xfrm>
            <a:off x="3879058" y="1916911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 &lt; size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C0D404-C8A6-7701-DF9F-4C0EBECB3351}"/>
              </a:ext>
            </a:extLst>
          </p:cNvPr>
          <p:cNvSpPr/>
          <p:nvPr/>
        </p:nvSpPr>
        <p:spPr>
          <a:xfrm>
            <a:off x="7266888" y="1925001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14EAEB-8CAC-23CB-B503-4083788EA407}"/>
              </a:ext>
            </a:extLst>
          </p:cNvPr>
          <p:cNvSpPr/>
          <p:nvPr/>
        </p:nvSpPr>
        <p:spPr>
          <a:xfrm>
            <a:off x="6268567" y="1925002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i++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AA17DA-43B0-2297-40D5-5CFFC57DE8F3}"/>
              </a:ext>
            </a:extLst>
          </p:cNvPr>
          <p:cNvSpPr/>
          <p:nvPr/>
        </p:nvSpPr>
        <p:spPr>
          <a:xfrm>
            <a:off x="1062680" y="2402761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A9408C-58AC-1DCD-800C-5E7CF96AC235}"/>
              </a:ext>
            </a:extLst>
          </p:cNvPr>
          <p:cNvSpPr/>
          <p:nvPr/>
        </p:nvSpPr>
        <p:spPr>
          <a:xfrm>
            <a:off x="1890614" y="2404436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5887C5-1E0D-FAD7-83B4-909A427BF8F4}"/>
              </a:ext>
            </a:extLst>
          </p:cNvPr>
          <p:cNvSpPr/>
          <p:nvPr/>
        </p:nvSpPr>
        <p:spPr>
          <a:xfrm>
            <a:off x="2372420" y="2408022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j=0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4C5D31-2A20-6737-B42D-7D3A31E55BAC}"/>
              </a:ext>
            </a:extLst>
          </p:cNvPr>
          <p:cNvSpPr/>
          <p:nvPr/>
        </p:nvSpPr>
        <p:spPr>
          <a:xfrm>
            <a:off x="4209410" y="2399930"/>
            <a:ext cx="2434105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j &lt; size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7E0306-A303-91EA-7B6E-CFF146BBF92F}"/>
              </a:ext>
            </a:extLst>
          </p:cNvPr>
          <p:cNvSpPr/>
          <p:nvPr/>
        </p:nvSpPr>
        <p:spPr>
          <a:xfrm>
            <a:off x="7713973" y="2408020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A7CCD01-CC35-718C-8F7A-4FC39D0FF89A}"/>
              </a:ext>
            </a:extLst>
          </p:cNvPr>
          <p:cNvSpPr/>
          <p:nvPr/>
        </p:nvSpPr>
        <p:spPr>
          <a:xfrm>
            <a:off x="6715652" y="2408021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j++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FFB62AA-BA8B-F7CC-5BE9-07BCAAAFD933}"/>
              </a:ext>
            </a:extLst>
          </p:cNvPr>
          <p:cNvSpPr/>
          <p:nvPr/>
        </p:nvSpPr>
        <p:spPr>
          <a:xfrm>
            <a:off x="1670121" y="2894772"/>
            <a:ext cx="7920690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suitabilityScore</a:t>
            </a:r>
            <a:r>
              <a:rPr lang="en-US" sz="2800" b="1" dirty="0">
                <a:solidFill>
                  <a:schemeClr val="bg1"/>
                </a:solidFill>
              </a:rPr>
              <a:t>[</a:t>
            </a:r>
            <a:r>
              <a:rPr lang="en-US" sz="2800" b="1" dirty="0" err="1">
                <a:solidFill>
                  <a:schemeClr val="bg1"/>
                </a:solidFill>
              </a:rPr>
              <a:t>i</a:t>
            </a:r>
            <a:r>
              <a:rPr lang="en-US" sz="2800" b="1" dirty="0">
                <a:solidFill>
                  <a:schemeClr val="bg1"/>
                </a:solidFill>
              </a:rPr>
              <a:t>][j] = partnership[</a:t>
            </a:r>
            <a:r>
              <a:rPr lang="en-US" sz="2800" b="1" dirty="0" err="1">
                <a:solidFill>
                  <a:schemeClr val="bg1"/>
                </a:solidFill>
              </a:rPr>
              <a:t>i</a:t>
            </a:r>
            <a:r>
              <a:rPr lang="en-US" sz="2800" b="1" dirty="0">
                <a:solidFill>
                  <a:schemeClr val="bg1"/>
                </a:solidFill>
              </a:rPr>
              <a:t>][j] * weight[</a:t>
            </a:r>
            <a:r>
              <a:rPr lang="en-US" sz="2800" b="1" dirty="0" err="1">
                <a:solidFill>
                  <a:schemeClr val="bg1"/>
                </a:solidFill>
              </a:rPr>
              <a:t>i</a:t>
            </a:r>
            <a:r>
              <a:rPr lang="en-US" sz="2800" b="1" dirty="0">
                <a:solidFill>
                  <a:schemeClr val="bg1"/>
                </a:solidFill>
              </a:rPr>
              <a:t>][j];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53D8ED1-7D00-5968-2EC7-7BCD3BEA1DBF}"/>
              </a:ext>
            </a:extLst>
          </p:cNvPr>
          <p:cNvSpPr/>
          <p:nvPr/>
        </p:nvSpPr>
        <p:spPr>
          <a:xfrm>
            <a:off x="911578" y="3545479"/>
            <a:ext cx="2185266" cy="29540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partnership[5][5]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D3F64B4-D938-42AD-DEFF-64C6766A4F93}"/>
              </a:ext>
            </a:extLst>
          </p:cNvPr>
          <p:cNvSpPr/>
          <p:nvPr/>
        </p:nvSpPr>
        <p:spPr>
          <a:xfrm>
            <a:off x="223832" y="3826698"/>
            <a:ext cx="3833637" cy="2670860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2      2      3      2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 1      2      0      3     1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1      0      1      2     1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3      1      2      1     0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2      1      0      1     1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} ;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 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PK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F066023-2092-66FF-7389-FE65FEB78225}"/>
              </a:ext>
            </a:extLst>
          </p:cNvPr>
          <p:cNvSpPr/>
          <p:nvPr/>
        </p:nvSpPr>
        <p:spPr>
          <a:xfrm>
            <a:off x="4785673" y="3509897"/>
            <a:ext cx="2185266" cy="29540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weights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566EEB9-A283-EB45-BFB2-7DA9759FCAC5}"/>
              </a:ext>
            </a:extLst>
          </p:cNvPr>
          <p:cNvSpPr/>
          <p:nvPr/>
        </p:nvSpPr>
        <p:spPr>
          <a:xfrm>
            <a:off x="4084718" y="3812275"/>
            <a:ext cx="3833637" cy="2670860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4      3      6      4     5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 3      4      3      5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3      1      4      4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5      3      4      3     2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4      3      2      3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} ;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 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PK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7CF0B3E-A631-8886-A764-96776B9E354E}"/>
              </a:ext>
            </a:extLst>
          </p:cNvPr>
          <p:cNvSpPr/>
          <p:nvPr/>
        </p:nvSpPr>
        <p:spPr>
          <a:xfrm>
            <a:off x="7963874" y="4776995"/>
            <a:ext cx="640124" cy="46872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6B8D426-D024-78CC-37E9-D90C48B024F0}"/>
              </a:ext>
            </a:extLst>
          </p:cNvPr>
          <p:cNvSpPr/>
          <p:nvPr/>
        </p:nvSpPr>
        <p:spPr>
          <a:xfrm>
            <a:off x="9360632" y="3488059"/>
            <a:ext cx="2185266" cy="295406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suitability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E5065A1-F1F3-0414-FA29-F92624269F2D}"/>
              </a:ext>
            </a:extLst>
          </p:cNvPr>
          <p:cNvSpPr/>
          <p:nvPr/>
        </p:nvSpPr>
        <p:spPr>
          <a:xfrm>
            <a:off x="8659675" y="3805303"/>
            <a:ext cx="3833637" cy="2670860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8     6     18      8    15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 3     8	   0        15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3     0	   4         8    3 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{15    3     8         3    0 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{8      3      0         3   3 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} ;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 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PK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F647718E-C490-9E33-1DAF-512AC4B70C9B}"/>
              </a:ext>
            </a:extLst>
          </p:cNvPr>
          <p:cNvSpPr txBox="1">
            <a:spLocks/>
          </p:cNvSpPr>
          <p:nvPr/>
        </p:nvSpPr>
        <p:spPr>
          <a:xfrm>
            <a:off x="8490821" y="1427122"/>
            <a:ext cx="4171347" cy="1399506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800" b="1" dirty="0"/>
              <a:t>Strategy: </a:t>
            </a:r>
          </a:p>
          <a:p>
            <a:pPr marL="342900" indent="-342900">
              <a:lnSpc>
                <a:spcPct val="100000"/>
              </a:lnSpc>
              <a:spcBef>
                <a:spcPts val="50"/>
              </a:spcBef>
              <a:buAutoNum type="arabicPeriod"/>
            </a:pPr>
            <a:r>
              <a:rPr lang="en-US" sz="1800" b="1" dirty="0"/>
              <a:t>Calculate a suitability matrix by multiplying partnerships to weights to find the best opening pair.</a:t>
            </a:r>
          </a:p>
        </p:txBody>
      </p:sp>
    </p:spTree>
    <p:extLst>
      <p:ext uri="{BB962C8B-B14F-4D97-AF65-F5344CB8AC3E}">
        <p14:creationId xmlns:p14="http://schemas.microsoft.com/office/powerpoint/2010/main" val="28917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3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"/>
                            </p:stCondLst>
                            <p:childTnLst>
                              <p:par>
                                <p:cTn id="1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3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50"/>
                            </p:stCondLst>
                            <p:childTnLst>
                              <p:par>
                                <p:cTn id="1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250"/>
                            </p:stCondLst>
                            <p:childTnLst>
                              <p:par>
                                <p:cTn id="1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2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8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50"/>
                            </p:stCondLst>
                            <p:childTnLst>
                              <p:par>
                                <p:cTn id="14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2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8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6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4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2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0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250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8" dur="250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250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250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6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4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2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0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7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8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0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6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4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6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1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2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7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40" grpId="0" animBg="1"/>
      <p:bldP spid="42" grpId="0" animBg="1"/>
      <p:bldP spid="43" grpId="0" animBg="1"/>
      <p:bldP spid="46" grpId="0" animBg="1"/>
      <p:bldP spid="46" grpId="1" animBg="1"/>
      <p:bldP spid="47" grpId="0" animBg="1"/>
      <p:bldP spid="48" grpId="0" animBg="1"/>
      <p:bldP spid="74" grpId="0" uiExpand="1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CDDC-5E91-97A5-98F1-184C0BE2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AD7A005-BA82-8DE5-CF12-AFB6E810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729" y="200099"/>
            <a:ext cx="9004142" cy="1046810"/>
          </a:xfrm>
          <a:ln w="149225">
            <a:solidFill>
              <a:srgbClr val="FFC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dirty="0"/>
              <a:t>Problem Statement: Selecting best opening pair for Peshawar </a:t>
            </a:r>
            <a:r>
              <a:rPr lang="en-US" sz="3200" dirty="0" err="1"/>
              <a:t>Zalmi</a:t>
            </a:r>
            <a:r>
              <a:rPr lang="en-US" sz="3200" dirty="0"/>
              <a:t> team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336204B-BC7B-99F2-CC2D-0BB7BE40BE08}"/>
              </a:ext>
            </a:extLst>
          </p:cNvPr>
          <p:cNvGrpSpPr/>
          <p:nvPr/>
        </p:nvGrpSpPr>
        <p:grpSpPr>
          <a:xfrm>
            <a:off x="183207" y="1404781"/>
            <a:ext cx="3948265" cy="29540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F919A69-0280-39E5-0B58-BC10401DEFCA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E7DC10CA-7311-326A-9BDE-2FEA0B9ACB8B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int </a:t>
              </a:r>
              <a:r>
                <a:rPr lang="en-US" sz="2000" b="1" dirty="0" err="1"/>
                <a:t>synergySuitability</a:t>
              </a:r>
              <a:r>
                <a:rPr lang="en-US" sz="2000" b="1" dirty="0"/>
                <a:t>[5][5]={0} ;</a:t>
              </a:r>
              <a:endParaRPr lang="en-PK" sz="2000" b="1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AFE786-4E8D-00FA-FE93-5CB7CE860771}"/>
              </a:ext>
            </a:extLst>
          </p:cNvPr>
          <p:cNvGrpSpPr/>
          <p:nvPr/>
        </p:nvGrpSpPr>
        <p:grpSpPr>
          <a:xfrm>
            <a:off x="4142107" y="1408813"/>
            <a:ext cx="2358735" cy="29540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B2C3E0C-22A1-3BC1-45FC-11882A05E0CA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/>
            </a:p>
          </p:txBody>
        </p:sp>
        <p:sp>
          <p:nvSpPr>
            <p:cNvPr id="25" name="Rectangle: Rounded Corners 4">
              <a:extLst>
                <a:ext uri="{FF2B5EF4-FFF2-40B4-BE49-F238E27FC236}">
                  <a16:creationId xmlns:a16="http://schemas.microsoft.com/office/drawing/2014/main" id="{196A03F9-7962-0569-D938-1423C79102D8}"/>
                </a:ext>
              </a:extLst>
            </p:cNvPr>
            <p:cNvSpPr txBox="1"/>
            <p:nvPr/>
          </p:nvSpPr>
          <p:spPr>
            <a:xfrm>
              <a:off x="1191773" y="945889"/>
              <a:ext cx="1975542" cy="1234078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4013" tIns="104013" rIns="104013" bIns="104013" numCol="1" spcCol="1270" anchor="ctr" anchorCtr="0">
              <a:noAutofit/>
            </a:bodyPr>
            <a:lstStyle/>
            <a:p>
              <a:pPr defTabSz="121348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Const int Size= 5 ;</a:t>
              </a:r>
              <a:endParaRPr lang="en-PK" sz="2000" b="1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DC5610D-1717-E49B-F7ED-A750F05AB742}"/>
              </a:ext>
            </a:extLst>
          </p:cNvPr>
          <p:cNvSpPr/>
          <p:nvPr/>
        </p:nvSpPr>
        <p:spPr>
          <a:xfrm>
            <a:off x="920029" y="1785322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3C4BDA-B763-4BC6-21B8-5A6E157FE5AA}"/>
              </a:ext>
            </a:extLst>
          </p:cNvPr>
          <p:cNvSpPr/>
          <p:nvPr/>
        </p:nvSpPr>
        <p:spPr>
          <a:xfrm>
            <a:off x="1747963" y="1786997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A63DA9-4F90-0FEF-FC19-3D6C85826E25}"/>
              </a:ext>
            </a:extLst>
          </p:cNvPr>
          <p:cNvSpPr/>
          <p:nvPr/>
        </p:nvSpPr>
        <p:spPr>
          <a:xfrm>
            <a:off x="2239497" y="1800311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i=0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9CB6A6-1BA4-AE49-7FB9-0A7DBBEEBA69}"/>
              </a:ext>
            </a:extLst>
          </p:cNvPr>
          <p:cNvSpPr/>
          <p:nvPr/>
        </p:nvSpPr>
        <p:spPr>
          <a:xfrm>
            <a:off x="4076487" y="1792219"/>
            <a:ext cx="231157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 &lt; size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46F9B8-47B1-0F29-8D58-C711678C5465}"/>
              </a:ext>
            </a:extLst>
          </p:cNvPr>
          <p:cNvSpPr/>
          <p:nvPr/>
        </p:nvSpPr>
        <p:spPr>
          <a:xfrm>
            <a:off x="7464317" y="1800309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1DC2FC-DE0F-6EBA-961C-1D342BD183DA}"/>
              </a:ext>
            </a:extLst>
          </p:cNvPr>
          <p:cNvSpPr/>
          <p:nvPr/>
        </p:nvSpPr>
        <p:spPr>
          <a:xfrm>
            <a:off x="6465996" y="1800310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i++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8246DB-3D50-B3A4-0A4E-6F496FC7B19E}"/>
              </a:ext>
            </a:extLst>
          </p:cNvPr>
          <p:cNvSpPr/>
          <p:nvPr/>
        </p:nvSpPr>
        <p:spPr>
          <a:xfrm>
            <a:off x="1260109" y="2278069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F2203B-C752-1CEA-5611-DB7569B451CD}"/>
              </a:ext>
            </a:extLst>
          </p:cNvPr>
          <p:cNvSpPr/>
          <p:nvPr/>
        </p:nvSpPr>
        <p:spPr>
          <a:xfrm>
            <a:off x="2088043" y="2279744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3B23A3-4FB5-E671-F5FB-A57017A3F63C}"/>
              </a:ext>
            </a:extLst>
          </p:cNvPr>
          <p:cNvSpPr/>
          <p:nvPr/>
        </p:nvSpPr>
        <p:spPr>
          <a:xfrm>
            <a:off x="2569849" y="2283330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j=0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E969C0-307B-A02E-272C-5842B9CABA3D}"/>
              </a:ext>
            </a:extLst>
          </p:cNvPr>
          <p:cNvSpPr/>
          <p:nvPr/>
        </p:nvSpPr>
        <p:spPr>
          <a:xfrm>
            <a:off x="4406839" y="2275238"/>
            <a:ext cx="2434105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j &lt; size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5516FE-9DB3-D924-0AE4-3C13D9FE97FC}"/>
              </a:ext>
            </a:extLst>
          </p:cNvPr>
          <p:cNvSpPr/>
          <p:nvPr/>
        </p:nvSpPr>
        <p:spPr>
          <a:xfrm>
            <a:off x="7911402" y="2283328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43E671-7826-6D60-0C1D-B69A68AB2D8F}"/>
              </a:ext>
            </a:extLst>
          </p:cNvPr>
          <p:cNvSpPr/>
          <p:nvPr/>
        </p:nvSpPr>
        <p:spPr>
          <a:xfrm>
            <a:off x="6913081" y="2283329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j++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36AACD-8B57-FA05-9CC2-C1CA33DACE76}"/>
              </a:ext>
            </a:extLst>
          </p:cNvPr>
          <p:cNvSpPr/>
          <p:nvPr/>
        </p:nvSpPr>
        <p:spPr>
          <a:xfrm>
            <a:off x="1967666" y="2762109"/>
            <a:ext cx="750091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D1983D-D66E-6EEE-1370-07CC112C0169}"/>
              </a:ext>
            </a:extLst>
          </p:cNvPr>
          <p:cNvSpPr/>
          <p:nvPr/>
        </p:nvSpPr>
        <p:spPr>
          <a:xfrm>
            <a:off x="2795600" y="2763784"/>
            <a:ext cx="40973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(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EEAE15-1BDF-ABC5-0512-791D592F412B}"/>
              </a:ext>
            </a:extLst>
          </p:cNvPr>
          <p:cNvSpPr/>
          <p:nvPr/>
        </p:nvSpPr>
        <p:spPr>
          <a:xfrm>
            <a:off x="3277406" y="2767370"/>
            <a:ext cx="1759052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k=0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43E508-6ACF-87B2-48E5-886A2BC4B155}"/>
              </a:ext>
            </a:extLst>
          </p:cNvPr>
          <p:cNvSpPr/>
          <p:nvPr/>
        </p:nvSpPr>
        <p:spPr>
          <a:xfrm>
            <a:off x="5114396" y="2759278"/>
            <a:ext cx="2434105" cy="403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 &lt; size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A4E8C0-853E-D9B0-943B-BFE37E1E721A}"/>
              </a:ext>
            </a:extLst>
          </p:cNvPr>
          <p:cNvSpPr/>
          <p:nvPr/>
        </p:nvSpPr>
        <p:spPr>
          <a:xfrm>
            <a:off x="8618959" y="2767368"/>
            <a:ext cx="60082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5396DC-B77E-6148-26EC-8BF37F264F76}"/>
              </a:ext>
            </a:extLst>
          </p:cNvPr>
          <p:cNvSpPr/>
          <p:nvPr/>
        </p:nvSpPr>
        <p:spPr>
          <a:xfrm>
            <a:off x="7620638" y="2767369"/>
            <a:ext cx="930899" cy="40374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k++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D002A0-28BC-2D29-5480-ED0092204E9F}"/>
              </a:ext>
            </a:extLst>
          </p:cNvPr>
          <p:cNvSpPr/>
          <p:nvPr/>
        </p:nvSpPr>
        <p:spPr>
          <a:xfrm>
            <a:off x="1995058" y="3234205"/>
            <a:ext cx="9567568" cy="527303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/>
              <a:t>synergySuitabilityScore</a:t>
            </a:r>
            <a:r>
              <a:rPr lang="en-US" sz="2800" b="1" dirty="0"/>
              <a:t>[</a:t>
            </a:r>
            <a:r>
              <a:rPr lang="en-US" sz="2800" b="1" dirty="0" err="1">
                <a:solidFill>
                  <a:srgbClr val="C00000"/>
                </a:solidFill>
              </a:rPr>
              <a:t>i</a:t>
            </a:r>
            <a:r>
              <a:rPr lang="en-US" sz="2800" b="1" dirty="0"/>
              <a:t>][</a:t>
            </a:r>
            <a:r>
              <a:rPr lang="en-US" sz="2800" b="1" dirty="0">
                <a:solidFill>
                  <a:srgbClr val="C00000"/>
                </a:solidFill>
              </a:rPr>
              <a:t>j</a:t>
            </a:r>
            <a:r>
              <a:rPr lang="en-US" sz="2800" b="1" dirty="0"/>
              <a:t>] += partnership[</a:t>
            </a:r>
            <a:r>
              <a:rPr lang="en-US" sz="2800" b="1" dirty="0" err="1">
                <a:solidFill>
                  <a:srgbClr val="C00000"/>
                </a:solidFill>
              </a:rPr>
              <a:t>i</a:t>
            </a:r>
            <a:r>
              <a:rPr lang="en-US" sz="2800" b="1" dirty="0"/>
              <a:t>][</a:t>
            </a:r>
            <a:r>
              <a:rPr lang="en-US" sz="2800" b="1" dirty="0">
                <a:solidFill>
                  <a:srgbClr val="C00000"/>
                </a:solidFill>
              </a:rPr>
              <a:t>k</a:t>
            </a:r>
            <a:r>
              <a:rPr lang="en-US" sz="2800" b="1" dirty="0"/>
              <a:t>] * weight[</a:t>
            </a:r>
            <a:r>
              <a:rPr lang="en-US" sz="2800" b="1" dirty="0">
                <a:solidFill>
                  <a:srgbClr val="C00000"/>
                </a:solidFill>
              </a:rPr>
              <a:t>k</a:t>
            </a:r>
            <a:r>
              <a:rPr lang="en-US" sz="2800" b="1" dirty="0"/>
              <a:t>][</a:t>
            </a:r>
            <a:r>
              <a:rPr lang="en-US" sz="2800" b="1" dirty="0">
                <a:solidFill>
                  <a:srgbClr val="C00000"/>
                </a:solidFill>
              </a:rPr>
              <a:t>j</a:t>
            </a:r>
            <a:r>
              <a:rPr lang="en-US" sz="2800" b="1" dirty="0"/>
              <a:t>] 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DB26B6-F921-E9F2-416B-63B1CCF48A07}"/>
              </a:ext>
            </a:extLst>
          </p:cNvPr>
          <p:cNvSpPr/>
          <p:nvPr/>
        </p:nvSpPr>
        <p:spPr>
          <a:xfrm>
            <a:off x="870953" y="3898538"/>
            <a:ext cx="2185266" cy="282877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partnership[5][5]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2E7F87-D76E-2963-9109-77C1C824A038}"/>
              </a:ext>
            </a:extLst>
          </p:cNvPr>
          <p:cNvSpPr/>
          <p:nvPr/>
        </p:nvSpPr>
        <p:spPr>
          <a:xfrm>
            <a:off x="183207" y="4179757"/>
            <a:ext cx="3833637" cy="2557584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>
                <a:solidFill>
                  <a:schemeClr val="bg2">
                    <a:lumMod val="25000"/>
                  </a:schemeClr>
                </a:solidFill>
              </a:rPr>
              <a:t>{ 2     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2      3      2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 1      2      0      3     1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1      0      1      2     1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3      1      2      1     0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2      1      0      1     1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} ;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 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PK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1A7759-5805-0B35-DF4F-D9C5BC0653AD}"/>
              </a:ext>
            </a:extLst>
          </p:cNvPr>
          <p:cNvSpPr/>
          <p:nvPr/>
        </p:nvSpPr>
        <p:spPr>
          <a:xfrm>
            <a:off x="4745048" y="3862956"/>
            <a:ext cx="2185266" cy="282877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weights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153EF28-B700-18D3-9112-EFD2FA66EFEF}"/>
              </a:ext>
            </a:extLst>
          </p:cNvPr>
          <p:cNvSpPr/>
          <p:nvPr/>
        </p:nvSpPr>
        <p:spPr>
          <a:xfrm>
            <a:off x="4044093" y="4165334"/>
            <a:ext cx="3833637" cy="2557584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4      3      6      4     5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 3      4      3      5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3      1      4      4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5      3      4      3     2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4      3      2      3     3 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} ;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 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PK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E816D9-4C93-827A-0770-34BB8A01FFFE}"/>
              </a:ext>
            </a:extLst>
          </p:cNvPr>
          <p:cNvSpPr/>
          <p:nvPr/>
        </p:nvSpPr>
        <p:spPr>
          <a:xfrm>
            <a:off x="7923249" y="5130055"/>
            <a:ext cx="640124" cy="448842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9158513-F7C9-3353-89AF-979486E5391B}"/>
              </a:ext>
            </a:extLst>
          </p:cNvPr>
          <p:cNvSpPr/>
          <p:nvPr/>
        </p:nvSpPr>
        <p:spPr>
          <a:xfrm>
            <a:off x="9320007" y="3851509"/>
            <a:ext cx="2185266" cy="282877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synergySuitability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011387-EEFE-C9B6-3EA1-43E3CC2B1457}"/>
              </a:ext>
            </a:extLst>
          </p:cNvPr>
          <p:cNvSpPr/>
          <p:nvPr/>
        </p:nvSpPr>
        <p:spPr>
          <a:xfrm>
            <a:off x="8689847" y="4165334"/>
            <a:ext cx="3833637" cy="2557584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45   32   44   45   38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{ 29   23   26   26   20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21   13   20    17   15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26   18   33    28   26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{ 20   16   21    19   18 } ,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} ;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kern="1200" dirty="0">
                <a:solidFill>
                  <a:schemeClr val="bg2">
                    <a:lumMod val="25000"/>
                  </a:schemeClr>
                </a:solidFill>
              </a:rPr>
              <a:t>  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buSzPct val="300000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PK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265ECCF-99DA-D6AA-1BBD-795D9A264411}"/>
              </a:ext>
            </a:extLst>
          </p:cNvPr>
          <p:cNvSpPr/>
          <p:nvPr/>
        </p:nvSpPr>
        <p:spPr>
          <a:xfrm>
            <a:off x="586406" y="4680479"/>
            <a:ext cx="331038" cy="287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792A2B-5CDA-F285-EF1E-4EC5337D109B}"/>
              </a:ext>
            </a:extLst>
          </p:cNvPr>
          <p:cNvSpPr/>
          <p:nvPr/>
        </p:nvSpPr>
        <p:spPr>
          <a:xfrm>
            <a:off x="4458301" y="4710588"/>
            <a:ext cx="331038" cy="287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63DA7B-56AC-A997-DA84-8BA9C294D897}"/>
              </a:ext>
            </a:extLst>
          </p:cNvPr>
          <p:cNvSpPr/>
          <p:nvPr/>
        </p:nvSpPr>
        <p:spPr>
          <a:xfrm>
            <a:off x="1205483" y="4689806"/>
            <a:ext cx="331038" cy="287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AFFC41B-80A6-50EA-0D86-02E836E6EC4E}"/>
              </a:ext>
            </a:extLst>
          </p:cNvPr>
          <p:cNvSpPr/>
          <p:nvPr/>
        </p:nvSpPr>
        <p:spPr>
          <a:xfrm>
            <a:off x="4457369" y="5008184"/>
            <a:ext cx="331038" cy="287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4033F4E-57FF-9FEA-BC05-2FDD2D6FA77C}"/>
              </a:ext>
            </a:extLst>
          </p:cNvPr>
          <p:cNvSpPr/>
          <p:nvPr/>
        </p:nvSpPr>
        <p:spPr>
          <a:xfrm>
            <a:off x="1826301" y="4698069"/>
            <a:ext cx="331038" cy="287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607F690-D998-2A7E-8773-4C7641544D47}"/>
              </a:ext>
            </a:extLst>
          </p:cNvPr>
          <p:cNvSpPr/>
          <p:nvPr/>
        </p:nvSpPr>
        <p:spPr>
          <a:xfrm>
            <a:off x="4452103" y="5339087"/>
            <a:ext cx="331038" cy="287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9A79863-258E-BF7F-05F0-59146CA20E07}"/>
              </a:ext>
            </a:extLst>
          </p:cNvPr>
          <p:cNvSpPr/>
          <p:nvPr/>
        </p:nvSpPr>
        <p:spPr>
          <a:xfrm>
            <a:off x="2470525" y="4697005"/>
            <a:ext cx="331038" cy="30663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1F2C40F-3DED-FC15-5D65-A28AC0717873}"/>
              </a:ext>
            </a:extLst>
          </p:cNvPr>
          <p:cNvSpPr/>
          <p:nvPr/>
        </p:nvSpPr>
        <p:spPr>
          <a:xfrm>
            <a:off x="4447216" y="5667856"/>
            <a:ext cx="331038" cy="287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000C16A-611F-F9D7-1667-515839B98A4E}"/>
              </a:ext>
            </a:extLst>
          </p:cNvPr>
          <p:cNvSpPr/>
          <p:nvPr/>
        </p:nvSpPr>
        <p:spPr>
          <a:xfrm>
            <a:off x="3039243" y="4706332"/>
            <a:ext cx="331038" cy="30663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BAB016F-8C70-3EAE-EE7B-E9BF9FA5C517}"/>
              </a:ext>
            </a:extLst>
          </p:cNvPr>
          <p:cNvSpPr/>
          <p:nvPr/>
        </p:nvSpPr>
        <p:spPr>
          <a:xfrm>
            <a:off x="4457369" y="5984856"/>
            <a:ext cx="331038" cy="2877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3B81AB2B-AC36-E4B2-BA21-FAD14BE0C38B}"/>
              </a:ext>
            </a:extLst>
          </p:cNvPr>
          <p:cNvSpPr txBox="1">
            <a:spLocks/>
          </p:cNvSpPr>
          <p:nvPr/>
        </p:nvSpPr>
        <p:spPr>
          <a:xfrm>
            <a:off x="8619052" y="1398822"/>
            <a:ext cx="4148888" cy="1305458"/>
          </a:xfrm>
          <a:prstGeom prst="rect">
            <a:avLst/>
          </a:prstGeom>
          <a:solidFill>
            <a:schemeClr val="accent2"/>
          </a:solidFill>
          <a:ln w="38100">
            <a:solidFill>
              <a:srgbClr val="00B0F0"/>
            </a:solidFill>
          </a:ln>
        </p:spPr>
        <p:txBody>
          <a:bodyPr>
            <a:noAutofit/>
          </a:bodyPr>
          <a:lstStyle>
            <a:lvl1pPr marL="213363" indent="-264570" algn="l" defTabSz="853451" rtl="0" eaLnBrk="1" latinLnBrk="0" hangingPunct="1">
              <a:lnSpc>
                <a:spcPct val="90000"/>
              </a:lnSpc>
              <a:spcBef>
                <a:spcPts val="933"/>
              </a:spcBef>
              <a:buFont typeface="Arial" panose="020B0604020202020204" pitchFamily="34" charset="0"/>
              <a:buChar char="•"/>
              <a:defRPr sz="2613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0088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224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681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867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93539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920264" indent="-264570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346989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371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27165" indent="-213363" algn="l" defTabSz="853451" rtl="0" eaLnBrk="1" latinLnBrk="0" hangingPunct="1">
              <a:lnSpc>
                <a:spcPct val="90000"/>
              </a:lnSpc>
              <a:spcBef>
                <a:spcPts val="466"/>
              </a:spcBef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"/>
              </a:spcBef>
              <a:buNone/>
            </a:pPr>
            <a:r>
              <a:rPr lang="en-US" sz="1600" b="1" dirty="0"/>
              <a:t>Strategy: </a:t>
            </a:r>
          </a:p>
          <a:p>
            <a:pPr marL="342900" indent="-342900">
              <a:lnSpc>
                <a:spcPct val="100000"/>
              </a:lnSpc>
              <a:spcBef>
                <a:spcPts val="50"/>
              </a:spcBef>
              <a:buFont typeface="+mj-lt"/>
              <a:buAutoNum type="arabicPeriod" startAt="2"/>
            </a:pPr>
            <a:r>
              <a:rPr lang="en-US" sz="1600" b="1" dirty="0"/>
              <a:t>Find dot-matrix product of two matrices to find a complete synergy among opening pairs for different situations: such as spin-attack, pace-attack etc.</a:t>
            </a:r>
          </a:p>
        </p:txBody>
      </p:sp>
    </p:spTree>
    <p:extLst>
      <p:ext uri="{BB962C8B-B14F-4D97-AF65-F5344CB8AC3E}">
        <p14:creationId xmlns:p14="http://schemas.microsoft.com/office/powerpoint/2010/main" val="28254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50"/>
                            </p:stCondLst>
                            <p:childTnLst>
                              <p:par>
                                <p:cTn id="14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50"/>
                            </p:stCondLst>
                            <p:childTnLst>
                              <p:par>
                                <p:cTn id="15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250"/>
                            </p:stCondLst>
                            <p:childTnLst>
                              <p:par>
                                <p:cTn id="16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50"/>
                            </p:stCondLst>
                            <p:childTnLst>
                              <p:par>
                                <p:cTn id="17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6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250"/>
                            </p:stCondLst>
                            <p:childTnLst>
                              <p:par>
                                <p:cTn id="2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50"/>
                            </p:stCondLst>
                            <p:childTnLst>
                              <p:par>
                                <p:cTn id="2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50"/>
                            </p:stCondLst>
                            <p:childTnLst>
                              <p:par>
                                <p:cTn id="2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8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3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250"/>
                            </p:stCondLst>
                            <p:childTnLst>
                              <p:par>
                                <p:cTn id="2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7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2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250"/>
                            </p:stCondLst>
                            <p:childTnLst>
                              <p:par>
                                <p:cTn id="26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6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1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2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9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0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2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7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8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6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3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4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250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2" dur="250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250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250" autoRev="1" fill="remov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0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7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8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0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5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6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4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6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4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1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2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4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55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6" fill="hold">
                      <p:stCondLst>
                        <p:cond delay="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9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0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5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4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2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4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0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2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8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6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8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1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0" fill="hold">
                      <p:stCondLst>
                        <p:cond delay="0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3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4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6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7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15" grpId="0" animBg="1"/>
      <p:bldP spid="16" grpId="0" animBg="1"/>
      <p:bldP spid="17" grpId="0" animBg="1"/>
      <p:bldP spid="17" grpId="1" animBg="1"/>
      <p:bldP spid="18" grpId="0" animBg="1"/>
      <p:bldP spid="19" grpId="0" animBg="1"/>
      <p:bldP spid="20" grpId="0" animBg="1"/>
      <p:bldP spid="21" grpId="0" animBg="1"/>
      <p:bldP spid="22" grpId="0" animBg="1"/>
      <p:bldP spid="41" grpId="0" animBg="1"/>
      <p:bldP spid="44" grpId="0" animBg="1"/>
      <p:bldP spid="45" grpId="0" animBg="1"/>
      <p:bldP spid="49" grpId="0" animBg="1"/>
      <p:bldP spid="50" grpId="0" animBg="1"/>
      <p:bldP spid="51" grpId="0" animBg="1"/>
      <p:bldP spid="52" grpId="0" animBg="1"/>
      <p:bldP spid="53" grpId="0" uiExpand="1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78" y="489203"/>
            <a:ext cx="5760720" cy="345643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1C1C5-9348-7205-6150-04ACCA73A2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078" y="4834180"/>
            <a:ext cx="5760720" cy="786283"/>
          </a:xfrm>
        </p:spPr>
        <p:txBody>
          <a:bodyPr/>
          <a:lstStyle/>
          <a:p>
            <a:r>
              <a:rPr lang="en-US" dirty="0"/>
              <a:t>Q&amp;A  ( if any left )</a:t>
            </a:r>
          </a:p>
        </p:txBody>
      </p:sp>
    </p:spTree>
    <p:extLst>
      <p:ext uri="{BB962C8B-B14F-4D97-AF65-F5344CB8AC3E}">
        <p14:creationId xmlns:p14="http://schemas.microsoft.com/office/powerpoint/2010/main" val="83086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2557</TotalTime>
  <Words>5361</Words>
  <Application>Microsoft Office PowerPoint</Application>
  <PresentationFormat>Custom</PresentationFormat>
  <Paragraphs>1554</Paragraphs>
  <Slides>40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Abadi</vt:lpstr>
      <vt:lpstr>Aptos</vt:lpstr>
      <vt:lpstr>Arial</vt:lpstr>
      <vt:lpstr>Calibri</vt:lpstr>
      <vt:lpstr>Franklin Gothic Book</vt:lpstr>
      <vt:lpstr>Franklin Gothic Demi</vt:lpstr>
      <vt:lpstr>Wingdings</vt:lpstr>
      <vt:lpstr>Custom</vt:lpstr>
      <vt:lpstr>Lecture 01-02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Declaration &amp; Mapping concepts(D&amp;MC)</vt:lpstr>
      <vt:lpstr>Memory Layouts</vt:lpstr>
      <vt:lpstr>PowerPoint Presentation</vt:lpstr>
      <vt:lpstr>PowerPoint Presentation</vt:lpstr>
      <vt:lpstr>(D&amp;MC)</vt:lpstr>
      <vt:lpstr>Mapping Dimensions &amp; Calculating Sizes (Locations)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Statement: Storing Temperature of 5 cities of the entire week for each Hour</vt:lpstr>
      <vt:lpstr>Problem Statement: storing data of students for distributing financial aid (scholarship)</vt:lpstr>
      <vt:lpstr>Problem Statement: storing data of students for distributing financial aid (scholarship)</vt:lpstr>
      <vt:lpstr>Problem Statement: storing data of students for distributing financial aid (scholarship)</vt:lpstr>
      <vt:lpstr>Problem Statement: storing data of students for distributing financial aid (scholarship)</vt:lpstr>
      <vt:lpstr>Problem Statement: storing data of students for distributing financial aid (scholarship)</vt:lpstr>
      <vt:lpstr>Problem Statement: Selecting best opening pair for Peshawar Zalmi team</vt:lpstr>
      <vt:lpstr>Problem Statement: Selecting best opening pair for Peshawar Zalmi team</vt:lpstr>
      <vt:lpstr>Problem Statement: Selecting best opening pair for Peshawar Zalmi team</vt:lpstr>
      <vt:lpstr>Problem Statement: Selecting best opening pair for Peshawar Zalmi team</vt:lpstr>
      <vt:lpstr>Problem Statement: Selecting best opening pair for Peshawar Zalmi team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1067</cp:revision>
  <dcterms:created xsi:type="dcterms:W3CDTF">2024-11-10T04:16:27Z</dcterms:created>
  <dcterms:modified xsi:type="dcterms:W3CDTF">2025-01-22T13:45:51Z</dcterms:modified>
</cp:coreProperties>
</file>