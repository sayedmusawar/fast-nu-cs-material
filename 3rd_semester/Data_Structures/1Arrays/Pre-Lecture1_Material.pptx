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425" r:id="rId3"/>
    <p:sldId id="438" r:id="rId4"/>
    <p:sldId id="439" r:id="rId5"/>
    <p:sldId id="440" r:id="rId6"/>
    <p:sldId id="441" r:id="rId7"/>
    <p:sldId id="442" r:id="rId8"/>
    <p:sldId id="443" r:id="rId9"/>
    <p:sldId id="444" r:id="rId10"/>
    <p:sldId id="423" r:id="rId11"/>
    <p:sldId id="422" r:id="rId12"/>
    <p:sldId id="428" r:id="rId13"/>
    <p:sldId id="429" r:id="rId14"/>
    <p:sldId id="403" r:id="rId15"/>
    <p:sldId id="402" r:id="rId16"/>
    <p:sldId id="404" r:id="rId17"/>
    <p:sldId id="405" r:id="rId18"/>
    <p:sldId id="408" r:id="rId19"/>
    <p:sldId id="409" r:id="rId20"/>
    <p:sldId id="407" r:id="rId21"/>
    <p:sldId id="410" r:id="rId22"/>
    <p:sldId id="430" r:id="rId23"/>
    <p:sldId id="44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8A6034-3905-484B-94C4-97B3B045CE14}" type="doc">
      <dgm:prSet loTypeId="urn:microsoft.com/office/officeart/2005/8/layout/StepDownProcess" loCatId="process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PK"/>
        </a:p>
      </dgm:t>
    </dgm:pt>
    <dgm:pt modelId="{4AD11112-7A9E-42DA-9D11-F2426A51C7E7}">
      <dgm:prSet phldrT="[Text]"/>
      <dgm:spPr/>
      <dgm:t>
        <a:bodyPr/>
        <a:lstStyle/>
        <a:p>
          <a:r>
            <a:rPr lang="en-US" b="1" dirty="0"/>
            <a:t>cin&gt;&gt;A[</a:t>
          </a:r>
          <a:r>
            <a:rPr lang="en-US" b="1" dirty="0" err="1"/>
            <a:t>i</a:t>
          </a:r>
          <a:r>
            <a:rPr lang="en-US" b="1" dirty="0"/>
            <a:t>];</a:t>
          </a:r>
          <a:endParaRPr lang="en-PK" b="1" dirty="0"/>
        </a:p>
      </dgm:t>
    </dgm:pt>
    <dgm:pt modelId="{EC5A40B3-46DD-40C9-A812-CB23B3596C22}" type="parTrans" cxnId="{5E44267F-24C2-457C-BC8D-6B699252BB03}">
      <dgm:prSet/>
      <dgm:spPr/>
      <dgm:t>
        <a:bodyPr/>
        <a:lstStyle/>
        <a:p>
          <a:endParaRPr lang="en-PK"/>
        </a:p>
      </dgm:t>
    </dgm:pt>
    <dgm:pt modelId="{B87C0BC6-7036-4321-A664-7ADD39EF5E24}" type="sibTrans" cxnId="{5E44267F-24C2-457C-BC8D-6B699252BB03}">
      <dgm:prSet/>
      <dgm:spPr/>
      <dgm:t>
        <a:bodyPr/>
        <a:lstStyle/>
        <a:p>
          <a:endParaRPr lang="en-PK"/>
        </a:p>
      </dgm:t>
    </dgm:pt>
    <dgm:pt modelId="{773682EA-B09E-440E-A6A3-8FE6BA65A36D}" type="pres">
      <dgm:prSet presAssocID="{CD8A6034-3905-484B-94C4-97B3B045CE14}" presName="rootnode" presStyleCnt="0">
        <dgm:presLayoutVars>
          <dgm:chMax/>
          <dgm:chPref/>
          <dgm:dir/>
          <dgm:animLvl val="lvl"/>
        </dgm:presLayoutVars>
      </dgm:prSet>
      <dgm:spPr/>
    </dgm:pt>
    <dgm:pt modelId="{FDCB6F94-1C3D-413D-94B3-990EC3E357B9}" type="pres">
      <dgm:prSet presAssocID="{4AD11112-7A9E-42DA-9D11-F2426A51C7E7}" presName="composite" presStyleCnt="0"/>
      <dgm:spPr/>
    </dgm:pt>
    <dgm:pt modelId="{C6655331-B2D8-424A-A6BA-BB4EA3DA2D10}" type="pres">
      <dgm:prSet presAssocID="{4AD11112-7A9E-42DA-9D11-F2426A51C7E7}" presName="ParentText" presStyleLbl="node1" presStyleIdx="0" presStyleCnt="1" custScaleX="310708" custScaleY="176115">
        <dgm:presLayoutVars>
          <dgm:chMax val="1"/>
          <dgm:chPref val="1"/>
          <dgm:bulletEnabled val="1"/>
        </dgm:presLayoutVars>
      </dgm:prSet>
      <dgm:spPr/>
    </dgm:pt>
  </dgm:ptLst>
  <dgm:cxnLst>
    <dgm:cxn modelId="{AA368B5C-3225-4484-8F46-4FBE6F2C9352}" type="presOf" srcId="{4AD11112-7A9E-42DA-9D11-F2426A51C7E7}" destId="{C6655331-B2D8-424A-A6BA-BB4EA3DA2D10}" srcOrd="0" destOrd="0" presId="urn:microsoft.com/office/officeart/2005/8/layout/StepDownProcess"/>
    <dgm:cxn modelId="{87334858-BE08-49AC-A889-13C772AAFE8A}" type="presOf" srcId="{CD8A6034-3905-484B-94C4-97B3B045CE14}" destId="{773682EA-B09E-440E-A6A3-8FE6BA65A36D}" srcOrd="0" destOrd="0" presId="urn:microsoft.com/office/officeart/2005/8/layout/StepDownProcess"/>
    <dgm:cxn modelId="{5E44267F-24C2-457C-BC8D-6B699252BB03}" srcId="{CD8A6034-3905-484B-94C4-97B3B045CE14}" destId="{4AD11112-7A9E-42DA-9D11-F2426A51C7E7}" srcOrd="0" destOrd="0" parTransId="{EC5A40B3-46DD-40C9-A812-CB23B3596C22}" sibTransId="{B87C0BC6-7036-4321-A664-7ADD39EF5E24}"/>
    <dgm:cxn modelId="{CB079877-14AF-444A-92D1-9C60A23D0A8F}" type="presParOf" srcId="{773682EA-B09E-440E-A6A3-8FE6BA65A36D}" destId="{FDCB6F94-1C3D-413D-94B3-990EC3E357B9}" srcOrd="0" destOrd="0" presId="urn:microsoft.com/office/officeart/2005/8/layout/StepDownProcess"/>
    <dgm:cxn modelId="{C8AE5881-BDDA-41C9-971F-CC7794FE9915}" type="presParOf" srcId="{FDCB6F94-1C3D-413D-94B3-990EC3E357B9}" destId="{C6655331-B2D8-424A-A6BA-BB4EA3DA2D10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8A6034-3905-484B-94C4-97B3B045CE14}" type="doc">
      <dgm:prSet loTypeId="urn:microsoft.com/office/officeart/2005/8/layout/StepDownProcess" loCatId="process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PK"/>
        </a:p>
      </dgm:t>
    </dgm:pt>
    <dgm:pt modelId="{4AD11112-7A9E-42DA-9D11-F2426A51C7E7}">
      <dgm:prSet phldrT="[Text]"/>
      <dgm:spPr/>
      <dgm:t>
        <a:bodyPr/>
        <a:lstStyle/>
        <a:p>
          <a:r>
            <a:rPr lang="en-US" b="1" dirty="0"/>
            <a:t>cin&gt;&gt;A[</a:t>
          </a:r>
          <a:r>
            <a:rPr lang="en-US" b="1" dirty="0" err="1"/>
            <a:t>i</a:t>
          </a:r>
          <a:r>
            <a:rPr lang="en-US" b="1" dirty="0"/>
            <a:t>];</a:t>
          </a:r>
          <a:endParaRPr lang="en-PK" b="1" dirty="0"/>
        </a:p>
      </dgm:t>
    </dgm:pt>
    <dgm:pt modelId="{EC5A40B3-46DD-40C9-A812-CB23B3596C22}" type="parTrans" cxnId="{5E44267F-24C2-457C-BC8D-6B699252BB03}">
      <dgm:prSet/>
      <dgm:spPr/>
      <dgm:t>
        <a:bodyPr/>
        <a:lstStyle/>
        <a:p>
          <a:endParaRPr lang="en-PK"/>
        </a:p>
      </dgm:t>
    </dgm:pt>
    <dgm:pt modelId="{B87C0BC6-7036-4321-A664-7ADD39EF5E24}" type="sibTrans" cxnId="{5E44267F-24C2-457C-BC8D-6B699252BB03}">
      <dgm:prSet/>
      <dgm:spPr/>
      <dgm:t>
        <a:bodyPr/>
        <a:lstStyle/>
        <a:p>
          <a:endParaRPr lang="en-PK"/>
        </a:p>
      </dgm:t>
    </dgm:pt>
    <dgm:pt modelId="{773682EA-B09E-440E-A6A3-8FE6BA65A36D}" type="pres">
      <dgm:prSet presAssocID="{CD8A6034-3905-484B-94C4-97B3B045CE14}" presName="rootnode" presStyleCnt="0">
        <dgm:presLayoutVars>
          <dgm:chMax/>
          <dgm:chPref/>
          <dgm:dir/>
          <dgm:animLvl val="lvl"/>
        </dgm:presLayoutVars>
      </dgm:prSet>
      <dgm:spPr/>
    </dgm:pt>
    <dgm:pt modelId="{FDCB6F94-1C3D-413D-94B3-990EC3E357B9}" type="pres">
      <dgm:prSet presAssocID="{4AD11112-7A9E-42DA-9D11-F2426A51C7E7}" presName="composite" presStyleCnt="0"/>
      <dgm:spPr/>
    </dgm:pt>
    <dgm:pt modelId="{C6655331-B2D8-424A-A6BA-BB4EA3DA2D10}" type="pres">
      <dgm:prSet presAssocID="{4AD11112-7A9E-42DA-9D11-F2426A51C7E7}" presName="ParentText" presStyleLbl="node1" presStyleIdx="0" presStyleCnt="1" custScaleX="310708" custScaleY="176115" custLinFactX="78825" custLinFactY="-37784" custLinFactNeighborX="100000" custLinFactNeighborY="-100000">
        <dgm:presLayoutVars>
          <dgm:chMax val="1"/>
          <dgm:chPref val="1"/>
          <dgm:bulletEnabled val="1"/>
        </dgm:presLayoutVars>
      </dgm:prSet>
      <dgm:spPr/>
    </dgm:pt>
  </dgm:ptLst>
  <dgm:cxnLst>
    <dgm:cxn modelId="{AA368B5C-3225-4484-8F46-4FBE6F2C9352}" type="presOf" srcId="{4AD11112-7A9E-42DA-9D11-F2426A51C7E7}" destId="{C6655331-B2D8-424A-A6BA-BB4EA3DA2D10}" srcOrd="0" destOrd="0" presId="urn:microsoft.com/office/officeart/2005/8/layout/StepDownProcess"/>
    <dgm:cxn modelId="{87334858-BE08-49AC-A889-13C772AAFE8A}" type="presOf" srcId="{CD8A6034-3905-484B-94C4-97B3B045CE14}" destId="{773682EA-B09E-440E-A6A3-8FE6BA65A36D}" srcOrd="0" destOrd="0" presId="urn:microsoft.com/office/officeart/2005/8/layout/StepDownProcess"/>
    <dgm:cxn modelId="{5E44267F-24C2-457C-BC8D-6B699252BB03}" srcId="{CD8A6034-3905-484B-94C4-97B3B045CE14}" destId="{4AD11112-7A9E-42DA-9D11-F2426A51C7E7}" srcOrd="0" destOrd="0" parTransId="{EC5A40B3-46DD-40C9-A812-CB23B3596C22}" sibTransId="{B87C0BC6-7036-4321-A664-7ADD39EF5E24}"/>
    <dgm:cxn modelId="{CB079877-14AF-444A-92D1-9C60A23D0A8F}" type="presParOf" srcId="{773682EA-B09E-440E-A6A3-8FE6BA65A36D}" destId="{FDCB6F94-1C3D-413D-94B3-990EC3E357B9}" srcOrd="0" destOrd="0" presId="urn:microsoft.com/office/officeart/2005/8/layout/StepDownProcess"/>
    <dgm:cxn modelId="{C8AE5881-BDDA-41C9-971F-CC7794FE9915}" type="presParOf" srcId="{FDCB6F94-1C3D-413D-94B3-990EC3E357B9}" destId="{C6655331-B2D8-424A-A6BA-BB4EA3DA2D10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8A6034-3905-484B-94C4-97B3B045CE14}" type="doc">
      <dgm:prSet loTypeId="urn:microsoft.com/office/officeart/2005/8/layout/StepDownProcess" loCatId="process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PK"/>
        </a:p>
      </dgm:t>
    </dgm:pt>
    <dgm:pt modelId="{4AD11112-7A9E-42DA-9D11-F2426A51C7E7}">
      <dgm:prSet phldrT="[Text]"/>
      <dgm:spPr/>
      <dgm:t>
        <a:bodyPr/>
        <a:lstStyle/>
        <a:p>
          <a:r>
            <a:rPr lang="en-US" b="1" dirty="0"/>
            <a:t>Smallest = A [ </a:t>
          </a:r>
          <a:r>
            <a:rPr lang="en-US" b="1" dirty="0" err="1"/>
            <a:t>i</a:t>
          </a:r>
          <a:r>
            <a:rPr lang="en-US" b="1" dirty="0"/>
            <a:t> ] ;</a:t>
          </a:r>
          <a:endParaRPr lang="en-PK" b="1" dirty="0"/>
        </a:p>
      </dgm:t>
    </dgm:pt>
    <dgm:pt modelId="{EC5A40B3-46DD-40C9-A812-CB23B3596C22}" type="parTrans" cxnId="{5E44267F-24C2-457C-BC8D-6B699252BB03}">
      <dgm:prSet/>
      <dgm:spPr/>
      <dgm:t>
        <a:bodyPr/>
        <a:lstStyle/>
        <a:p>
          <a:endParaRPr lang="en-PK"/>
        </a:p>
      </dgm:t>
    </dgm:pt>
    <dgm:pt modelId="{B87C0BC6-7036-4321-A664-7ADD39EF5E24}" type="sibTrans" cxnId="{5E44267F-24C2-457C-BC8D-6B699252BB03}">
      <dgm:prSet/>
      <dgm:spPr/>
      <dgm:t>
        <a:bodyPr/>
        <a:lstStyle/>
        <a:p>
          <a:endParaRPr lang="en-PK"/>
        </a:p>
      </dgm:t>
    </dgm:pt>
    <dgm:pt modelId="{773682EA-B09E-440E-A6A3-8FE6BA65A36D}" type="pres">
      <dgm:prSet presAssocID="{CD8A6034-3905-484B-94C4-97B3B045CE14}" presName="rootnode" presStyleCnt="0">
        <dgm:presLayoutVars>
          <dgm:chMax/>
          <dgm:chPref/>
          <dgm:dir/>
          <dgm:animLvl val="lvl"/>
        </dgm:presLayoutVars>
      </dgm:prSet>
      <dgm:spPr/>
    </dgm:pt>
    <dgm:pt modelId="{FDCB6F94-1C3D-413D-94B3-990EC3E357B9}" type="pres">
      <dgm:prSet presAssocID="{4AD11112-7A9E-42DA-9D11-F2426A51C7E7}" presName="composite" presStyleCnt="0"/>
      <dgm:spPr/>
    </dgm:pt>
    <dgm:pt modelId="{C6655331-B2D8-424A-A6BA-BB4EA3DA2D10}" type="pres">
      <dgm:prSet presAssocID="{4AD11112-7A9E-42DA-9D11-F2426A51C7E7}" presName="ParentText" presStyleLbl="node1" presStyleIdx="0" presStyleCnt="1" custScaleX="780874" custScaleY="176115" custLinFactNeighborX="12523" custLinFactNeighborY="-23997">
        <dgm:presLayoutVars>
          <dgm:chMax val="1"/>
          <dgm:chPref val="1"/>
          <dgm:bulletEnabled val="1"/>
        </dgm:presLayoutVars>
      </dgm:prSet>
      <dgm:spPr/>
    </dgm:pt>
  </dgm:ptLst>
  <dgm:cxnLst>
    <dgm:cxn modelId="{AA368B5C-3225-4484-8F46-4FBE6F2C9352}" type="presOf" srcId="{4AD11112-7A9E-42DA-9D11-F2426A51C7E7}" destId="{C6655331-B2D8-424A-A6BA-BB4EA3DA2D10}" srcOrd="0" destOrd="0" presId="urn:microsoft.com/office/officeart/2005/8/layout/StepDownProcess"/>
    <dgm:cxn modelId="{87334858-BE08-49AC-A889-13C772AAFE8A}" type="presOf" srcId="{CD8A6034-3905-484B-94C4-97B3B045CE14}" destId="{773682EA-B09E-440E-A6A3-8FE6BA65A36D}" srcOrd="0" destOrd="0" presId="urn:microsoft.com/office/officeart/2005/8/layout/StepDownProcess"/>
    <dgm:cxn modelId="{5E44267F-24C2-457C-BC8D-6B699252BB03}" srcId="{CD8A6034-3905-484B-94C4-97B3B045CE14}" destId="{4AD11112-7A9E-42DA-9D11-F2426A51C7E7}" srcOrd="0" destOrd="0" parTransId="{EC5A40B3-46DD-40C9-A812-CB23B3596C22}" sibTransId="{B87C0BC6-7036-4321-A664-7ADD39EF5E24}"/>
    <dgm:cxn modelId="{CB079877-14AF-444A-92D1-9C60A23D0A8F}" type="presParOf" srcId="{773682EA-B09E-440E-A6A3-8FE6BA65A36D}" destId="{FDCB6F94-1C3D-413D-94B3-990EC3E357B9}" srcOrd="0" destOrd="0" presId="urn:microsoft.com/office/officeart/2005/8/layout/StepDownProcess"/>
    <dgm:cxn modelId="{C8AE5881-BDDA-41C9-971F-CC7794FE9915}" type="presParOf" srcId="{FDCB6F94-1C3D-413D-94B3-990EC3E357B9}" destId="{C6655331-B2D8-424A-A6BA-BB4EA3DA2D10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55331-B2D8-424A-A6BA-BB4EA3DA2D10}">
      <dsp:nvSpPr>
        <dsp:cNvPr id="0" name=""/>
        <dsp:cNvSpPr/>
      </dsp:nvSpPr>
      <dsp:spPr>
        <a:xfrm>
          <a:off x="379658" y="81188"/>
          <a:ext cx="2777961" cy="110216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cin&gt;&gt;A[</a:t>
          </a:r>
          <a:r>
            <a:rPr lang="en-US" sz="4500" b="1" kern="1200" dirty="0" err="1"/>
            <a:t>i</a:t>
          </a:r>
          <a:r>
            <a:rPr lang="en-US" sz="4500" b="1" kern="1200" dirty="0"/>
            <a:t>];</a:t>
          </a:r>
          <a:endParaRPr lang="en-PK" sz="4500" b="1" kern="1200" dirty="0"/>
        </a:p>
      </dsp:txBody>
      <dsp:txXfrm>
        <a:off x="433471" y="135001"/>
        <a:ext cx="2670335" cy="994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55331-B2D8-424A-A6BA-BB4EA3DA2D10}">
      <dsp:nvSpPr>
        <dsp:cNvPr id="0" name=""/>
        <dsp:cNvSpPr/>
      </dsp:nvSpPr>
      <dsp:spPr>
        <a:xfrm>
          <a:off x="5816" y="0"/>
          <a:ext cx="1179377" cy="467923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cin&gt;&gt;A[</a:t>
          </a:r>
          <a:r>
            <a:rPr lang="en-US" sz="1900" b="1" kern="1200" dirty="0" err="1"/>
            <a:t>i</a:t>
          </a:r>
          <a:r>
            <a:rPr lang="en-US" sz="1900" b="1" kern="1200" dirty="0"/>
            <a:t>];</a:t>
          </a:r>
          <a:endParaRPr lang="en-PK" sz="1900" b="1" kern="1200" dirty="0"/>
        </a:p>
      </dsp:txBody>
      <dsp:txXfrm>
        <a:off x="28662" y="22846"/>
        <a:ext cx="1133685" cy="4222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55331-B2D8-424A-A6BA-BB4EA3DA2D10}">
      <dsp:nvSpPr>
        <dsp:cNvPr id="0" name=""/>
        <dsp:cNvSpPr/>
      </dsp:nvSpPr>
      <dsp:spPr>
        <a:xfrm>
          <a:off x="0" y="0"/>
          <a:ext cx="2964022" cy="467923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Smallest = A [ </a:t>
          </a:r>
          <a:r>
            <a:rPr lang="en-US" sz="2000" b="1" kern="1200" dirty="0" err="1"/>
            <a:t>i</a:t>
          </a:r>
          <a:r>
            <a:rPr lang="en-US" sz="2000" b="1" kern="1200" dirty="0"/>
            <a:t> ] ;</a:t>
          </a:r>
          <a:endParaRPr lang="en-PK" sz="2000" b="1" kern="1200" dirty="0"/>
        </a:p>
      </dsp:txBody>
      <dsp:txXfrm>
        <a:off x="22846" y="22846"/>
        <a:ext cx="2918330" cy="422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2A9EA-5F59-4088-B0C3-93D90873C3F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B9C06-539F-4A82-9C54-1EA36F841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0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64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196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6F533D-5CD2-40C9-BEC7-408A8CE6A409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5584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20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4E24-5E89-18F3-5675-9DE7559E8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3DD58-DAD9-2E31-EF71-344CBA70B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20102-EF05-3E95-1901-1F08ECB7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124E7-B0A8-6930-701A-88DB418CF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003C6-6B58-388D-ACEB-E1E1AA41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5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7994-45FF-0AE6-9D49-6F064BCF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C7536-1F3E-1F33-E57B-D383C7A8E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379A-949E-F9B3-E284-C4ED193B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F7065-B6CA-B165-B202-CF3C0604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9C2E7-D719-3436-E65A-7084A6F7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8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7488-81A3-08AE-2950-4E7BDD22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0EC96-412F-8E33-923F-0F1B4427D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78EEE-C8D6-C186-00CB-9E272071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CE244-B4CA-7CD7-B303-366ED17C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87630-F4D5-9A06-B608-3D4D9703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9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3D53-AA0F-8F0B-F128-6AA80E8C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A6C6E-19E9-93DF-8DD3-E994A0C36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AF830-7C3D-7D27-1B33-D25C3CF94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5C00E-8370-7267-1119-8A1015C9D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F3084-FBA2-2631-EC67-40631625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28F00-B510-F8F6-B3A6-953AB984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1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D446-2DF9-3256-641E-9E3F6A13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6F701-9FB9-4DDB-17D4-2DB8A1EF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C280-EF2E-B4F3-1B29-BEE8BD216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83BAE-D950-2919-2FB6-83DB0FD62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067E7-823B-1376-CB18-E33FA5084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6A42F-C216-1308-0F58-EE074159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DF04A-1B52-415E-A0DB-63509757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82010-8BC3-687E-FA30-CC960316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8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1853-F87B-3CCC-2824-6D54C5CFD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6000F-0C7A-85E5-54E4-D2929BBD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FAEDA-CA28-B050-1B2C-5B40225C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C53C5-244E-F5E0-9FE7-C287F9D4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1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5FD61-DA75-9283-18BD-DD1C61FB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66D04-620D-10F6-99B9-DA202AA5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7E39F-5F5E-E4D8-4390-A8E541C4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6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18EB-FBCE-1D8D-6F77-F34113C8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2A50E-5D5B-2C1C-2591-7E79D7B9D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BEFBB-9F5D-83E4-FE68-E9AA43EA6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43041-809B-48EB-DB5E-833739FFF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4B009-8D2B-1259-EDAB-2A091DF6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15C5B-53E7-639D-8BE2-D12F7961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24B7-BAB6-4DB9-E7F5-CDC18026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E3439-3B86-5E6C-89E5-7F493D4A4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9EA15-5620-253B-8E91-049E9E279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28D07-E1D8-35FF-2D6F-EFD089D6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A842A-C186-B8DB-AC44-7580A616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CFC88-65E3-AEDF-8C7F-BCF5573C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2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E69C-A2ED-AA17-6426-B80C1CF7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37FAC-79E3-E6F2-3D34-48D2E3E84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AB0D8-B0E9-2B44-0A94-11461EA3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9FD61-36C7-5AC5-CD3A-6396CA47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48095-CAAC-448B-EE2F-1BEE4933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2A03F-737B-40E4-9403-7D8BEE9F3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F7293-A507-30AE-2F3B-F4440AE49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D9563-A6F0-82B9-8129-64674A58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FD33E-6ACF-E85C-111E-510ECD07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83909-7B92-4014-7DD1-4FC69ADE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55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144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090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269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200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0197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21749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38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1F5BF9-E5FF-49A6-85B7-274668A709BF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0906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867F27-3135-49B5-9523-328765329631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2097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F2146-D6F7-4345-B711-D9089D0FC0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8022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272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437B7B-046D-4C0E-BC06-C9A3BA31177F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580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4253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8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44844-BEFC-A6C4-971E-875A3506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F1230-560D-A919-3C7C-569094391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4E94F-5191-E426-F269-00D52E75E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E13A7-DA03-4DBF-9826-D4DC00769556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F9FE6-941E-17C7-CF06-C870AF718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48E4-10DD-ABCB-CF2A-B4527D7A9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02093-8894-4998-ABC0-9D9F08630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3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3BC92F9-ED9E-45FE-947B-14976A8B1B40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734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0730" y="277738"/>
            <a:ext cx="5486400" cy="329184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Data Structures code:CS2001</a:t>
            </a:r>
            <a:br>
              <a:rPr lang="en-US" dirty="0"/>
            </a:br>
            <a:r>
              <a:rPr lang="en-US" dirty="0"/>
              <a:t>Pre-Lecture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4466342" cy="817207"/>
          </a:xfrm>
        </p:spPr>
        <p:txBody>
          <a:bodyPr>
            <a:normAutofit/>
          </a:bodyPr>
          <a:lstStyle/>
          <a:p>
            <a:r>
              <a:rPr lang="en-US" dirty="0"/>
              <a:t>Data Structures of Primitive types in C++ and </a:t>
            </a:r>
            <a:r>
              <a:rPr lang="en-US"/>
              <a:t>1-D Array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3CCCCE5-1EFB-BB16-5D4D-AD1DA6E203B1}"/>
              </a:ext>
            </a:extLst>
          </p:cNvPr>
          <p:cNvSpPr txBox="1">
            <a:spLocks/>
          </p:cNvSpPr>
          <p:nvPr/>
        </p:nvSpPr>
        <p:spPr>
          <a:xfrm>
            <a:off x="10218441" y="5763055"/>
            <a:ext cx="1577863" cy="817207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Samin Ahmed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FAST-NUCES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Peshawar Campus</a:t>
            </a:r>
          </a:p>
        </p:txBody>
      </p:sp>
    </p:spTree>
    <p:extLst>
      <p:ext uri="{BB962C8B-B14F-4D97-AF65-F5344CB8AC3E}">
        <p14:creationId xmlns:p14="http://schemas.microsoft.com/office/powerpoint/2010/main" val="80983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  <p:bldP spid="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AAC9-74AB-9765-C8D1-AFAE5F74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59787"/>
            <a:ext cx="10643360" cy="1036571"/>
          </a:xfrm>
        </p:spPr>
        <p:txBody>
          <a:bodyPr/>
          <a:lstStyle/>
          <a:p>
            <a:r>
              <a:rPr lang="en-US" dirty="0"/>
              <a:t>Memory [</a:t>
            </a:r>
            <a:r>
              <a:rPr lang="en-US" dirty="0">
                <a:solidFill>
                  <a:srgbClr val="00B050"/>
                </a:solidFill>
              </a:rPr>
              <a:t>unsigned</a:t>
            </a:r>
            <a:r>
              <a:rPr lang="en-US" dirty="0"/>
              <a:t>] (Range &amp; Storage)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1D2E-3387-7270-1766-0AEF98200FB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1302349"/>
            <a:ext cx="3840908" cy="12955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 bits can store 2</a:t>
            </a:r>
            <a:r>
              <a:rPr lang="en-US" baseline="30000" dirty="0"/>
              <a:t>n</a:t>
            </a:r>
            <a:r>
              <a:rPr lang="en-US" dirty="0"/>
              <a:t> values.</a:t>
            </a:r>
          </a:p>
          <a:p>
            <a:r>
              <a:rPr lang="en-US" b="1" dirty="0"/>
              <a:t>Examples (</a:t>
            </a:r>
            <a:r>
              <a:rPr lang="en-US" b="1" dirty="0">
                <a:solidFill>
                  <a:srgbClr val="00B050"/>
                </a:solidFill>
              </a:rPr>
              <a:t>unsigned</a:t>
            </a:r>
            <a:r>
              <a:rPr lang="en-US" b="1" dirty="0"/>
              <a:t>)</a:t>
            </a:r>
          </a:p>
          <a:p>
            <a:r>
              <a:rPr lang="en-US" b="1" u="sng" dirty="0"/>
              <a:t>2 bits</a:t>
            </a:r>
            <a:r>
              <a:rPr lang="en-US" dirty="0"/>
              <a:t> can store </a:t>
            </a:r>
            <a:r>
              <a:rPr lang="en-US" b="1" dirty="0"/>
              <a:t>2</a:t>
            </a:r>
            <a:r>
              <a:rPr lang="en-US" b="1" baseline="30000" dirty="0"/>
              <a:t>2</a:t>
            </a:r>
            <a:r>
              <a:rPr lang="en-US" dirty="0"/>
              <a:t> =  </a:t>
            </a:r>
            <a:r>
              <a:rPr lang="en-US" b="1" u="sng" dirty="0"/>
              <a:t>4 values</a:t>
            </a:r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9084F-90AA-718F-BCC2-A147AE90EDB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2900418"/>
            <a:ext cx="2934434" cy="1465011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>
                <a:solidFill>
                  <a:srgbClr val="00B050"/>
                </a:solidFill>
              </a:rPr>
              <a:t>unsigned</a:t>
            </a:r>
            <a:r>
              <a:rPr lang="en-US" dirty="0"/>
              <a:t> memory all bits are used for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only store zero &amp; positive numbers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37EF9-7467-873B-4A0E-627FA1FD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55CB9C-8B84-8073-CADB-2D9EA20577E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5FDDE-4FCE-46FC-9D1E-82E2067BF07D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C1191-AC93-5540-16D0-E70010C12F7D}"/>
              </a:ext>
            </a:extLst>
          </p:cNvPr>
          <p:cNvSpPr/>
          <p:nvPr/>
        </p:nvSpPr>
        <p:spPr>
          <a:xfrm>
            <a:off x="5319727" y="169867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EEFF8-38F0-A6FA-DC7B-FA51230640F0}"/>
              </a:ext>
            </a:extLst>
          </p:cNvPr>
          <p:cNvSpPr/>
          <p:nvPr/>
        </p:nvSpPr>
        <p:spPr>
          <a:xfrm>
            <a:off x="6054119" y="169867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608F1-7086-6129-962F-12240B1F3F2A}"/>
              </a:ext>
            </a:extLst>
          </p:cNvPr>
          <p:cNvSpPr/>
          <p:nvPr/>
        </p:nvSpPr>
        <p:spPr>
          <a:xfrm>
            <a:off x="5319727" y="1217311"/>
            <a:ext cx="1392418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2         1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17D1B-B808-2225-ECBA-D3E43D7536B6}"/>
              </a:ext>
            </a:extLst>
          </p:cNvPr>
          <p:cNvSpPr/>
          <p:nvPr/>
        </p:nvSpPr>
        <p:spPr>
          <a:xfrm>
            <a:off x="5318300" y="228691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05686-EC91-4287-F0D9-3218EDEB0A2F}"/>
              </a:ext>
            </a:extLst>
          </p:cNvPr>
          <p:cNvSpPr/>
          <p:nvPr/>
        </p:nvSpPr>
        <p:spPr>
          <a:xfrm>
            <a:off x="6052692" y="228691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C6F-DE16-1749-3AF7-1027FFCF7973}"/>
              </a:ext>
            </a:extLst>
          </p:cNvPr>
          <p:cNvSpPr/>
          <p:nvPr/>
        </p:nvSpPr>
        <p:spPr>
          <a:xfrm>
            <a:off x="5318301" y="288511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AB37A-7733-4B09-254F-2ECAB4D40306}"/>
              </a:ext>
            </a:extLst>
          </p:cNvPr>
          <p:cNvSpPr/>
          <p:nvPr/>
        </p:nvSpPr>
        <p:spPr>
          <a:xfrm>
            <a:off x="6052693" y="288511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267FD-5A21-6645-9FE6-F3A65663A0AD}"/>
              </a:ext>
            </a:extLst>
          </p:cNvPr>
          <p:cNvSpPr/>
          <p:nvPr/>
        </p:nvSpPr>
        <p:spPr>
          <a:xfrm>
            <a:off x="5326847" y="346622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3F9119-F5B6-5F1D-7692-8D0858C1F5A9}"/>
              </a:ext>
            </a:extLst>
          </p:cNvPr>
          <p:cNvSpPr/>
          <p:nvPr/>
        </p:nvSpPr>
        <p:spPr>
          <a:xfrm>
            <a:off x="6061239" y="346622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9E9022-138B-B7A7-71AB-407D08AFF30B}"/>
              </a:ext>
            </a:extLst>
          </p:cNvPr>
          <p:cNvSpPr/>
          <p:nvPr/>
        </p:nvSpPr>
        <p:spPr>
          <a:xfrm>
            <a:off x="6758366" y="1176299"/>
            <a:ext cx="185883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weights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3B6F0F-B22A-29C9-65E1-89886B22711D}"/>
              </a:ext>
            </a:extLst>
          </p:cNvPr>
          <p:cNvSpPr/>
          <p:nvPr/>
        </p:nvSpPr>
        <p:spPr>
          <a:xfrm>
            <a:off x="4370442" y="1627296"/>
            <a:ext cx="658026" cy="244156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6279E1-FCF2-0339-F899-4164988ABEE8}"/>
              </a:ext>
            </a:extLst>
          </p:cNvPr>
          <p:cNvSpPr txBox="1">
            <a:spLocks/>
          </p:cNvSpPr>
          <p:nvPr/>
        </p:nvSpPr>
        <p:spPr>
          <a:xfrm>
            <a:off x="5420345" y="161275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CDFFC4B-3E86-55B9-046C-21BFB318A539}"/>
              </a:ext>
            </a:extLst>
          </p:cNvPr>
          <p:cNvSpPr txBox="1">
            <a:spLocks/>
          </p:cNvSpPr>
          <p:nvPr/>
        </p:nvSpPr>
        <p:spPr>
          <a:xfrm>
            <a:off x="6144246" y="159810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2847338-5DF6-51D6-74FC-55AE638D37DE}"/>
              </a:ext>
            </a:extLst>
          </p:cNvPr>
          <p:cNvSpPr txBox="1">
            <a:spLocks/>
          </p:cNvSpPr>
          <p:nvPr/>
        </p:nvSpPr>
        <p:spPr>
          <a:xfrm>
            <a:off x="5405697" y="220477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1E94A7-5DAE-708E-215E-74668AA4B7AF}"/>
              </a:ext>
            </a:extLst>
          </p:cNvPr>
          <p:cNvSpPr txBox="1">
            <a:spLocks/>
          </p:cNvSpPr>
          <p:nvPr/>
        </p:nvSpPr>
        <p:spPr>
          <a:xfrm>
            <a:off x="6129598" y="219891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59075-44E2-8326-3FDB-31B429F49A9D}"/>
              </a:ext>
            </a:extLst>
          </p:cNvPr>
          <p:cNvSpPr txBox="1">
            <a:spLocks/>
          </p:cNvSpPr>
          <p:nvPr/>
        </p:nvSpPr>
        <p:spPr>
          <a:xfrm>
            <a:off x="5398882" y="279537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461EB23-F53B-8515-BF5A-3E23FBDCC5C4}"/>
              </a:ext>
            </a:extLst>
          </p:cNvPr>
          <p:cNvSpPr txBox="1">
            <a:spLocks/>
          </p:cNvSpPr>
          <p:nvPr/>
        </p:nvSpPr>
        <p:spPr>
          <a:xfrm>
            <a:off x="6122783" y="278951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D7DF63A-DB52-C2CF-98B0-B6927544A88D}"/>
              </a:ext>
            </a:extLst>
          </p:cNvPr>
          <p:cNvSpPr txBox="1">
            <a:spLocks/>
          </p:cNvSpPr>
          <p:nvPr/>
        </p:nvSpPr>
        <p:spPr>
          <a:xfrm>
            <a:off x="5383239" y="337621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2FF9852-D8D1-CF6F-A269-4E82A369951F}"/>
              </a:ext>
            </a:extLst>
          </p:cNvPr>
          <p:cNvSpPr txBox="1">
            <a:spLocks/>
          </p:cNvSpPr>
          <p:nvPr/>
        </p:nvSpPr>
        <p:spPr>
          <a:xfrm>
            <a:off x="6107140" y="337036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7EFF32-9A6B-4E0F-F520-F457EE00CCBE}"/>
              </a:ext>
            </a:extLst>
          </p:cNvPr>
          <p:cNvSpPr/>
          <p:nvPr/>
        </p:nvSpPr>
        <p:spPr>
          <a:xfrm>
            <a:off x="6783208" y="1751406"/>
            <a:ext cx="2028267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Smallest number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68ABA5-D59E-1455-60F2-F1CE7F442F44}"/>
              </a:ext>
            </a:extLst>
          </p:cNvPr>
          <p:cNvSpPr/>
          <p:nvPr/>
        </p:nvSpPr>
        <p:spPr>
          <a:xfrm>
            <a:off x="6783208" y="3559280"/>
            <a:ext cx="2028267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Largest number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59BAD17-0AE1-09AC-5EB9-D1D72D2B3004}"/>
              </a:ext>
            </a:extLst>
          </p:cNvPr>
          <p:cNvSpPr txBox="1">
            <a:spLocks/>
          </p:cNvSpPr>
          <p:nvPr/>
        </p:nvSpPr>
        <p:spPr>
          <a:xfrm>
            <a:off x="594360" y="4443983"/>
            <a:ext cx="2934434" cy="14650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0" tIns="4572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In binary </a:t>
            </a:r>
            <a:r>
              <a:rPr lang="en-US" dirty="0">
                <a:solidFill>
                  <a:srgbClr val="000000"/>
                </a:solidFill>
                <a:latin typeface="Franklin Gothic Book"/>
              </a:rPr>
              <a:t>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smallest possible number is “all zero” 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unsigned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memory) &amp; largest is “all ones”.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8B740E-83CF-65E7-3086-F5280620BE31}"/>
              </a:ext>
            </a:extLst>
          </p:cNvPr>
          <p:cNvSpPr/>
          <p:nvPr/>
        </p:nvSpPr>
        <p:spPr>
          <a:xfrm>
            <a:off x="8830966" y="3406851"/>
            <a:ext cx="1858838" cy="7148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2</a:t>
            </a:r>
            <a:r>
              <a:rPr kumimoji="0" lang="en-US" sz="40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2 </a:t>
            </a: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- 1</a:t>
            </a:r>
          </a:p>
        </p:txBody>
      </p:sp>
    </p:spTree>
    <p:extLst>
      <p:ext uri="{BB962C8B-B14F-4D97-AF65-F5344CB8AC3E}">
        <p14:creationId xmlns:p14="http://schemas.microsoft.com/office/powerpoint/2010/main" val="177761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uiExpand="1" build="p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uiExpand="1" build="p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AAC9-74AB-9765-C8D1-AFAE5F74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86" y="191491"/>
            <a:ext cx="10296361" cy="1118252"/>
          </a:xfrm>
        </p:spPr>
        <p:txBody>
          <a:bodyPr/>
          <a:lstStyle/>
          <a:p>
            <a:r>
              <a:rPr lang="en-US" dirty="0"/>
              <a:t>Memory [</a:t>
            </a:r>
            <a:r>
              <a:rPr lang="en-US" dirty="0">
                <a:solidFill>
                  <a:srgbClr val="00B050"/>
                </a:solidFill>
              </a:rPr>
              <a:t>unsigned</a:t>
            </a:r>
            <a:r>
              <a:rPr lang="en-US" dirty="0"/>
              <a:t>] (Range &amp; Storage)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1D2E-3387-7270-1766-0AEF98200FB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1352149"/>
            <a:ext cx="3840908" cy="12955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 bits can store 2</a:t>
            </a:r>
            <a:r>
              <a:rPr lang="en-US" baseline="30000" dirty="0"/>
              <a:t>n</a:t>
            </a:r>
            <a:r>
              <a:rPr lang="en-US" dirty="0"/>
              <a:t> values.</a:t>
            </a:r>
          </a:p>
          <a:p>
            <a:r>
              <a:rPr lang="en-US" b="1" dirty="0"/>
              <a:t>Examples:</a:t>
            </a:r>
          </a:p>
          <a:p>
            <a:r>
              <a:rPr lang="en-US" b="1" u="sng" dirty="0"/>
              <a:t>3 bits </a:t>
            </a:r>
            <a:r>
              <a:rPr lang="en-US" dirty="0"/>
              <a:t>can store </a:t>
            </a:r>
            <a:r>
              <a:rPr lang="en-US" b="1" dirty="0"/>
              <a:t>2</a:t>
            </a:r>
            <a:r>
              <a:rPr lang="en-US" b="1" baseline="30000" dirty="0"/>
              <a:t>3</a:t>
            </a:r>
            <a:r>
              <a:rPr lang="en-US" dirty="0"/>
              <a:t> =  </a:t>
            </a:r>
            <a:r>
              <a:rPr lang="en-US" b="1" u="sng" dirty="0"/>
              <a:t>8 values</a:t>
            </a:r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9084F-90AA-718F-BCC2-A147AE90EDB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002970"/>
            <a:ext cx="2934434" cy="1465011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>
                <a:solidFill>
                  <a:srgbClr val="00B050"/>
                </a:solidFill>
              </a:rPr>
              <a:t>unsigned</a:t>
            </a:r>
            <a:r>
              <a:rPr lang="en-US" dirty="0"/>
              <a:t> memory all bits are used for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only store zero &amp; positive numbers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37EF9-7467-873B-4A0E-627FA1FD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360" y="6434772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55CB9C-8B84-8073-CADB-2D9EA20577E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33648" y="6434772"/>
            <a:ext cx="131318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5FDDE-4FCE-46FC-9D1E-82E2067BF07D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C1191-AC93-5540-16D0-E70010C12F7D}"/>
              </a:ext>
            </a:extLst>
          </p:cNvPr>
          <p:cNvSpPr/>
          <p:nvPr/>
        </p:nvSpPr>
        <p:spPr>
          <a:xfrm>
            <a:off x="5482101" y="14423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EEFF8-38F0-A6FA-DC7B-FA51230640F0}"/>
              </a:ext>
            </a:extLst>
          </p:cNvPr>
          <p:cNvSpPr/>
          <p:nvPr/>
        </p:nvSpPr>
        <p:spPr>
          <a:xfrm>
            <a:off x="6216493" y="14423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608F1-7086-6129-962F-12240B1F3F2A}"/>
              </a:ext>
            </a:extLst>
          </p:cNvPr>
          <p:cNvSpPr/>
          <p:nvPr/>
        </p:nvSpPr>
        <p:spPr>
          <a:xfrm>
            <a:off x="5470890" y="960673"/>
            <a:ext cx="213615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4        2       1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17D1B-B808-2225-ECBA-D3E43D7536B6}"/>
              </a:ext>
            </a:extLst>
          </p:cNvPr>
          <p:cNvSpPr/>
          <p:nvPr/>
        </p:nvSpPr>
        <p:spPr>
          <a:xfrm>
            <a:off x="5480674" y="203054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05686-EC91-4287-F0D9-3218EDEB0A2F}"/>
              </a:ext>
            </a:extLst>
          </p:cNvPr>
          <p:cNvSpPr/>
          <p:nvPr/>
        </p:nvSpPr>
        <p:spPr>
          <a:xfrm>
            <a:off x="6215066" y="203054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C6F-DE16-1749-3AF7-1027FFCF7973}"/>
              </a:ext>
            </a:extLst>
          </p:cNvPr>
          <p:cNvSpPr/>
          <p:nvPr/>
        </p:nvSpPr>
        <p:spPr>
          <a:xfrm>
            <a:off x="5480675" y="262874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AB37A-7733-4B09-254F-2ECAB4D40306}"/>
              </a:ext>
            </a:extLst>
          </p:cNvPr>
          <p:cNvSpPr/>
          <p:nvPr/>
        </p:nvSpPr>
        <p:spPr>
          <a:xfrm>
            <a:off x="6215067" y="262874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267FD-5A21-6645-9FE6-F3A65663A0AD}"/>
              </a:ext>
            </a:extLst>
          </p:cNvPr>
          <p:cNvSpPr/>
          <p:nvPr/>
        </p:nvSpPr>
        <p:spPr>
          <a:xfrm>
            <a:off x="5489221" y="32098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3F9119-F5B6-5F1D-7692-8D0858C1F5A9}"/>
              </a:ext>
            </a:extLst>
          </p:cNvPr>
          <p:cNvSpPr/>
          <p:nvPr/>
        </p:nvSpPr>
        <p:spPr>
          <a:xfrm>
            <a:off x="6223613" y="32098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9E9022-138B-B7A7-71AB-407D08AFF30B}"/>
              </a:ext>
            </a:extLst>
          </p:cNvPr>
          <p:cNvSpPr/>
          <p:nvPr/>
        </p:nvSpPr>
        <p:spPr>
          <a:xfrm>
            <a:off x="7644149" y="918896"/>
            <a:ext cx="185883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weights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3B6F0F-B22A-29C9-65E1-89886B22711D}"/>
              </a:ext>
            </a:extLst>
          </p:cNvPr>
          <p:cNvSpPr/>
          <p:nvPr/>
        </p:nvSpPr>
        <p:spPr>
          <a:xfrm>
            <a:off x="4628052" y="1393062"/>
            <a:ext cx="658026" cy="475514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7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6279E1-FCF2-0339-F899-4164988ABEE8}"/>
              </a:ext>
            </a:extLst>
          </p:cNvPr>
          <p:cNvSpPr txBox="1">
            <a:spLocks/>
          </p:cNvSpPr>
          <p:nvPr/>
        </p:nvSpPr>
        <p:spPr>
          <a:xfrm>
            <a:off x="5582719" y="135638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CDFFC4B-3E86-55B9-046C-21BFB318A539}"/>
              </a:ext>
            </a:extLst>
          </p:cNvPr>
          <p:cNvSpPr txBox="1">
            <a:spLocks/>
          </p:cNvSpPr>
          <p:nvPr/>
        </p:nvSpPr>
        <p:spPr>
          <a:xfrm>
            <a:off x="6306620" y="134173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2847338-5DF6-51D6-74FC-55AE638D37DE}"/>
              </a:ext>
            </a:extLst>
          </p:cNvPr>
          <p:cNvSpPr txBox="1">
            <a:spLocks/>
          </p:cNvSpPr>
          <p:nvPr/>
        </p:nvSpPr>
        <p:spPr>
          <a:xfrm>
            <a:off x="5568071" y="194840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1E94A7-5DAE-708E-215E-74668AA4B7AF}"/>
              </a:ext>
            </a:extLst>
          </p:cNvPr>
          <p:cNvSpPr txBox="1">
            <a:spLocks/>
          </p:cNvSpPr>
          <p:nvPr/>
        </p:nvSpPr>
        <p:spPr>
          <a:xfrm>
            <a:off x="6291972" y="194254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59075-44E2-8326-3FDB-31B429F49A9D}"/>
              </a:ext>
            </a:extLst>
          </p:cNvPr>
          <p:cNvSpPr txBox="1">
            <a:spLocks/>
          </p:cNvSpPr>
          <p:nvPr/>
        </p:nvSpPr>
        <p:spPr>
          <a:xfrm>
            <a:off x="5561256" y="253900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461EB23-F53B-8515-BF5A-3E23FBDCC5C4}"/>
              </a:ext>
            </a:extLst>
          </p:cNvPr>
          <p:cNvSpPr txBox="1">
            <a:spLocks/>
          </p:cNvSpPr>
          <p:nvPr/>
        </p:nvSpPr>
        <p:spPr>
          <a:xfrm>
            <a:off x="6285157" y="253314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D7DF63A-DB52-C2CF-98B0-B6927544A88D}"/>
              </a:ext>
            </a:extLst>
          </p:cNvPr>
          <p:cNvSpPr txBox="1">
            <a:spLocks/>
          </p:cNvSpPr>
          <p:nvPr/>
        </p:nvSpPr>
        <p:spPr>
          <a:xfrm>
            <a:off x="5545613" y="311985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2FF9852-D8D1-CF6F-A269-4E82A369951F}"/>
              </a:ext>
            </a:extLst>
          </p:cNvPr>
          <p:cNvSpPr txBox="1">
            <a:spLocks/>
          </p:cNvSpPr>
          <p:nvPr/>
        </p:nvSpPr>
        <p:spPr>
          <a:xfrm>
            <a:off x="6269514" y="311399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7EFF32-9A6B-4E0F-F520-F457EE00CCBE}"/>
              </a:ext>
            </a:extLst>
          </p:cNvPr>
          <p:cNvSpPr/>
          <p:nvPr/>
        </p:nvSpPr>
        <p:spPr>
          <a:xfrm>
            <a:off x="7666036" y="1518837"/>
            <a:ext cx="2028267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Smallest number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68ABA5-D59E-1455-60F2-F1CE7F442F44}"/>
              </a:ext>
            </a:extLst>
          </p:cNvPr>
          <p:cNvSpPr/>
          <p:nvPr/>
        </p:nvSpPr>
        <p:spPr>
          <a:xfrm>
            <a:off x="7666035" y="5687002"/>
            <a:ext cx="2028267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Largest number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D1B173-E41C-24E4-57B8-98030460CB1F}"/>
              </a:ext>
            </a:extLst>
          </p:cNvPr>
          <p:cNvSpPr/>
          <p:nvPr/>
        </p:nvSpPr>
        <p:spPr>
          <a:xfrm>
            <a:off x="6947519" y="143516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BF4FE0-C063-AC72-0DCE-EDEC5673A2A9}"/>
              </a:ext>
            </a:extLst>
          </p:cNvPr>
          <p:cNvSpPr/>
          <p:nvPr/>
        </p:nvSpPr>
        <p:spPr>
          <a:xfrm>
            <a:off x="6947519" y="203887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C4203-C88E-B578-508E-892C58471FE4}"/>
              </a:ext>
            </a:extLst>
          </p:cNvPr>
          <p:cNvSpPr/>
          <p:nvPr/>
        </p:nvSpPr>
        <p:spPr>
          <a:xfrm>
            <a:off x="6943183" y="264396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65D68-FD06-90AB-CCD0-D56076F56CC0}"/>
              </a:ext>
            </a:extLst>
          </p:cNvPr>
          <p:cNvSpPr/>
          <p:nvPr/>
        </p:nvSpPr>
        <p:spPr>
          <a:xfrm>
            <a:off x="6947997" y="321864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16AFF43-770B-E058-1252-497F40D52A32}"/>
              </a:ext>
            </a:extLst>
          </p:cNvPr>
          <p:cNvSpPr txBox="1">
            <a:spLocks/>
          </p:cNvSpPr>
          <p:nvPr/>
        </p:nvSpPr>
        <p:spPr>
          <a:xfrm>
            <a:off x="6988863" y="134031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83C4A44-1BA6-57AF-8210-95BD7F3F9D9B}"/>
              </a:ext>
            </a:extLst>
          </p:cNvPr>
          <p:cNvSpPr txBox="1">
            <a:spLocks/>
          </p:cNvSpPr>
          <p:nvPr/>
        </p:nvSpPr>
        <p:spPr>
          <a:xfrm>
            <a:off x="7013981" y="195592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3992A5A-D436-8523-F86E-4DF5586E561A}"/>
              </a:ext>
            </a:extLst>
          </p:cNvPr>
          <p:cNvSpPr txBox="1">
            <a:spLocks/>
          </p:cNvSpPr>
          <p:nvPr/>
        </p:nvSpPr>
        <p:spPr>
          <a:xfrm>
            <a:off x="7019549" y="254916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40C95AC-219F-5D76-2D13-7CA884DA83DF}"/>
              </a:ext>
            </a:extLst>
          </p:cNvPr>
          <p:cNvSpPr txBox="1">
            <a:spLocks/>
          </p:cNvSpPr>
          <p:nvPr/>
        </p:nvSpPr>
        <p:spPr>
          <a:xfrm>
            <a:off x="7019549" y="313570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7EC880-05BB-3450-B605-F702B009A376}"/>
              </a:ext>
            </a:extLst>
          </p:cNvPr>
          <p:cNvSpPr/>
          <p:nvPr/>
        </p:nvSpPr>
        <p:spPr>
          <a:xfrm>
            <a:off x="5484407" y="380997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6F8112-BF67-10CC-7F5B-B6B65CCE7F53}"/>
              </a:ext>
            </a:extLst>
          </p:cNvPr>
          <p:cNvSpPr/>
          <p:nvPr/>
        </p:nvSpPr>
        <p:spPr>
          <a:xfrm>
            <a:off x="6218799" y="380997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6EB09FC-96DC-93A2-F088-EFF156DBF00C}"/>
              </a:ext>
            </a:extLst>
          </p:cNvPr>
          <p:cNvSpPr txBox="1">
            <a:spLocks/>
          </p:cNvSpPr>
          <p:nvPr/>
        </p:nvSpPr>
        <p:spPr>
          <a:xfrm>
            <a:off x="5540799" y="371996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DB7A7282-3985-4FF2-E826-B4D706ADDFF7}"/>
              </a:ext>
            </a:extLst>
          </p:cNvPr>
          <p:cNvSpPr txBox="1">
            <a:spLocks/>
          </p:cNvSpPr>
          <p:nvPr/>
        </p:nvSpPr>
        <p:spPr>
          <a:xfrm>
            <a:off x="6264700" y="371410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2FBEBF-5B36-07D0-518D-D62EE068E0AD}"/>
              </a:ext>
            </a:extLst>
          </p:cNvPr>
          <p:cNvSpPr/>
          <p:nvPr/>
        </p:nvSpPr>
        <p:spPr>
          <a:xfrm>
            <a:off x="6943183" y="381876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0032C5D-88D6-72AD-34BF-1DA73E3CFF21}"/>
              </a:ext>
            </a:extLst>
          </p:cNvPr>
          <p:cNvSpPr txBox="1">
            <a:spLocks/>
          </p:cNvSpPr>
          <p:nvPr/>
        </p:nvSpPr>
        <p:spPr>
          <a:xfrm>
            <a:off x="7014735" y="373581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6D3B13-ACE3-FB2B-A5AB-B53067E995B4}"/>
              </a:ext>
            </a:extLst>
          </p:cNvPr>
          <p:cNvSpPr/>
          <p:nvPr/>
        </p:nvSpPr>
        <p:spPr>
          <a:xfrm>
            <a:off x="5484407" y="439835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7C3B0C-262F-0E1F-6992-250DF2ACFFCD}"/>
              </a:ext>
            </a:extLst>
          </p:cNvPr>
          <p:cNvSpPr/>
          <p:nvPr/>
        </p:nvSpPr>
        <p:spPr>
          <a:xfrm>
            <a:off x="6218799" y="439835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87F3FB8A-AC34-B2A4-BEB1-028E4CE08B7C}"/>
              </a:ext>
            </a:extLst>
          </p:cNvPr>
          <p:cNvSpPr txBox="1">
            <a:spLocks/>
          </p:cNvSpPr>
          <p:nvPr/>
        </p:nvSpPr>
        <p:spPr>
          <a:xfrm>
            <a:off x="5540799" y="430834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C2F4E13-74AC-1988-5F95-48AF5F40C5DA}"/>
              </a:ext>
            </a:extLst>
          </p:cNvPr>
          <p:cNvSpPr txBox="1">
            <a:spLocks/>
          </p:cNvSpPr>
          <p:nvPr/>
        </p:nvSpPr>
        <p:spPr>
          <a:xfrm>
            <a:off x="6264700" y="430248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A3C792-6088-5EC6-AAF6-562B185D63E0}"/>
              </a:ext>
            </a:extLst>
          </p:cNvPr>
          <p:cNvSpPr/>
          <p:nvPr/>
        </p:nvSpPr>
        <p:spPr>
          <a:xfrm>
            <a:off x="6943183" y="440714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B6DBDC8B-A0BB-B354-B714-AA6C15DBE036}"/>
              </a:ext>
            </a:extLst>
          </p:cNvPr>
          <p:cNvSpPr txBox="1">
            <a:spLocks/>
          </p:cNvSpPr>
          <p:nvPr/>
        </p:nvSpPr>
        <p:spPr>
          <a:xfrm>
            <a:off x="7014735" y="432419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C4CBD4-7F64-288A-B352-DDB476DFCEA1}"/>
              </a:ext>
            </a:extLst>
          </p:cNvPr>
          <p:cNvSpPr/>
          <p:nvPr/>
        </p:nvSpPr>
        <p:spPr>
          <a:xfrm>
            <a:off x="5484407" y="498673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7F7036-82D1-FE99-14BD-76EF6CA37C48}"/>
              </a:ext>
            </a:extLst>
          </p:cNvPr>
          <p:cNvSpPr/>
          <p:nvPr/>
        </p:nvSpPr>
        <p:spPr>
          <a:xfrm>
            <a:off x="6218799" y="498673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D44E299-6265-650D-B9E3-E13517128379}"/>
              </a:ext>
            </a:extLst>
          </p:cNvPr>
          <p:cNvSpPr txBox="1">
            <a:spLocks/>
          </p:cNvSpPr>
          <p:nvPr/>
        </p:nvSpPr>
        <p:spPr>
          <a:xfrm>
            <a:off x="5540799" y="489672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3399F5BE-ED91-EB15-A8E9-7EED18877761}"/>
              </a:ext>
            </a:extLst>
          </p:cNvPr>
          <p:cNvSpPr txBox="1">
            <a:spLocks/>
          </p:cNvSpPr>
          <p:nvPr/>
        </p:nvSpPr>
        <p:spPr>
          <a:xfrm>
            <a:off x="6264700" y="489086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067579E-A8CB-B87D-5A5E-0A89376765B7}"/>
              </a:ext>
            </a:extLst>
          </p:cNvPr>
          <p:cNvSpPr/>
          <p:nvPr/>
        </p:nvSpPr>
        <p:spPr>
          <a:xfrm>
            <a:off x="6943183" y="499552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B20EFD44-4418-5B2F-0AAF-10D98FCC2F27}"/>
              </a:ext>
            </a:extLst>
          </p:cNvPr>
          <p:cNvSpPr txBox="1">
            <a:spLocks/>
          </p:cNvSpPr>
          <p:nvPr/>
        </p:nvSpPr>
        <p:spPr>
          <a:xfrm>
            <a:off x="7014735" y="491257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67C2D5-2A3F-124D-3EAE-6BA5B6E80F99}"/>
              </a:ext>
            </a:extLst>
          </p:cNvPr>
          <p:cNvSpPr/>
          <p:nvPr/>
        </p:nvSpPr>
        <p:spPr>
          <a:xfrm>
            <a:off x="5471251" y="561131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638D67-B737-B945-646E-2FAA4FF97627}"/>
              </a:ext>
            </a:extLst>
          </p:cNvPr>
          <p:cNvSpPr/>
          <p:nvPr/>
        </p:nvSpPr>
        <p:spPr>
          <a:xfrm>
            <a:off x="6205643" y="561131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70FB5707-866E-3B59-98F0-463FBF79FB11}"/>
              </a:ext>
            </a:extLst>
          </p:cNvPr>
          <p:cNvSpPr txBox="1">
            <a:spLocks/>
          </p:cNvSpPr>
          <p:nvPr/>
        </p:nvSpPr>
        <p:spPr>
          <a:xfrm>
            <a:off x="5527643" y="552130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F227A7C-BB6E-BA34-D118-ADB0EC2F24BD}"/>
              </a:ext>
            </a:extLst>
          </p:cNvPr>
          <p:cNvSpPr txBox="1">
            <a:spLocks/>
          </p:cNvSpPr>
          <p:nvPr/>
        </p:nvSpPr>
        <p:spPr>
          <a:xfrm>
            <a:off x="6251544" y="551544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74F102B-61A7-FE78-E801-A84AC8384DBC}"/>
              </a:ext>
            </a:extLst>
          </p:cNvPr>
          <p:cNvSpPr/>
          <p:nvPr/>
        </p:nvSpPr>
        <p:spPr>
          <a:xfrm>
            <a:off x="6930027" y="562010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E1A40BB7-BF73-0834-EAF1-74FB542B29E8}"/>
              </a:ext>
            </a:extLst>
          </p:cNvPr>
          <p:cNvSpPr txBox="1">
            <a:spLocks/>
          </p:cNvSpPr>
          <p:nvPr/>
        </p:nvSpPr>
        <p:spPr>
          <a:xfrm>
            <a:off x="7001579" y="55371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0B8CC98-48EE-079E-5DA1-DF9671204F74}"/>
              </a:ext>
            </a:extLst>
          </p:cNvPr>
          <p:cNvSpPr txBox="1">
            <a:spLocks/>
          </p:cNvSpPr>
          <p:nvPr/>
        </p:nvSpPr>
        <p:spPr>
          <a:xfrm>
            <a:off x="594360" y="4551166"/>
            <a:ext cx="2934434" cy="14650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0" tIns="4572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In binary smallest number is “all zero” 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unsigned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memory) &amp; largest is “all ones”.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2B0B46A-DA47-EDB0-DB3E-A3F7200B8597}"/>
              </a:ext>
            </a:extLst>
          </p:cNvPr>
          <p:cNvSpPr/>
          <p:nvPr/>
        </p:nvSpPr>
        <p:spPr>
          <a:xfrm>
            <a:off x="9720678" y="5494676"/>
            <a:ext cx="1858838" cy="7148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2</a:t>
            </a:r>
            <a:r>
              <a:rPr kumimoji="0" lang="en-US" sz="40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3 </a:t>
            </a: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- 1</a:t>
            </a:r>
          </a:p>
        </p:txBody>
      </p:sp>
    </p:spTree>
    <p:extLst>
      <p:ext uri="{BB962C8B-B14F-4D97-AF65-F5344CB8AC3E}">
        <p14:creationId xmlns:p14="http://schemas.microsoft.com/office/powerpoint/2010/main" val="352279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3500"/>
                            </p:stCondLst>
                            <p:childTnLst>
                              <p:par>
                                <p:cTn id="1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500"/>
                            </p:stCondLst>
                            <p:childTnLst>
                              <p:par>
                                <p:cTn id="30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uiExpand="1" build="p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5" grpId="0"/>
      <p:bldP spid="36" grpId="0"/>
      <p:bldP spid="43" grpId="0" animBg="1"/>
      <p:bldP spid="44" grpId="0" animBg="1"/>
      <p:bldP spid="45" grpId="0"/>
      <p:bldP spid="46" grpId="0"/>
      <p:bldP spid="47" grpId="0" animBg="1"/>
      <p:bldP spid="48" grpId="0"/>
      <p:bldP spid="49" grpId="0" animBg="1"/>
      <p:bldP spid="50" grpId="0" animBg="1"/>
      <p:bldP spid="51" grpId="0"/>
      <p:bldP spid="52" grpId="0"/>
      <p:bldP spid="53" grpId="0" animBg="1"/>
      <p:bldP spid="54" grpId="0"/>
      <p:bldP spid="55" grpId="0" animBg="1"/>
      <p:bldP spid="56" grpId="0" animBg="1"/>
      <p:bldP spid="57" grpId="0"/>
      <p:bldP spid="58" grpId="0"/>
      <p:bldP spid="59" grpId="0" animBg="1"/>
      <p:bldP spid="60" grpId="0"/>
      <p:bldP spid="61" grpId="0" animBg="1"/>
      <p:bldP spid="62" grpId="0" animBg="1"/>
      <p:bldP spid="63" grpId="0"/>
      <p:bldP spid="64" grpId="0"/>
      <p:bldP spid="65" grpId="0" animBg="1"/>
      <p:bldP spid="66" grpId="0"/>
      <p:bldP spid="34" grpId="0" uiExpand="1" build="p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AAC9-74AB-9765-C8D1-AFAE5F74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85" y="29117"/>
            <a:ext cx="9971621" cy="655498"/>
          </a:xfrm>
        </p:spPr>
        <p:txBody>
          <a:bodyPr/>
          <a:lstStyle/>
          <a:p>
            <a:r>
              <a:rPr lang="en-US" sz="3200" dirty="0"/>
              <a:t>Memory [</a:t>
            </a:r>
            <a:r>
              <a:rPr lang="en-US" sz="3200" dirty="0">
                <a:solidFill>
                  <a:srgbClr val="00B050"/>
                </a:solidFill>
              </a:rPr>
              <a:t>unsigned</a:t>
            </a:r>
            <a:r>
              <a:rPr lang="en-US" sz="3200" dirty="0"/>
              <a:t>] (Range &amp; Storage) 4 bits 2</a:t>
            </a:r>
            <a:r>
              <a:rPr lang="en-US" sz="3200" baseline="30000" dirty="0"/>
              <a:t>4</a:t>
            </a:r>
            <a:r>
              <a:rPr lang="en-US" sz="3200" dirty="0"/>
              <a:t>=16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37EF9-7467-873B-4A0E-627FA1FD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176" y="6332220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55CB9C-8B84-8073-CADB-2D9EA20577E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99464" y="6332220"/>
            <a:ext cx="131318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5FDDE-4FCE-46FC-9D1E-82E2067BF07D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C1191-AC93-5540-16D0-E70010C12F7D}"/>
              </a:ext>
            </a:extLst>
          </p:cNvPr>
          <p:cNvSpPr/>
          <p:nvPr/>
        </p:nvSpPr>
        <p:spPr>
          <a:xfrm>
            <a:off x="919879" y="128700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EEFF8-38F0-A6FA-DC7B-FA51230640F0}"/>
              </a:ext>
            </a:extLst>
          </p:cNvPr>
          <p:cNvSpPr/>
          <p:nvPr/>
        </p:nvSpPr>
        <p:spPr>
          <a:xfrm>
            <a:off x="1654271" y="128700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608F1-7086-6129-962F-12240B1F3F2A}"/>
              </a:ext>
            </a:extLst>
          </p:cNvPr>
          <p:cNvSpPr/>
          <p:nvPr/>
        </p:nvSpPr>
        <p:spPr>
          <a:xfrm>
            <a:off x="908668" y="805367"/>
            <a:ext cx="2908179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8       4       2       1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17D1B-B808-2225-ECBA-D3E43D7536B6}"/>
              </a:ext>
            </a:extLst>
          </p:cNvPr>
          <p:cNvSpPr/>
          <p:nvPr/>
        </p:nvSpPr>
        <p:spPr>
          <a:xfrm>
            <a:off x="918452" y="187523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05686-EC91-4287-F0D9-3218EDEB0A2F}"/>
              </a:ext>
            </a:extLst>
          </p:cNvPr>
          <p:cNvSpPr/>
          <p:nvPr/>
        </p:nvSpPr>
        <p:spPr>
          <a:xfrm>
            <a:off x="1652844" y="187523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C6F-DE16-1749-3AF7-1027FFCF7973}"/>
              </a:ext>
            </a:extLst>
          </p:cNvPr>
          <p:cNvSpPr/>
          <p:nvPr/>
        </p:nvSpPr>
        <p:spPr>
          <a:xfrm>
            <a:off x="918453" y="247344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AB37A-7733-4B09-254F-2ECAB4D40306}"/>
              </a:ext>
            </a:extLst>
          </p:cNvPr>
          <p:cNvSpPr/>
          <p:nvPr/>
        </p:nvSpPr>
        <p:spPr>
          <a:xfrm>
            <a:off x="1652845" y="247344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267FD-5A21-6645-9FE6-F3A65663A0AD}"/>
              </a:ext>
            </a:extLst>
          </p:cNvPr>
          <p:cNvSpPr/>
          <p:nvPr/>
        </p:nvSpPr>
        <p:spPr>
          <a:xfrm>
            <a:off x="926999" y="305455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3F9119-F5B6-5F1D-7692-8D0858C1F5A9}"/>
              </a:ext>
            </a:extLst>
          </p:cNvPr>
          <p:cNvSpPr/>
          <p:nvPr/>
        </p:nvSpPr>
        <p:spPr>
          <a:xfrm>
            <a:off x="1661391" y="305455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9E9022-138B-B7A7-71AB-407D08AFF30B}"/>
              </a:ext>
            </a:extLst>
          </p:cNvPr>
          <p:cNvSpPr/>
          <p:nvPr/>
        </p:nvSpPr>
        <p:spPr>
          <a:xfrm>
            <a:off x="3832480" y="772382"/>
            <a:ext cx="185883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weights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3B6F0F-B22A-29C9-65E1-89886B22711D}"/>
              </a:ext>
            </a:extLst>
          </p:cNvPr>
          <p:cNvSpPr/>
          <p:nvPr/>
        </p:nvSpPr>
        <p:spPr>
          <a:xfrm>
            <a:off x="176928" y="1237756"/>
            <a:ext cx="658026" cy="475514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7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6279E1-FCF2-0339-F899-4164988ABEE8}"/>
              </a:ext>
            </a:extLst>
          </p:cNvPr>
          <p:cNvSpPr txBox="1">
            <a:spLocks/>
          </p:cNvSpPr>
          <p:nvPr/>
        </p:nvSpPr>
        <p:spPr>
          <a:xfrm>
            <a:off x="1020497" y="120108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CDFFC4B-3E86-55B9-046C-21BFB318A539}"/>
              </a:ext>
            </a:extLst>
          </p:cNvPr>
          <p:cNvSpPr txBox="1">
            <a:spLocks/>
          </p:cNvSpPr>
          <p:nvPr/>
        </p:nvSpPr>
        <p:spPr>
          <a:xfrm>
            <a:off x="1744398" y="118643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2847338-5DF6-51D6-74FC-55AE638D37DE}"/>
              </a:ext>
            </a:extLst>
          </p:cNvPr>
          <p:cNvSpPr txBox="1">
            <a:spLocks/>
          </p:cNvSpPr>
          <p:nvPr/>
        </p:nvSpPr>
        <p:spPr>
          <a:xfrm>
            <a:off x="1005849" y="179309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1E94A7-5DAE-708E-215E-74668AA4B7AF}"/>
              </a:ext>
            </a:extLst>
          </p:cNvPr>
          <p:cNvSpPr txBox="1">
            <a:spLocks/>
          </p:cNvSpPr>
          <p:nvPr/>
        </p:nvSpPr>
        <p:spPr>
          <a:xfrm>
            <a:off x="1729750" y="178723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59075-44E2-8326-3FDB-31B429F49A9D}"/>
              </a:ext>
            </a:extLst>
          </p:cNvPr>
          <p:cNvSpPr txBox="1">
            <a:spLocks/>
          </p:cNvSpPr>
          <p:nvPr/>
        </p:nvSpPr>
        <p:spPr>
          <a:xfrm>
            <a:off x="999034" y="238369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461EB23-F53B-8515-BF5A-3E23FBDCC5C4}"/>
              </a:ext>
            </a:extLst>
          </p:cNvPr>
          <p:cNvSpPr txBox="1">
            <a:spLocks/>
          </p:cNvSpPr>
          <p:nvPr/>
        </p:nvSpPr>
        <p:spPr>
          <a:xfrm>
            <a:off x="1722935" y="237784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D7DF63A-DB52-C2CF-98B0-B6927544A88D}"/>
              </a:ext>
            </a:extLst>
          </p:cNvPr>
          <p:cNvSpPr txBox="1">
            <a:spLocks/>
          </p:cNvSpPr>
          <p:nvPr/>
        </p:nvSpPr>
        <p:spPr>
          <a:xfrm>
            <a:off x="983391" y="296454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2FF9852-D8D1-CF6F-A269-4E82A369951F}"/>
              </a:ext>
            </a:extLst>
          </p:cNvPr>
          <p:cNvSpPr txBox="1">
            <a:spLocks/>
          </p:cNvSpPr>
          <p:nvPr/>
        </p:nvSpPr>
        <p:spPr>
          <a:xfrm>
            <a:off x="1707292" y="295868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7EFF32-9A6B-4E0F-F520-F457EE00CCBE}"/>
              </a:ext>
            </a:extLst>
          </p:cNvPr>
          <p:cNvSpPr/>
          <p:nvPr/>
        </p:nvSpPr>
        <p:spPr>
          <a:xfrm>
            <a:off x="3801859" y="1371339"/>
            <a:ext cx="2028267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Smallest number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D1B173-E41C-24E4-57B8-98030460CB1F}"/>
              </a:ext>
            </a:extLst>
          </p:cNvPr>
          <p:cNvSpPr/>
          <p:nvPr/>
        </p:nvSpPr>
        <p:spPr>
          <a:xfrm>
            <a:off x="2385297" y="12798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BF4FE0-C063-AC72-0DCE-EDEC5673A2A9}"/>
              </a:ext>
            </a:extLst>
          </p:cNvPr>
          <p:cNvSpPr/>
          <p:nvPr/>
        </p:nvSpPr>
        <p:spPr>
          <a:xfrm>
            <a:off x="2385297" y="188356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C4203-C88E-B578-508E-892C58471FE4}"/>
              </a:ext>
            </a:extLst>
          </p:cNvPr>
          <p:cNvSpPr/>
          <p:nvPr/>
        </p:nvSpPr>
        <p:spPr>
          <a:xfrm>
            <a:off x="2380961" y="248866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65D68-FD06-90AB-CCD0-D56076F56CC0}"/>
              </a:ext>
            </a:extLst>
          </p:cNvPr>
          <p:cNvSpPr/>
          <p:nvPr/>
        </p:nvSpPr>
        <p:spPr>
          <a:xfrm>
            <a:off x="2385775" y="306334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16AFF43-770B-E058-1252-497F40D52A32}"/>
              </a:ext>
            </a:extLst>
          </p:cNvPr>
          <p:cNvSpPr txBox="1">
            <a:spLocks/>
          </p:cNvSpPr>
          <p:nvPr/>
        </p:nvSpPr>
        <p:spPr>
          <a:xfrm>
            <a:off x="2426641" y="118500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83C4A44-1BA6-57AF-8210-95BD7F3F9D9B}"/>
              </a:ext>
            </a:extLst>
          </p:cNvPr>
          <p:cNvSpPr txBox="1">
            <a:spLocks/>
          </p:cNvSpPr>
          <p:nvPr/>
        </p:nvSpPr>
        <p:spPr>
          <a:xfrm>
            <a:off x="2451759" y="180062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3992A5A-D436-8523-F86E-4DF5586E561A}"/>
              </a:ext>
            </a:extLst>
          </p:cNvPr>
          <p:cNvSpPr txBox="1">
            <a:spLocks/>
          </p:cNvSpPr>
          <p:nvPr/>
        </p:nvSpPr>
        <p:spPr>
          <a:xfrm>
            <a:off x="2457327" y="23938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40C95AC-219F-5D76-2D13-7CA884DA83DF}"/>
              </a:ext>
            </a:extLst>
          </p:cNvPr>
          <p:cNvSpPr txBox="1">
            <a:spLocks/>
          </p:cNvSpPr>
          <p:nvPr/>
        </p:nvSpPr>
        <p:spPr>
          <a:xfrm>
            <a:off x="2457327" y="298039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7EC880-05BB-3450-B605-F702B009A376}"/>
              </a:ext>
            </a:extLst>
          </p:cNvPr>
          <p:cNvSpPr/>
          <p:nvPr/>
        </p:nvSpPr>
        <p:spPr>
          <a:xfrm>
            <a:off x="922185" y="365466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6F8112-BF67-10CC-7F5B-B6B65CCE7F53}"/>
              </a:ext>
            </a:extLst>
          </p:cNvPr>
          <p:cNvSpPr/>
          <p:nvPr/>
        </p:nvSpPr>
        <p:spPr>
          <a:xfrm>
            <a:off x="1656577" y="365466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6EB09FC-96DC-93A2-F088-EFF156DBF00C}"/>
              </a:ext>
            </a:extLst>
          </p:cNvPr>
          <p:cNvSpPr txBox="1">
            <a:spLocks/>
          </p:cNvSpPr>
          <p:nvPr/>
        </p:nvSpPr>
        <p:spPr>
          <a:xfrm>
            <a:off x="978577" y="35646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DB7A7282-3985-4FF2-E826-B4D706ADDFF7}"/>
              </a:ext>
            </a:extLst>
          </p:cNvPr>
          <p:cNvSpPr txBox="1">
            <a:spLocks/>
          </p:cNvSpPr>
          <p:nvPr/>
        </p:nvSpPr>
        <p:spPr>
          <a:xfrm>
            <a:off x="1702478" y="355880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2FBEBF-5B36-07D0-518D-D62EE068E0AD}"/>
              </a:ext>
            </a:extLst>
          </p:cNvPr>
          <p:cNvSpPr/>
          <p:nvPr/>
        </p:nvSpPr>
        <p:spPr>
          <a:xfrm>
            <a:off x="2380961" y="366345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0032C5D-88D6-72AD-34BF-1DA73E3CFF21}"/>
              </a:ext>
            </a:extLst>
          </p:cNvPr>
          <p:cNvSpPr txBox="1">
            <a:spLocks/>
          </p:cNvSpPr>
          <p:nvPr/>
        </p:nvSpPr>
        <p:spPr>
          <a:xfrm>
            <a:off x="2452513" y="358051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6D3B13-ACE3-FB2B-A5AB-B53067E995B4}"/>
              </a:ext>
            </a:extLst>
          </p:cNvPr>
          <p:cNvSpPr/>
          <p:nvPr/>
        </p:nvSpPr>
        <p:spPr>
          <a:xfrm>
            <a:off x="922185" y="424304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7C3B0C-262F-0E1F-6992-250DF2ACFFCD}"/>
              </a:ext>
            </a:extLst>
          </p:cNvPr>
          <p:cNvSpPr/>
          <p:nvPr/>
        </p:nvSpPr>
        <p:spPr>
          <a:xfrm>
            <a:off x="1656577" y="424304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87F3FB8A-AC34-B2A4-BEB1-028E4CE08B7C}"/>
              </a:ext>
            </a:extLst>
          </p:cNvPr>
          <p:cNvSpPr txBox="1">
            <a:spLocks/>
          </p:cNvSpPr>
          <p:nvPr/>
        </p:nvSpPr>
        <p:spPr>
          <a:xfrm>
            <a:off x="978577" y="415304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C2F4E13-74AC-1988-5F95-48AF5F40C5DA}"/>
              </a:ext>
            </a:extLst>
          </p:cNvPr>
          <p:cNvSpPr txBox="1">
            <a:spLocks/>
          </p:cNvSpPr>
          <p:nvPr/>
        </p:nvSpPr>
        <p:spPr>
          <a:xfrm>
            <a:off x="1702478" y="414718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A3C792-6088-5EC6-AAF6-562B185D63E0}"/>
              </a:ext>
            </a:extLst>
          </p:cNvPr>
          <p:cNvSpPr/>
          <p:nvPr/>
        </p:nvSpPr>
        <p:spPr>
          <a:xfrm>
            <a:off x="2380961" y="425183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B6DBDC8B-A0BB-B354-B714-AA6C15DBE036}"/>
              </a:ext>
            </a:extLst>
          </p:cNvPr>
          <p:cNvSpPr txBox="1">
            <a:spLocks/>
          </p:cNvSpPr>
          <p:nvPr/>
        </p:nvSpPr>
        <p:spPr>
          <a:xfrm>
            <a:off x="2452513" y="416889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C4CBD4-7F64-288A-B352-DDB476DFCEA1}"/>
              </a:ext>
            </a:extLst>
          </p:cNvPr>
          <p:cNvSpPr/>
          <p:nvPr/>
        </p:nvSpPr>
        <p:spPr>
          <a:xfrm>
            <a:off x="922185" y="483142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7F7036-82D1-FE99-14BD-76EF6CA37C48}"/>
              </a:ext>
            </a:extLst>
          </p:cNvPr>
          <p:cNvSpPr/>
          <p:nvPr/>
        </p:nvSpPr>
        <p:spPr>
          <a:xfrm>
            <a:off x="1656577" y="483142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D44E299-6265-650D-B9E3-E13517128379}"/>
              </a:ext>
            </a:extLst>
          </p:cNvPr>
          <p:cNvSpPr txBox="1">
            <a:spLocks/>
          </p:cNvSpPr>
          <p:nvPr/>
        </p:nvSpPr>
        <p:spPr>
          <a:xfrm>
            <a:off x="978577" y="474142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3399F5BE-ED91-EB15-A8E9-7EED18877761}"/>
              </a:ext>
            </a:extLst>
          </p:cNvPr>
          <p:cNvSpPr txBox="1">
            <a:spLocks/>
          </p:cNvSpPr>
          <p:nvPr/>
        </p:nvSpPr>
        <p:spPr>
          <a:xfrm>
            <a:off x="1702478" y="473556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067579E-A8CB-B87D-5A5E-0A89376765B7}"/>
              </a:ext>
            </a:extLst>
          </p:cNvPr>
          <p:cNvSpPr/>
          <p:nvPr/>
        </p:nvSpPr>
        <p:spPr>
          <a:xfrm>
            <a:off x="2380961" y="484021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B20EFD44-4418-5B2F-0AAF-10D98FCC2F27}"/>
              </a:ext>
            </a:extLst>
          </p:cNvPr>
          <p:cNvSpPr txBox="1">
            <a:spLocks/>
          </p:cNvSpPr>
          <p:nvPr/>
        </p:nvSpPr>
        <p:spPr>
          <a:xfrm>
            <a:off x="2452513" y="475727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67C2D5-2A3F-124D-3EAE-6BA5B6E80F99}"/>
              </a:ext>
            </a:extLst>
          </p:cNvPr>
          <p:cNvSpPr/>
          <p:nvPr/>
        </p:nvSpPr>
        <p:spPr>
          <a:xfrm>
            <a:off x="909029" y="544721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638D67-B737-B945-646E-2FAA4FF97627}"/>
              </a:ext>
            </a:extLst>
          </p:cNvPr>
          <p:cNvSpPr/>
          <p:nvPr/>
        </p:nvSpPr>
        <p:spPr>
          <a:xfrm>
            <a:off x="1643421" y="544721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70FB5707-866E-3B59-98F0-463FBF79FB11}"/>
              </a:ext>
            </a:extLst>
          </p:cNvPr>
          <p:cNvSpPr txBox="1">
            <a:spLocks/>
          </p:cNvSpPr>
          <p:nvPr/>
        </p:nvSpPr>
        <p:spPr>
          <a:xfrm>
            <a:off x="965421" y="535720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F227A7C-BB6E-BA34-D118-ADB0EC2F24BD}"/>
              </a:ext>
            </a:extLst>
          </p:cNvPr>
          <p:cNvSpPr txBox="1">
            <a:spLocks/>
          </p:cNvSpPr>
          <p:nvPr/>
        </p:nvSpPr>
        <p:spPr>
          <a:xfrm>
            <a:off x="1689322" y="535135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74F102B-61A7-FE78-E801-A84AC8384DBC}"/>
              </a:ext>
            </a:extLst>
          </p:cNvPr>
          <p:cNvSpPr/>
          <p:nvPr/>
        </p:nvSpPr>
        <p:spPr>
          <a:xfrm>
            <a:off x="2367805" y="54560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E1A40BB7-BF73-0834-EAF1-74FB542B29E8}"/>
              </a:ext>
            </a:extLst>
          </p:cNvPr>
          <p:cNvSpPr txBox="1">
            <a:spLocks/>
          </p:cNvSpPr>
          <p:nvPr/>
        </p:nvSpPr>
        <p:spPr>
          <a:xfrm>
            <a:off x="2439357" y="537306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C62672-B4E8-3752-5564-6DEB4E73C4B5}"/>
              </a:ext>
            </a:extLst>
          </p:cNvPr>
          <p:cNvSpPr/>
          <p:nvPr/>
        </p:nvSpPr>
        <p:spPr>
          <a:xfrm>
            <a:off x="5998312" y="1322107"/>
            <a:ext cx="658026" cy="475514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F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CEAA4CD-38D3-CE7A-1621-5657ABDC8978}"/>
              </a:ext>
            </a:extLst>
          </p:cNvPr>
          <p:cNvSpPr/>
          <p:nvPr/>
        </p:nvSpPr>
        <p:spPr>
          <a:xfrm>
            <a:off x="3116323" y="12798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9423B3D-3957-3186-999A-08EB024A077D}"/>
              </a:ext>
            </a:extLst>
          </p:cNvPr>
          <p:cNvSpPr/>
          <p:nvPr/>
        </p:nvSpPr>
        <p:spPr>
          <a:xfrm>
            <a:off x="3129790" y="188356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186A9BA-9954-7CF5-0F76-5AAECEAD3399}"/>
              </a:ext>
            </a:extLst>
          </p:cNvPr>
          <p:cNvSpPr/>
          <p:nvPr/>
        </p:nvSpPr>
        <p:spPr>
          <a:xfrm>
            <a:off x="3124197" y="248866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08317D-7B39-2813-1B05-A9B642996D20}"/>
              </a:ext>
            </a:extLst>
          </p:cNvPr>
          <p:cNvSpPr/>
          <p:nvPr/>
        </p:nvSpPr>
        <p:spPr>
          <a:xfrm>
            <a:off x="3124197" y="307073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AEDDAB0-6848-BA1A-D35F-9299F233D980}"/>
              </a:ext>
            </a:extLst>
          </p:cNvPr>
          <p:cNvSpPr/>
          <p:nvPr/>
        </p:nvSpPr>
        <p:spPr>
          <a:xfrm>
            <a:off x="3124197" y="365293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03FDA10-4E6D-5FF3-24E2-D9B90BC3EAB8}"/>
              </a:ext>
            </a:extLst>
          </p:cNvPr>
          <p:cNvSpPr/>
          <p:nvPr/>
        </p:nvSpPr>
        <p:spPr>
          <a:xfrm>
            <a:off x="3124197" y="484831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54867DB-7E80-E130-26D1-F25CBC9278DC}"/>
              </a:ext>
            </a:extLst>
          </p:cNvPr>
          <p:cNvSpPr/>
          <p:nvPr/>
        </p:nvSpPr>
        <p:spPr>
          <a:xfrm>
            <a:off x="3124197" y="425423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BBAFB3E-F5D5-E161-526C-4E0C060FFC0B}"/>
              </a:ext>
            </a:extLst>
          </p:cNvPr>
          <p:cNvSpPr/>
          <p:nvPr/>
        </p:nvSpPr>
        <p:spPr>
          <a:xfrm>
            <a:off x="3115405" y="54560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FD5CE17-F4AA-FD17-2DB8-498163846C9A}"/>
              </a:ext>
            </a:extLst>
          </p:cNvPr>
          <p:cNvSpPr/>
          <p:nvPr/>
        </p:nvSpPr>
        <p:spPr>
          <a:xfrm>
            <a:off x="6656338" y="832574"/>
            <a:ext cx="2908179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8       4       2       1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4157A400-B881-BD5F-98CF-E23EA04B84FB}"/>
              </a:ext>
            </a:extLst>
          </p:cNvPr>
          <p:cNvSpPr/>
          <p:nvPr/>
        </p:nvSpPr>
        <p:spPr>
          <a:xfrm>
            <a:off x="9573742" y="805367"/>
            <a:ext cx="185883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weights</a:t>
            </a:r>
          </a:p>
        </p:txBody>
      </p:sp>
      <p:sp>
        <p:nvSpPr>
          <p:cNvPr id="133" name="Content Placeholder 2">
            <a:extLst>
              <a:ext uri="{FF2B5EF4-FFF2-40B4-BE49-F238E27FC236}">
                <a16:creationId xmlns:a16="http://schemas.microsoft.com/office/drawing/2014/main" id="{6C0BA190-7B46-56E4-0EF3-324D3BB924AB}"/>
              </a:ext>
            </a:extLst>
          </p:cNvPr>
          <p:cNvSpPr txBox="1">
            <a:spLocks/>
          </p:cNvSpPr>
          <p:nvPr/>
        </p:nvSpPr>
        <p:spPr>
          <a:xfrm>
            <a:off x="3181499" y="118219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53FC1-2C76-D389-0116-40A9FA3CA481}"/>
              </a:ext>
            </a:extLst>
          </p:cNvPr>
          <p:cNvSpPr txBox="1">
            <a:spLocks/>
          </p:cNvSpPr>
          <p:nvPr/>
        </p:nvSpPr>
        <p:spPr>
          <a:xfrm>
            <a:off x="3195884" y="179081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9B0669-1B11-CB83-2588-A183F1D18396}"/>
              </a:ext>
            </a:extLst>
          </p:cNvPr>
          <p:cNvSpPr txBox="1">
            <a:spLocks/>
          </p:cNvSpPr>
          <p:nvPr/>
        </p:nvSpPr>
        <p:spPr>
          <a:xfrm>
            <a:off x="3187817" y="240478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1067A87-5226-0678-3ACF-94414A7FE651}"/>
              </a:ext>
            </a:extLst>
          </p:cNvPr>
          <p:cNvSpPr txBox="1">
            <a:spLocks/>
          </p:cNvSpPr>
          <p:nvPr/>
        </p:nvSpPr>
        <p:spPr>
          <a:xfrm>
            <a:off x="3190290" y="299634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4AF506AB-5F43-D525-DB50-01E35EBBABA6}"/>
              </a:ext>
            </a:extLst>
          </p:cNvPr>
          <p:cNvSpPr txBox="1">
            <a:spLocks/>
          </p:cNvSpPr>
          <p:nvPr/>
        </p:nvSpPr>
        <p:spPr>
          <a:xfrm>
            <a:off x="3193748" y="35646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C7F8FB7-DB62-375E-5519-DB5B31A8B451}"/>
              </a:ext>
            </a:extLst>
          </p:cNvPr>
          <p:cNvSpPr txBox="1">
            <a:spLocks/>
          </p:cNvSpPr>
          <p:nvPr/>
        </p:nvSpPr>
        <p:spPr>
          <a:xfrm>
            <a:off x="3202785" y="417655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0939DCC-4C09-C875-CB36-72AA52EC0381}"/>
              </a:ext>
            </a:extLst>
          </p:cNvPr>
          <p:cNvSpPr txBox="1">
            <a:spLocks/>
          </p:cNvSpPr>
          <p:nvPr/>
        </p:nvSpPr>
        <p:spPr>
          <a:xfrm>
            <a:off x="3202784" y="476026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8F839D9-A7D8-FD99-7BE1-4CAF62F6E0CE}"/>
              </a:ext>
            </a:extLst>
          </p:cNvPr>
          <p:cNvSpPr txBox="1">
            <a:spLocks/>
          </p:cNvSpPr>
          <p:nvPr/>
        </p:nvSpPr>
        <p:spPr>
          <a:xfrm>
            <a:off x="3197090" y="536623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E4E8D2A-9580-5506-3EF6-9E3FA07A4264}"/>
              </a:ext>
            </a:extLst>
          </p:cNvPr>
          <p:cNvSpPr/>
          <p:nvPr/>
        </p:nvSpPr>
        <p:spPr>
          <a:xfrm>
            <a:off x="6721749" y="13645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AEAF403-EE4A-B7E8-417D-2D2182F49FF2}"/>
              </a:ext>
            </a:extLst>
          </p:cNvPr>
          <p:cNvSpPr/>
          <p:nvPr/>
        </p:nvSpPr>
        <p:spPr>
          <a:xfrm>
            <a:off x="7456141" y="13645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5E9A31C-A5F2-3193-1182-571FB4F18C14}"/>
              </a:ext>
            </a:extLst>
          </p:cNvPr>
          <p:cNvSpPr/>
          <p:nvPr/>
        </p:nvSpPr>
        <p:spPr>
          <a:xfrm>
            <a:off x="6720322" y="195279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E863756-0116-5E35-8309-59D4A3B4F252}"/>
              </a:ext>
            </a:extLst>
          </p:cNvPr>
          <p:cNvSpPr/>
          <p:nvPr/>
        </p:nvSpPr>
        <p:spPr>
          <a:xfrm>
            <a:off x="7454714" y="195279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3BFF834-366D-ACCC-F620-2C508F13D678}"/>
              </a:ext>
            </a:extLst>
          </p:cNvPr>
          <p:cNvSpPr/>
          <p:nvPr/>
        </p:nvSpPr>
        <p:spPr>
          <a:xfrm>
            <a:off x="6720323" y="255099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091B02-B9EB-AC86-BE90-0FA1C6C1ACFF}"/>
              </a:ext>
            </a:extLst>
          </p:cNvPr>
          <p:cNvSpPr/>
          <p:nvPr/>
        </p:nvSpPr>
        <p:spPr>
          <a:xfrm>
            <a:off x="7454715" y="255099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15B9A3F-EFD0-5BA2-6012-DD04DCD5B5B2}"/>
              </a:ext>
            </a:extLst>
          </p:cNvPr>
          <p:cNvSpPr/>
          <p:nvPr/>
        </p:nvSpPr>
        <p:spPr>
          <a:xfrm>
            <a:off x="6728869" y="31321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7AED2A4-5C8B-B5F4-9F21-97859E703F44}"/>
              </a:ext>
            </a:extLst>
          </p:cNvPr>
          <p:cNvSpPr/>
          <p:nvPr/>
        </p:nvSpPr>
        <p:spPr>
          <a:xfrm>
            <a:off x="7463261" y="31321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F5D9B5F8-E45D-BFD4-B763-696ED1A30B94}"/>
              </a:ext>
            </a:extLst>
          </p:cNvPr>
          <p:cNvSpPr txBox="1">
            <a:spLocks/>
          </p:cNvSpPr>
          <p:nvPr/>
        </p:nvSpPr>
        <p:spPr>
          <a:xfrm>
            <a:off x="6822367" y="127863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B2E169C5-2385-F343-EA90-9B64303C4B7A}"/>
              </a:ext>
            </a:extLst>
          </p:cNvPr>
          <p:cNvSpPr txBox="1">
            <a:spLocks/>
          </p:cNvSpPr>
          <p:nvPr/>
        </p:nvSpPr>
        <p:spPr>
          <a:xfrm>
            <a:off x="7546268" y="126398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C5F1C790-B4A4-2E7F-031C-DFE1EBDD020A}"/>
              </a:ext>
            </a:extLst>
          </p:cNvPr>
          <p:cNvSpPr txBox="1">
            <a:spLocks/>
          </p:cNvSpPr>
          <p:nvPr/>
        </p:nvSpPr>
        <p:spPr>
          <a:xfrm>
            <a:off x="6807719" y="187065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386363EE-D565-1E81-F47A-DA848C8F6E03}"/>
              </a:ext>
            </a:extLst>
          </p:cNvPr>
          <p:cNvSpPr txBox="1">
            <a:spLocks/>
          </p:cNvSpPr>
          <p:nvPr/>
        </p:nvSpPr>
        <p:spPr>
          <a:xfrm>
            <a:off x="7531620" y="186479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88" name="Content Placeholder 2">
            <a:extLst>
              <a:ext uri="{FF2B5EF4-FFF2-40B4-BE49-F238E27FC236}">
                <a16:creationId xmlns:a16="http://schemas.microsoft.com/office/drawing/2014/main" id="{2781B915-1B16-F213-FD31-1581569029A7}"/>
              </a:ext>
            </a:extLst>
          </p:cNvPr>
          <p:cNvSpPr txBox="1">
            <a:spLocks/>
          </p:cNvSpPr>
          <p:nvPr/>
        </p:nvSpPr>
        <p:spPr>
          <a:xfrm>
            <a:off x="6800904" y="246125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39A2ABCE-94DA-9C64-4296-1CD4FF830049}"/>
              </a:ext>
            </a:extLst>
          </p:cNvPr>
          <p:cNvSpPr txBox="1">
            <a:spLocks/>
          </p:cNvSpPr>
          <p:nvPr/>
        </p:nvSpPr>
        <p:spPr>
          <a:xfrm>
            <a:off x="7524805" y="245539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B43FB337-7BD2-94E3-2895-F55162169B7C}"/>
              </a:ext>
            </a:extLst>
          </p:cNvPr>
          <p:cNvSpPr txBox="1">
            <a:spLocks/>
          </p:cNvSpPr>
          <p:nvPr/>
        </p:nvSpPr>
        <p:spPr>
          <a:xfrm>
            <a:off x="6785261" y="304210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38AE3842-8F70-2FCD-115D-4BAC6DB338C1}"/>
              </a:ext>
            </a:extLst>
          </p:cNvPr>
          <p:cNvSpPr txBox="1">
            <a:spLocks/>
          </p:cNvSpPr>
          <p:nvPr/>
        </p:nvSpPr>
        <p:spPr>
          <a:xfrm>
            <a:off x="7509162" y="303624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CE9E7F2-9247-9236-594F-1C3290CC790E}"/>
              </a:ext>
            </a:extLst>
          </p:cNvPr>
          <p:cNvSpPr/>
          <p:nvPr/>
        </p:nvSpPr>
        <p:spPr>
          <a:xfrm>
            <a:off x="8187167" y="135741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5447AAF-2A08-3580-90EF-EB53F0F4C4F0}"/>
              </a:ext>
            </a:extLst>
          </p:cNvPr>
          <p:cNvSpPr/>
          <p:nvPr/>
        </p:nvSpPr>
        <p:spPr>
          <a:xfrm>
            <a:off x="8187167" y="196112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6D157C4-7FC9-200F-F696-61D98197997F}"/>
              </a:ext>
            </a:extLst>
          </p:cNvPr>
          <p:cNvSpPr/>
          <p:nvPr/>
        </p:nvSpPr>
        <p:spPr>
          <a:xfrm>
            <a:off x="8182831" y="256621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4A6886-9C6F-286D-03DE-E457E1EA8991}"/>
              </a:ext>
            </a:extLst>
          </p:cNvPr>
          <p:cNvSpPr/>
          <p:nvPr/>
        </p:nvSpPr>
        <p:spPr>
          <a:xfrm>
            <a:off x="8187645" y="314089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028D9984-AACB-8E6C-A687-9E22BC0A6CB3}"/>
              </a:ext>
            </a:extLst>
          </p:cNvPr>
          <p:cNvSpPr txBox="1">
            <a:spLocks/>
          </p:cNvSpPr>
          <p:nvPr/>
        </p:nvSpPr>
        <p:spPr>
          <a:xfrm>
            <a:off x="8228511" y="12625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7" name="Content Placeholder 2">
            <a:extLst>
              <a:ext uri="{FF2B5EF4-FFF2-40B4-BE49-F238E27FC236}">
                <a16:creationId xmlns:a16="http://schemas.microsoft.com/office/drawing/2014/main" id="{B87F97D5-5F3B-EA21-0EDB-A4E55F4D443D}"/>
              </a:ext>
            </a:extLst>
          </p:cNvPr>
          <p:cNvSpPr txBox="1">
            <a:spLocks/>
          </p:cNvSpPr>
          <p:nvPr/>
        </p:nvSpPr>
        <p:spPr>
          <a:xfrm>
            <a:off x="8253629" y="187817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8" name="Content Placeholder 2">
            <a:extLst>
              <a:ext uri="{FF2B5EF4-FFF2-40B4-BE49-F238E27FC236}">
                <a16:creationId xmlns:a16="http://schemas.microsoft.com/office/drawing/2014/main" id="{97A00CC7-EC32-26B6-8636-5870D4AA8B8E}"/>
              </a:ext>
            </a:extLst>
          </p:cNvPr>
          <p:cNvSpPr txBox="1">
            <a:spLocks/>
          </p:cNvSpPr>
          <p:nvPr/>
        </p:nvSpPr>
        <p:spPr>
          <a:xfrm>
            <a:off x="8259197" y="247141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BEAFB04F-2B7F-24B3-231A-A7CE151498FE}"/>
              </a:ext>
            </a:extLst>
          </p:cNvPr>
          <p:cNvSpPr txBox="1">
            <a:spLocks/>
          </p:cNvSpPr>
          <p:nvPr/>
        </p:nvSpPr>
        <p:spPr>
          <a:xfrm>
            <a:off x="8259197" y="305795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992693D-1E02-A51E-4E3F-E85F3D6DBBFC}"/>
              </a:ext>
            </a:extLst>
          </p:cNvPr>
          <p:cNvSpPr/>
          <p:nvPr/>
        </p:nvSpPr>
        <p:spPr>
          <a:xfrm>
            <a:off x="6724055" y="373222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701808-05F9-0F35-A91C-07C8466223DC}"/>
              </a:ext>
            </a:extLst>
          </p:cNvPr>
          <p:cNvSpPr/>
          <p:nvPr/>
        </p:nvSpPr>
        <p:spPr>
          <a:xfrm>
            <a:off x="7458447" y="373222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2" name="Content Placeholder 2">
            <a:extLst>
              <a:ext uri="{FF2B5EF4-FFF2-40B4-BE49-F238E27FC236}">
                <a16:creationId xmlns:a16="http://schemas.microsoft.com/office/drawing/2014/main" id="{D73BEBEC-3191-5772-02F9-7BBAA594B02D}"/>
              </a:ext>
            </a:extLst>
          </p:cNvPr>
          <p:cNvSpPr txBox="1">
            <a:spLocks/>
          </p:cNvSpPr>
          <p:nvPr/>
        </p:nvSpPr>
        <p:spPr>
          <a:xfrm>
            <a:off x="6780447" y="364221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82888029-1A44-9A5D-8207-1B1610D43448}"/>
              </a:ext>
            </a:extLst>
          </p:cNvPr>
          <p:cNvSpPr txBox="1">
            <a:spLocks/>
          </p:cNvSpPr>
          <p:nvPr/>
        </p:nvSpPr>
        <p:spPr>
          <a:xfrm>
            <a:off x="7504348" y="363635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10FC931-6E7D-E071-6E26-9ED6F5063A51}"/>
              </a:ext>
            </a:extLst>
          </p:cNvPr>
          <p:cNvSpPr/>
          <p:nvPr/>
        </p:nvSpPr>
        <p:spPr>
          <a:xfrm>
            <a:off x="8182831" y="374101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FD9B05A-3204-93BF-AA61-39BDDE32C01E}"/>
              </a:ext>
            </a:extLst>
          </p:cNvPr>
          <p:cNvSpPr txBox="1">
            <a:spLocks/>
          </p:cNvSpPr>
          <p:nvPr/>
        </p:nvSpPr>
        <p:spPr>
          <a:xfrm>
            <a:off x="8254383" y="365806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F305B8A-30E0-9A15-A34C-1A8B6D639248}"/>
              </a:ext>
            </a:extLst>
          </p:cNvPr>
          <p:cNvSpPr/>
          <p:nvPr/>
        </p:nvSpPr>
        <p:spPr>
          <a:xfrm>
            <a:off x="6724055" y="432060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A5CA5D0-1F06-D9A8-C02D-32294186A5CA}"/>
              </a:ext>
            </a:extLst>
          </p:cNvPr>
          <p:cNvSpPr/>
          <p:nvPr/>
        </p:nvSpPr>
        <p:spPr>
          <a:xfrm>
            <a:off x="7458447" y="432060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71322546-754C-2990-6DEE-6947C42E370B}"/>
              </a:ext>
            </a:extLst>
          </p:cNvPr>
          <p:cNvSpPr txBox="1">
            <a:spLocks/>
          </p:cNvSpPr>
          <p:nvPr/>
        </p:nvSpPr>
        <p:spPr>
          <a:xfrm>
            <a:off x="6780447" y="423059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9" name="Content Placeholder 2">
            <a:extLst>
              <a:ext uri="{FF2B5EF4-FFF2-40B4-BE49-F238E27FC236}">
                <a16:creationId xmlns:a16="http://schemas.microsoft.com/office/drawing/2014/main" id="{0F683981-3004-7357-F767-E8B4E74E1B84}"/>
              </a:ext>
            </a:extLst>
          </p:cNvPr>
          <p:cNvSpPr txBox="1">
            <a:spLocks/>
          </p:cNvSpPr>
          <p:nvPr/>
        </p:nvSpPr>
        <p:spPr>
          <a:xfrm>
            <a:off x="7504348" y="422473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E49820B-CE6A-CACE-C6B4-756759445F7D}"/>
              </a:ext>
            </a:extLst>
          </p:cNvPr>
          <p:cNvSpPr/>
          <p:nvPr/>
        </p:nvSpPr>
        <p:spPr>
          <a:xfrm>
            <a:off x="8182831" y="432939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54C2396C-82C0-B489-B1BF-26DA72C51F9D}"/>
              </a:ext>
            </a:extLst>
          </p:cNvPr>
          <p:cNvSpPr txBox="1">
            <a:spLocks/>
          </p:cNvSpPr>
          <p:nvPr/>
        </p:nvSpPr>
        <p:spPr>
          <a:xfrm>
            <a:off x="8254383" y="424644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E7FFA80-A8A7-2BAE-E25E-0C4738CC9AC4}"/>
              </a:ext>
            </a:extLst>
          </p:cNvPr>
          <p:cNvSpPr/>
          <p:nvPr/>
        </p:nvSpPr>
        <p:spPr>
          <a:xfrm>
            <a:off x="6724055" y="490898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B2E85CB-7528-E306-5306-406B16EBD236}"/>
              </a:ext>
            </a:extLst>
          </p:cNvPr>
          <p:cNvSpPr/>
          <p:nvPr/>
        </p:nvSpPr>
        <p:spPr>
          <a:xfrm>
            <a:off x="7458447" y="490898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4" name="Content Placeholder 2">
            <a:extLst>
              <a:ext uri="{FF2B5EF4-FFF2-40B4-BE49-F238E27FC236}">
                <a16:creationId xmlns:a16="http://schemas.microsoft.com/office/drawing/2014/main" id="{1346B1A9-6319-C2CA-5EF4-41C4D5CA3CDC}"/>
              </a:ext>
            </a:extLst>
          </p:cNvPr>
          <p:cNvSpPr txBox="1">
            <a:spLocks/>
          </p:cNvSpPr>
          <p:nvPr/>
        </p:nvSpPr>
        <p:spPr>
          <a:xfrm>
            <a:off x="6780447" y="481897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85C2BB54-15BB-F1CB-26D1-8E87CC373A26}"/>
              </a:ext>
            </a:extLst>
          </p:cNvPr>
          <p:cNvSpPr txBox="1">
            <a:spLocks/>
          </p:cNvSpPr>
          <p:nvPr/>
        </p:nvSpPr>
        <p:spPr>
          <a:xfrm>
            <a:off x="7504348" y="481311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D7F8012-AB55-519F-8079-59A680807293}"/>
              </a:ext>
            </a:extLst>
          </p:cNvPr>
          <p:cNvSpPr/>
          <p:nvPr/>
        </p:nvSpPr>
        <p:spPr>
          <a:xfrm>
            <a:off x="8182831" y="491777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EB48ACFD-62FD-43D0-02B9-82B5143DC0F1}"/>
              </a:ext>
            </a:extLst>
          </p:cNvPr>
          <p:cNvSpPr txBox="1">
            <a:spLocks/>
          </p:cNvSpPr>
          <p:nvPr/>
        </p:nvSpPr>
        <p:spPr>
          <a:xfrm>
            <a:off x="8254383" y="483482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8A05F89-DEA1-E8E1-A8F6-5CB9A98A52D1}"/>
              </a:ext>
            </a:extLst>
          </p:cNvPr>
          <p:cNvSpPr/>
          <p:nvPr/>
        </p:nvSpPr>
        <p:spPr>
          <a:xfrm>
            <a:off x="6710899" y="552477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943F6F3-6E08-CA0D-A2C7-238B6960D7B9}"/>
              </a:ext>
            </a:extLst>
          </p:cNvPr>
          <p:cNvSpPr/>
          <p:nvPr/>
        </p:nvSpPr>
        <p:spPr>
          <a:xfrm>
            <a:off x="7445291" y="552477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607E68C3-5EB0-62BC-1BAD-DA43BC67DBD4}"/>
              </a:ext>
            </a:extLst>
          </p:cNvPr>
          <p:cNvSpPr txBox="1">
            <a:spLocks/>
          </p:cNvSpPr>
          <p:nvPr/>
        </p:nvSpPr>
        <p:spPr>
          <a:xfrm>
            <a:off x="6767291" y="543476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74028E52-C5FF-EE67-9BB8-D41AE8798CBA}"/>
              </a:ext>
            </a:extLst>
          </p:cNvPr>
          <p:cNvSpPr txBox="1">
            <a:spLocks/>
          </p:cNvSpPr>
          <p:nvPr/>
        </p:nvSpPr>
        <p:spPr>
          <a:xfrm>
            <a:off x="7491192" y="542890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608EA3B-58B2-8A04-A643-A61916122289}"/>
              </a:ext>
            </a:extLst>
          </p:cNvPr>
          <p:cNvSpPr/>
          <p:nvPr/>
        </p:nvSpPr>
        <p:spPr>
          <a:xfrm>
            <a:off x="8169675" y="553356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01A33E72-7964-C8D7-FC2A-BBFD6577C692}"/>
              </a:ext>
            </a:extLst>
          </p:cNvPr>
          <p:cNvSpPr txBox="1">
            <a:spLocks/>
          </p:cNvSpPr>
          <p:nvPr/>
        </p:nvSpPr>
        <p:spPr>
          <a:xfrm>
            <a:off x="8241227" y="545061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C36BA31-D219-F9E1-F0CF-8A1838556971}"/>
              </a:ext>
            </a:extLst>
          </p:cNvPr>
          <p:cNvSpPr/>
          <p:nvPr/>
        </p:nvSpPr>
        <p:spPr>
          <a:xfrm>
            <a:off x="8918193" y="135741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4FC4BF3-866C-9A1B-380C-AEFA588A9DDA}"/>
              </a:ext>
            </a:extLst>
          </p:cNvPr>
          <p:cNvSpPr/>
          <p:nvPr/>
        </p:nvSpPr>
        <p:spPr>
          <a:xfrm>
            <a:off x="8931660" y="196112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F64BE2E-C7CA-B2D4-6DCA-26FA985317B9}"/>
              </a:ext>
            </a:extLst>
          </p:cNvPr>
          <p:cNvSpPr/>
          <p:nvPr/>
        </p:nvSpPr>
        <p:spPr>
          <a:xfrm>
            <a:off x="8926067" y="256621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35477C-54A3-B3FC-6F80-A4E96BBA205A}"/>
              </a:ext>
            </a:extLst>
          </p:cNvPr>
          <p:cNvSpPr/>
          <p:nvPr/>
        </p:nvSpPr>
        <p:spPr>
          <a:xfrm>
            <a:off x="8926067" y="314829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EDE9BC6-16EA-D64A-DED3-C5E67AC7A1A2}"/>
              </a:ext>
            </a:extLst>
          </p:cNvPr>
          <p:cNvSpPr/>
          <p:nvPr/>
        </p:nvSpPr>
        <p:spPr>
          <a:xfrm>
            <a:off x="8926067" y="373049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9BC2041-ADE8-DD08-8508-301583A133A6}"/>
              </a:ext>
            </a:extLst>
          </p:cNvPr>
          <p:cNvSpPr/>
          <p:nvPr/>
        </p:nvSpPr>
        <p:spPr>
          <a:xfrm>
            <a:off x="8926067" y="492586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732FAE1-B903-2B0F-7AFC-25A90AF25F9D}"/>
              </a:ext>
            </a:extLst>
          </p:cNvPr>
          <p:cNvSpPr/>
          <p:nvPr/>
        </p:nvSpPr>
        <p:spPr>
          <a:xfrm>
            <a:off x="8926067" y="433179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AD5524E-7964-6D30-4908-B59FE3A967C4}"/>
              </a:ext>
            </a:extLst>
          </p:cNvPr>
          <p:cNvSpPr/>
          <p:nvPr/>
        </p:nvSpPr>
        <p:spPr>
          <a:xfrm>
            <a:off x="8917275" y="553356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D50980BB-1CB8-47EE-82B2-E933B2E01012}"/>
              </a:ext>
            </a:extLst>
          </p:cNvPr>
          <p:cNvSpPr txBox="1">
            <a:spLocks/>
          </p:cNvSpPr>
          <p:nvPr/>
        </p:nvSpPr>
        <p:spPr>
          <a:xfrm>
            <a:off x="8983369" y="125975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36" name="Content Placeholder 2">
            <a:extLst>
              <a:ext uri="{FF2B5EF4-FFF2-40B4-BE49-F238E27FC236}">
                <a16:creationId xmlns:a16="http://schemas.microsoft.com/office/drawing/2014/main" id="{BEB0450F-8A4C-5D6E-1227-3EC6E40F7F0C}"/>
              </a:ext>
            </a:extLst>
          </p:cNvPr>
          <p:cNvSpPr txBox="1">
            <a:spLocks/>
          </p:cNvSpPr>
          <p:nvPr/>
        </p:nvSpPr>
        <p:spPr>
          <a:xfrm>
            <a:off x="8997754" y="186837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B36A17D4-1E2D-4CA4-501E-80053D888F7B}"/>
              </a:ext>
            </a:extLst>
          </p:cNvPr>
          <p:cNvSpPr txBox="1">
            <a:spLocks/>
          </p:cNvSpPr>
          <p:nvPr/>
        </p:nvSpPr>
        <p:spPr>
          <a:xfrm>
            <a:off x="8989687" y="248233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38" name="Content Placeholder 2">
            <a:extLst>
              <a:ext uri="{FF2B5EF4-FFF2-40B4-BE49-F238E27FC236}">
                <a16:creationId xmlns:a16="http://schemas.microsoft.com/office/drawing/2014/main" id="{0746FD7B-A833-4F89-D037-FD4C71A42806}"/>
              </a:ext>
            </a:extLst>
          </p:cNvPr>
          <p:cNvSpPr txBox="1">
            <a:spLocks/>
          </p:cNvSpPr>
          <p:nvPr/>
        </p:nvSpPr>
        <p:spPr>
          <a:xfrm>
            <a:off x="8992160" y="307389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D96A931C-DE19-4B19-5F59-C1D0F7BCF875}"/>
              </a:ext>
            </a:extLst>
          </p:cNvPr>
          <p:cNvSpPr txBox="1">
            <a:spLocks/>
          </p:cNvSpPr>
          <p:nvPr/>
        </p:nvSpPr>
        <p:spPr>
          <a:xfrm>
            <a:off x="8995618" y="364221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40" name="Content Placeholder 2">
            <a:extLst>
              <a:ext uri="{FF2B5EF4-FFF2-40B4-BE49-F238E27FC236}">
                <a16:creationId xmlns:a16="http://schemas.microsoft.com/office/drawing/2014/main" id="{F09D900D-A558-F8AB-C4E8-4A29B668A321}"/>
              </a:ext>
            </a:extLst>
          </p:cNvPr>
          <p:cNvSpPr txBox="1">
            <a:spLocks/>
          </p:cNvSpPr>
          <p:nvPr/>
        </p:nvSpPr>
        <p:spPr>
          <a:xfrm>
            <a:off x="9004655" y="425410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41" name="Content Placeholder 2">
            <a:extLst>
              <a:ext uri="{FF2B5EF4-FFF2-40B4-BE49-F238E27FC236}">
                <a16:creationId xmlns:a16="http://schemas.microsoft.com/office/drawing/2014/main" id="{D074E218-99CD-FC89-8ED2-39E57BAF89AB}"/>
              </a:ext>
            </a:extLst>
          </p:cNvPr>
          <p:cNvSpPr txBox="1">
            <a:spLocks/>
          </p:cNvSpPr>
          <p:nvPr/>
        </p:nvSpPr>
        <p:spPr>
          <a:xfrm>
            <a:off x="9004654" y="483782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42" name="Content Placeholder 2">
            <a:extLst>
              <a:ext uri="{FF2B5EF4-FFF2-40B4-BE49-F238E27FC236}">
                <a16:creationId xmlns:a16="http://schemas.microsoft.com/office/drawing/2014/main" id="{EB26B9C6-254F-057D-1A4E-C5FDFC4D67C8}"/>
              </a:ext>
            </a:extLst>
          </p:cNvPr>
          <p:cNvSpPr txBox="1">
            <a:spLocks/>
          </p:cNvSpPr>
          <p:nvPr/>
        </p:nvSpPr>
        <p:spPr>
          <a:xfrm>
            <a:off x="8998960" y="544378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60A5C800-C49B-0642-662F-711A99B36A26}"/>
              </a:ext>
            </a:extLst>
          </p:cNvPr>
          <p:cNvSpPr/>
          <p:nvPr/>
        </p:nvSpPr>
        <p:spPr>
          <a:xfrm>
            <a:off x="9611730" y="5517697"/>
            <a:ext cx="2028267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Largest number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09961AF-D4A3-8123-BA5A-9F6DAF19EAC8}"/>
              </a:ext>
            </a:extLst>
          </p:cNvPr>
          <p:cNvSpPr/>
          <p:nvPr/>
        </p:nvSpPr>
        <p:spPr>
          <a:xfrm>
            <a:off x="9725804" y="5957967"/>
            <a:ext cx="1858838" cy="714800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2</a:t>
            </a:r>
            <a:r>
              <a:rPr kumimoji="0" lang="en-US" sz="40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4 </a:t>
            </a: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- 1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47D1A1CF-DE9F-1853-F0B2-5301C47E0776}"/>
              </a:ext>
            </a:extLst>
          </p:cNvPr>
          <p:cNvSpPr txBox="1">
            <a:spLocks/>
          </p:cNvSpPr>
          <p:nvPr/>
        </p:nvSpPr>
        <p:spPr>
          <a:xfrm>
            <a:off x="9645590" y="2651904"/>
            <a:ext cx="2495134" cy="1757726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4572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Range of n bits unsigned memory = 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3000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Smallest  = 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Largest = 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3000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-1</a:t>
            </a:r>
            <a:endParaRPr kumimoji="0" lang="en-US" sz="2400" b="1" i="0" u="none" strike="noStrike" kern="1200" cap="none" spc="0" normalizeH="0" baseline="0" noProof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DAC235C-0672-D0E6-5930-062B060C5C76}"/>
              </a:ext>
            </a:extLst>
          </p:cNvPr>
          <p:cNvSpPr/>
          <p:nvPr/>
        </p:nvSpPr>
        <p:spPr>
          <a:xfrm>
            <a:off x="9870069" y="2165985"/>
            <a:ext cx="2077817" cy="4773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5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7601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000"/>
                            </p:stCondLst>
                            <p:childTnLst>
                              <p:par>
                                <p:cTn id="1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500"/>
                            </p:stCondLst>
                            <p:childTnLst>
                              <p:par>
                                <p:cTn id="15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500"/>
                            </p:stCondLst>
                            <p:childTnLst>
                              <p:par>
                                <p:cTn id="35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500"/>
                            </p:stCondLst>
                            <p:childTnLst>
                              <p:par>
                                <p:cTn id="37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0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4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1000"/>
                            </p:stCondLst>
                            <p:childTnLst>
                              <p:par>
                                <p:cTn id="39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1500"/>
                            </p:stCondLst>
                            <p:childTnLst>
                              <p:par>
                                <p:cTn id="40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0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4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2000"/>
                            </p:stCondLst>
                            <p:childTnLst>
                              <p:par>
                                <p:cTn id="4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4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6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3000"/>
                            </p:stCondLst>
                            <p:childTnLst>
                              <p:par>
                                <p:cTn id="4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5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500"/>
                            </p:stCondLst>
                            <p:childTnLst>
                              <p:par>
                                <p:cTn id="4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6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0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4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1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4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0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1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indefinite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2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3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9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8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9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4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6" fill="hold">
                      <p:stCondLst>
                        <p:cond delay="indefinite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0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7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0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5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6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7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4" fill="hold">
                      <p:stCondLst>
                        <p:cond delay="indefinite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8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500"/>
                            </p:stCondLst>
                            <p:childTnLst>
                              <p:par>
                                <p:cTn id="6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3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1" fill="hold">
                            <p:stCondLst>
                              <p:cond delay="500"/>
                            </p:stCondLst>
                            <p:childTnLst>
                              <p:par>
                                <p:cTn id="69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5" grpId="0"/>
      <p:bldP spid="36" grpId="0"/>
      <p:bldP spid="43" grpId="0" animBg="1"/>
      <p:bldP spid="44" grpId="0" animBg="1"/>
      <p:bldP spid="45" grpId="0"/>
      <p:bldP spid="46" grpId="0"/>
      <p:bldP spid="47" grpId="0" animBg="1"/>
      <p:bldP spid="48" grpId="0"/>
      <p:bldP spid="49" grpId="0" animBg="1"/>
      <p:bldP spid="50" grpId="0" animBg="1"/>
      <p:bldP spid="51" grpId="0"/>
      <p:bldP spid="52" grpId="0"/>
      <p:bldP spid="53" grpId="0" animBg="1"/>
      <p:bldP spid="54" grpId="0"/>
      <p:bldP spid="55" grpId="0" animBg="1"/>
      <p:bldP spid="56" grpId="0" animBg="1"/>
      <p:bldP spid="57" grpId="0"/>
      <p:bldP spid="58" grpId="0"/>
      <p:bldP spid="59" grpId="0" animBg="1"/>
      <p:bldP spid="60" grpId="0"/>
      <p:bldP spid="61" grpId="0" animBg="1"/>
      <p:bldP spid="62" grpId="0" animBg="1"/>
      <p:bldP spid="63" grpId="0"/>
      <p:bldP spid="64" grpId="0"/>
      <p:bldP spid="65" grpId="0" animBg="1"/>
      <p:bldP spid="66" grpId="0"/>
      <p:bldP spid="42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131" grpId="0" animBg="1"/>
      <p:bldP spid="132" grpId="0" animBg="1"/>
      <p:bldP spid="133" grpId="0"/>
      <p:bldP spid="3" grpId="0"/>
      <p:bldP spid="4" grpId="0"/>
      <p:bldP spid="27" grpId="0"/>
      <p:bldP spid="39" grpId="0"/>
      <p:bldP spid="40" grpId="0"/>
      <p:bldP spid="41" grpId="0"/>
      <p:bldP spid="75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 animBg="1"/>
      <p:bldP spid="93" grpId="0" animBg="1"/>
      <p:bldP spid="94" grpId="0" animBg="1"/>
      <p:bldP spid="95" grpId="0" animBg="1"/>
      <p:bldP spid="96" grpId="0"/>
      <p:bldP spid="97" grpId="0"/>
      <p:bldP spid="98" grpId="0"/>
      <p:bldP spid="99" grpId="0"/>
      <p:bldP spid="100" grpId="0" animBg="1"/>
      <p:bldP spid="101" grpId="0" animBg="1"/>
      <p:bldP spid="102" grpId="0"/>
      <p:bldP spid="103" grpId="0"/>
      <p:bldP spid="104" grpId="0" animBg="1"/>
      <p:bldP spid="105" grpId="0"/>
      <p:bldP spid="106" grpId="0" animBg="1"/>
      <p:bldP spid="107" grpId="0" animBg="1"/>
      <p:bldP spid="108" grpId="0"/>
      <p:bldP spid="109" grpId="0"/>
      <p:bldP spid="110" grpId="0" animBg="1"/>
      <p:bldP spid="111" grpId="0"/>
      <p:bldP spid="112" grpId="0" animBg="1"/>
      <p:bldP spid="113" grpId="0" animBg="1"/>
      <p:bldP spid="114" grpId="0"/>
      <p:bldP spid="115" grpId="0"/>
      <p:bldP spid="116" grpId="0" animBg="1"/>
      <p:bldP spid="117" grpId="0"/>
      <p:bldP spid="118" grpId="0" animBg="1"/>
      <p:bldP spid="119" grpId="0" animBg="1"/>
      <p:bldP spid="120" grpId="0"/>
      <p:bldP spid="121" grpId="0"/>
      <p:bldP spid="122" grpId="0" animBg="1"/>
      <p:bldP spid="123" grpId="0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4" grpId="0" animBg="1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 animBg="1"/>
      <p:bldP spid="144" grpId="0" animBg="1"/>
      <p:bldP spid="34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AAC9-74AB-9765-C8D1-AFAE5F74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56" y="1051994"/>
            <a:ext cx="6255108" cy="1036571"/>
          </a:xfrm>
        </p:spPr>
        <p:txBody>
          <a:bodyPr/>
          <a:lstStyle/>
          <a:p>
            <a:r>
              <a:rPr lang="en-US" dirty="0"/>
              <a:t>Memory [</a:t>
            </a:r>
            <a:r>
              <a:rPr lang="en-US" dirty="0">
                <a:solidFill>
                  <a:srgbClr val="00B050"/>
                </a:solidFill>
              </a:rPr>
              <a:t>signed</a:t>
            </a:r>
            <a:r>
              <a:rPr lang="en-US" dirty="0"/>
              <a:t>] (Range &amp; Storage)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1D2E-3387-7270-1766-0AEF98200FB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7268" y="2199657"/>
            <a:ext cx="5762478" cy="440585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In </a:t>
            </a:r>
            <a:r>
              <a:rPr lang="en-US" b="1" dirty="0">
                <a:solidFill>
                  <a:srgbClr val="00B050"/>
                </a:solidFill>
              </a:rPr>
              <a:t>signed</a:t>
            </a:r>
            <a:r>
              <a:rPr lang="en-US" dirty="0"/>
              <a:t> memory last bit (most significant bit [MSB] or left most bit) is used to store sign.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0 represents Positive Number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1 represents Negative Number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Remaining bits are used for data.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Negative numbers are stored in the form of 2’s complement.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2’s complement are simply obtained by inverting each bit of the binary number (1’s complement)  </a:t>
            </a:r>
          </a:p>
          <a:p>
            <a:pPr marL="626364" lvl="1" indent="-342900">
              <a:buFont typeface="Wingdings" panose="05000000000000000000" pitchFamily="2" charset="2"/>
              <a:buChar char="Ø"/>
            </a:pPr>
            <a:r>
              <a:rPr lang="en-US" dirty="0"/>
              <a:t>add 1 to the inverted number’s least significant bit (answer is 2’s complement).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37EF9-7467-873B-4A0E-627FA1FD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360" y="6477499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55CB9C-8B84-8073-CADB-2D9EA20577E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33648" y="6477499"/>
            <a:ext cx="131318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5FDDE-4FCE-46FC-9D1E-82E2067BF07D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F5C8DC-C106-BD8E-95FF-F411C2136A25}"/>
              </a:ext>
            </a:extLst>
          </p:cNvPr>
          <p:cNvSpPr/>
          <p:nvPr/>
        </p:nvSpPr>
        <p:spPr>
          <a:xfrm>
            <a:off x="6995444" y="221493"/>
            <a:ext cx="2077817" cy="40119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5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Example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6C5AC2-FFFD-693E-23A7-E8208A482675}"/>
              </a:ext>
            </a:extLst>
          </p:cNvPr>
          <p:cNvSpPr/>
          <p:nvPr/>
        </p:nvSpPr>
        <p:spPr>
          <a:xfrm>
            <a:off x="6611313" y="69561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FC664C-3B91-6CBA-D61E-4120A732B221}"/>
              </a:ext>
            </a:extLst>
          </p:cNvPr>
          <p:cNvSpPr/>
          <p:nvPr/>
        </p:nvSpPr>
        <p:spPr>
          <a:xfrm>
            <a:off x="7345705" y="69561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82BA53-6820-9F97-DB14-F52CB0BD8451}"/>
              </a:ext>
            </a:extLst>
          </p:cNvPr>
          <p:cNvSpPr/>
          <p:nvPr/>
        </p:nvSpPr>
        <p:spPr>
          <a:xfrm>
            <a:off x="8070089" y="70440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4098A4-BA6D-32D5-5539-E78DD8E69AC7}"/>
              </a:ext>
            </a:extLst>
          </p:cNvPr>
          <p:cNvSpPr/>
          <p:nvPr/>
        </p:nvSpPr>
        <p:spPr>
          <a:xfrm>
            <a:off x="8813325" y="70680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A05EEF3-D69B-5D52-CD89-85A6FA1CD549}"/>
              </a:ext>
            </a:extLst>
          </p:cNvPr>
          <p:cNvSpPr txBox="1">
            <a:spLocks/>
          </p:cNvSpPr>
          <p:nvPr/>
        </p:nvSpPr>
        <p:spPr>
          <a:xfrm>
            <a:off x="6682153" y="59917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0EF151-9244-D155-1A6A-0C4F0DF1E536}"/>
              </a:ext>
            </a:extLst>
          </p:cNvPr>
          <p:cNvSpPr txBox="1">
            <a:spLocks/>
          </p:cNvSpPr>
          <p:nvPr/>
        </p:nvSpPr>
        <p:spPr>
          <a:xfrm>
            <a:off x="7406054" y="59331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7EDF8B-5014-F0A1-564C-0C77004A8FFD}"/>
              </a:ext>
            </a:extLst>
          </p:cNvPr>
          <p:cNvSpPr txBox="1">
            <a:spLocks/>
          </p:cNvSpPr>
          <p:nvPr/>
        </p:nvSpPr>
        <p:spPr>
          <a:xfrm>
            <a:off x="8156089" y="61502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9DB4604-AE40-A608-C33A-59DBB1BF3F7F}"/>
              </a:ext>
            </a:extLst>
          </p:cNvPr>
          <p:cNvSpPr txBox="1">
            <a:spLocks/>
          </p:cNvSpPr>
          <p:nvPr/>
        </p:nvSpPr>
        <p:spPr>
          <a:xfrm>
            <a:off x="8906361" y="62268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FCDCCF-ABE0-C049-BA0C-4D63EE6940F7}"/>
              </a:ext>
            </a:extLst>
          </p:cNvPr>
          <p:cNvSpPr/>
          <p:nvPr/>
        </p:nvSpPr>
        <p:spPr>
          <a:xfrm>
            <a:off x="6635524" y="128384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DA9CC5-D3CA-C922-F7DC-A7BCC3AF00A3}"/>
              </a:ext>
            </a:extLst>
          </p:cNvPr>
          <p:cNvSpPr/>
          <p:nvPr/>
        </p:nvSpPr>
        <p:spPr>
          <a:xfrm>
            <a:off x="7369916" y="128384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9CB2FB-15AE-7497-ADA4-53801BE61369}"/>
              </a:ext>
            </a:extLst>
          </p:cNvPr>
          <p:cNvSpPr/>
          <p:nvPr/>
        </p:nvSpPr>
        <p:spPr>
          <a:xfrm>
            <a:off x="8094300" y="129264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8A336C-36CE-B179-019E-8999BB388B06}"/>
              </a:ext>
            </a:extLst>
          </p:cNvPr>
          <p:cNvSpPr/>
          <p:nvPr/>
        </p:nvSpPr>
        <p:spPr>
          <a:xfrm>
            <a:off x="8837536" y="129503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A8269B0-8A87-153F-8DCB-4CC27313D1F9}"/>
              </a:ext>
            </a:extLst>
          </p:cNvPr>
          <p:cNvSpPr txBox="1">
            <a:spLocks/>
          </p:cNvSpPr>
          <p:nvPr/>
        </p:nvSpPr>
        <p:spPr>
          <a:xfrm>
            <a:off x="6706364" y="118740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63DFFF5-65D3-3AB6-82F4-C6FBB8FCFB30}"/>
              </a:ext>
            </a:extLst>
          </p:cNvPr>
          <p:cNvSpPr txBox="1">
            <a:spLocks/>
          </p:cNvSpPr>
          <p:nvPr/>
        </p:nvSpPr>
        <p:spPr>
          <a:xfrm>
            <a:off x="7430265" y="118154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5FC67D-3694-B73F-28FE-F19799A9C8CB}"/>
              </a:ext>
            </a:extLst>
          </p:cNvPr>
          <p:cNvSpPr txBox="1">
            <a:spLocks/>
          </p:cNvSpPr>
          <p:nvPr/>
        </p:nvSpPr>
        <p:spPr>
          <a:xfrm>
            <a:off x="8180300" y="120325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16E506B-253C-1A9D-AB24-6B03D66B59C1}"/>
              </a:ext>
            </a:extLst>
          </p:cNvPr>
          <p:cNvSpPr txBox="1">
            <a:spLocks/>
          </p:cNvSpPr>
          <p:nvPr/>
        </p:nvSpPr>
        <p:spPr>
          <a:xfrm>
            <a:off x="8930572" y="121091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0E4FBF-6877-C953-29BB-17E4D9B35A14}"/>
              </a:ext>
            </a:extLst>
          </p:cNvPr>
          <p:cNvSpPr/>
          <p:nvPr/>
        </p:nvSpPr>
        <p:spPr>
          <a:xfrm>
            <a:off x="9512654" y="763278"/>
            <a:ext cx="1671421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Binary number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EC530C-FAD0-0D77-577C-C1B2365E5EA2}"/>
              </a:ext>
            </a:extLst>
          </p:cNvPr>
          <p:cNvSpPr/>
          <p:nvPr/>
        </p:nvSpPr>
        <p:spPr>
          <a:xfrm>
            <a:off x="9536864" y="1300243"/>
            <a:ext cx="1810401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1’s Complement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78B2F4-4C9A-EE49-13F5-0E6EAFAF3A15}"/>
              </a:ext>
            </a:extLst>
          </p:cNvPr>
          <p:cNvSpPr/>
          <p:nvPr/>
        </p:nvSpPr>
        <p:spPr>
          <a:xfrm>
            <a:off x="8857363" y="189120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1ED96D1-14D2-9A4D-017D-33EB1EEC9F7C}"/>
              </a:ext>
            </a:extLst>
          </p:cNvPr>
          <p:cNvSpPr txBox="1">
            <a:spLocks/>
          </p:cNvSpPr>
          <p:nvPr/>
        </p:nvSpPr>
        <p:spPr>
          <a:xfrm>
            <a:off x="8950399" y="180708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18DAB37-B2A0-7A47-CA9D-E90CB355CA62}"/>
              </a:ext>
            </a:extLst>
          </p:cNvPr>
          <p:cNvSpPr/>
          <p:nvPr/>
        </p:nvSpPr>
        <p:spPr>
          <a:xfrm>
            <a:off x="7827808" y="1958622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1623CA-0325-B0FC-B781-CA975F4475EB}"/>
              </a:ext>
            </a:extLst>
          </p:cNvPr>
          <p:cNvCxnSpPr>
            <a:cxnSpLocks/>
          </p:cNvCxnSpPr>
          <p:nvPr/>
        </p:nvCxnSpPr>
        <p:spPr>
          <a:xfrm>
            <a:off x="6517658" y="2534922"/>
            <a:ext cx="2977904" cy="14681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2CB1DF8-3609-4D32-B486-B0BF20697040}"/>
              </a:ext>
            </a:extLst>
          </p:cNvPr>
          <p:cNvSpPr/>
          <p:nvPr/>
        </p:nvSpPr>
        <p:spPr>
          <a:xfrm>
            <a:off x="6628898" y="265190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C98D83-64C9-844F-A481-F750DE198467}"/>
              </a:ext>
            </a:extLst>
          </p:cNvPr>
          <p:cNvSpPr/>
          <p:nvPr/>
        </p:nvSpPr>
        <p:spPr>
          <a:xfrm>
            <a:off x="7363290" y="265190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A9F6D6-603D-DC2B-2921-037492A4643D}"/>
              </a:ext>
            </a:extLst>
          </p:cNvPr>
          <p:cNvSpPr/>
          <p:nvPr/>
        </p:nvSpPr>
        <p:spPr>
          <a:xfrm>
            <a:off x="8087674" y="266069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6938AA-C1FB-2AC8-75BA-934C6DF405FC}"/>
              </a:ext>
            </a:extLst>
          </p:cNvPr>
          <p:cNvSpPr/>
          <p:nvPr/>
        </p:nvSpPr>
        <p:spPr>
          <a:xfrm>
            <a:off x="8830910" y="266309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7095E1F-65DF-ECA2-15BB-C36B2743000A}"/>
              </a:ext>
            </a:extLst>
          </p:cNvPr>
          <p:cNvSpPr txBox="1">
            <a:spLocks/>
          </p:cNvSpPr>
          <p:nvPr/>
        </p:nvSpPr>
        <p:spPr>
          <a:xfrm>
            <a:off x="6699738" y="255546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C7D8649-0852-4E7E-BEB0-C026062F0383}"/>
              </a:ext>
            </a:extLst>
          </p:cNvPr>
          <p:cNvSpPr txBox="1">
            <a:spLocks/>
          </p:cNvSpPr>
          <p:nvPr/>
        </p:nvSpPr>
        <p:spPr>
          <a:xfrm>
            <a:off x="7423639" y="254960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5DE72D4-CFA6-B66C-B31E-2D69B354C518}"/>
              </a:ext>
            </a:extLst>
          </p:cNvPr>
          <p:cNvSpPr txBox="1">
            <a:spLocks/>
          </p:cNvSpPr>
          <p:nvPr/>
        </p:nvSpPr>
        <p:spPr>
          <a:xfrm>
            <a:off x="8173674" y="257131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076F4CD6-6BEF-75A1-ED2D-2EF0DAE5587F}"/>
              </a:ext>
            </a:extLst>
          </p:cNvPr>
          <p:cNvSpPr txBox="1">
            <a:spLocks/>
          </p:cNvSpPr>
          <p:nvPr/>
        </p:nvSpPr>
        <p:spPr>
          <a:xfrm>
            <a:off x="8923946" y="257897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D2F0FAA-40C3-A6E3-4F5C-4D6890299C28}"/>
              </a:ext>
            </a:extLst>
          </p:cNvPr>
          <p:cNvSpPr/>
          <p:nvPr/>
        </p:nvSpPr>
        <p:spPr>
          <a:xfrm>
            <a:off x="9675843" y="2221904"/>
            <a:ext cx="2100261" cy="983197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All bits now treated as magnitude: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C887C1B-147F-7FA6-C433-3085124FD432}"/>
              </a:ext>
            </a:extLst>
          </p:cNvPr>
          <p:cNvSpPr/>
          <p:nvPr/>
        </p:nvSpPr>
        <p:spPr>
          <a:xfrm>
            <a:off x="7089099" y="3545573"/>
            <a:ext cx="2077817" cy="41226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5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Example 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FD50EC-12D4-7D66-24C7-26AE5574239B}"/>
              </a:ext>
            </a:extLst>
          </p:cNvPr>
          <p:cNvSpPr/>
          <p:nvPr/>
        </p:nvSpPr>
        <p:spPr>
          <a:xfrm>
            <a:off x="6704968" y="403077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681C7E-0E1C-A95E-5620-0F95D81CC6CD}"/>
              </a:ext>
            </a:extLst>
          </p:cNvPr>
          <p:cNvSpPr/>
          <p:nvPr/>
        </p:nvSpPr>
        <p:spPr>
          <a:xfrm>
            <a:off x="7439360" y="403077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239246-A00E-E893-D547-5D9AC549F9B7}"/>
              </a:ext>
            </a:extLst>
          </p:cNvPr>
          <p:cNvSpPr/>
          <p:nvPr/>
        </p:nvSpPr>
        <p:spPr>
          <a:xfrm>
            <a:off x="8163744" y="403956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10168F-61D9-9119-C894-807F670AEBAB}"/>
              </a:ext>
            </a:extLst>
          </p:cNvPr>
          <p:cNvSpPr/>
          <p:nvPr/>
        </p:nvSpPr>
        <p:spPr>
          <a:xfrm>
            <a:off x="8906980" y="404196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D6E7384-83B5-64A9-92D9-F878362026C2}"/>
              </a:ext>
            </a:extLst>
          </p:cNvPr>
          <p:cNvSpPr txBox="1">
            <a:spLocks/>
          </p:cNvSpPr>
          <p:nvPr/>
        </p:nvSpPr>
        <p:spPr>
          <a:xfrm>
            <a:off x="6775808" y="393433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FBED7DE3-8962-A987-9A94-DF785946B8AA}"/>
              </a:ext>
            </a:extLst>
          </p:cNvPr>
          <p:cNvSpPr txBox="1">
            <a:spLocks/>
          </p:cNvSpPr>
          <p:nvPr/>
        </p:nvSpPr>
        <p:spPr>
          <a:xfrm>
            <a:off x="7499709" y="392847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EBA0F3A-6D2C-558C-23F3-BB2E59BD9EE6}"/>
              </a:ext>
            </a:extLst>
          </p:cNvPr>
          <p:cNvSpPr txBox="1">
            <a:spLocks/>
          </p:cNvSpPr>
          <p:nvPr/>
        </p:nvSpPr>
        <p:spPr>
          <a:xfrm>
            <a:off x="8249744" y="395018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0687C1A1-62C2-6DD3-085A-35FA09BBC560}"/>
              </a:ext>
            </a:extLst>
          </p:cNvPr>
          <p:cNvSpPr txBox="1">
            <a:spLocks/>
          </p:cNvSpPr>
          <p:nvPr/>
        </p:nvSpPr>
        <p:spPr>
          <a:xfrm>
            <a:off x="9000016" y="395784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D987414-AE3E-581F-92AF-423B56D328E7}"/>
              </a:ext>
            </a:extLst>
          </p:cNvPr>
          <p:cNvSpPr/>
          <p:nvPr/>
        </p:nvSpPr>
        <p:spPr>
          <a:xfrm>
            <a:off x="6729179" y="461900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1627EB-F689-D5A8-1DC2-24EF2CCB2DE8}"/>
              </a:ext>
            </a:extLst>
          </p:cNvPr>
          <p:cNvSpPr/>
          <p:nvPr/>
        </p:nvSpPr>
        <p:spPr>
          <a:xfrm>
            <a:off x="7463571" y="461900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0C0087-430F-CDB5-F2DB-7F90B083488D}"/>
              </a:ext>
            </a:extLst>
          </p:cNvPr>
          <p:cNvSpPr/>
          <p:nvPr/>
        </p:nvSpPr>
        <p:spPr>
          <a:xfrm>
            <a:off x="8187955" y="462779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6C6603-4BF7-3D6E-D826-8AC22CB8ECA4}"/>
              </a:ext>
            </a:extLst>
          </p:cNvPr>
          <p:cNvSpPr/>
          <p:nvPr/>
        </p:nvSpPr>
        <p:spPr>
          <a:xfrm>
            <a:off x="8931191" y="463019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EE9253A4-2CF0-D9B2-D6B1-DB0805AD4E48}"/>
              </a:ext>
            </a:extLst>
          </p:cNvPr>
          <p:cNvSpPr txBox="1">
            <a:spLocks/>
          </p:cNvSpPr>
          <p:nvPr/>
        </p:nvSpPr>
        <p:spPr>
          <a:xfrm>
            <a:off x="6800019" y="452256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F645D13F-A132-3C36-2176-44EB5ADA7CB2}"/>
              </a:ext>
            </a:extLst>
          </p:cNvPr>
          <p:cNvSpPr txBox="1">
            <a:spLocks/>
          </p:cNvSpPr>
          <p:nvPr/>
        </p:nvSpPr>
        <p:spPr>
          <a:xfrm>
            <a:off x="7523920" y="451670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41317386-EF5E-F04F-9FCA-7D7FACA73DF2}"/>
              </a:ext>
            </a:extLst>
          </p:cNvPr>
          <p:cNvSpPr txBox="1">
            <a:spLocks/>
          </p:cNvSpPr>
          <p:nvPr/>
        </p:nvSpPr>
        <p:spPr>
          <a:xfrm>
            <a:off x="8273955" y="453841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814857E5-461A-475A-621F-7F4E97CD707B}"/>
              </a:ext>
            </a:extLst>
          </p:cNvPr>
          <p:cNvSpPr txBox="1">
            <a:spLocks/>
          </p:cNvSpPr>
          <p:nvPr/>
        </p:nvSpPr>
        <p:spPr>
          <a:xfrm>
            <a:off x="9024227" y="454607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7F87420-8D44-4ED7-87BF-A1823B435903}"/>
              </a:ext>
            </a:extLst>
          </p:cNvPr>
          <p:cNvSpPr/>
          <p:nvPr/>
        </p:nvSpPr>
        <p:spPr>
          <a:xfrm>
            <a:off x="9606309" y="4098434"/>
            <a:ext cx="1671421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Binary number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B2D182D-D3CA-7A30-90D4-E685B1E978C5}"/>
              </a:ext>
            </a:extLst>
          </p:cNvPr>
          <p:cNvSpPr/>
          <p:nvPr/>
        </p:nvSpPr>
        <p:spPr>
          <a:xfrm>
            <a:off x="9630519" y="4635399"/>
            <a:ext cx="1810401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1’s Complement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F75715C-7F23-8ACC-936E-2FDDCDA62FAF}"/>
              </a:ext>
            </a:extLst>
          </p:cNvPr>
          <p:cNvSpPr/>
          <p:nvPr/>
        </p:nvSpPr>
        <p:spPr>
          <a:xfrm>
            <a:off x="8951018" y="522636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7B2A09B-4DBE-2108-3F80-119784F7ED79}"/>
              </a:ext>
            </a:extLst>
          </p:cNvPr>
          <p:cNvSpPr txBox="1">
            <a:spLocks/>
          </p:cNvSpPr>
          <p:nvPr/>
        </p:nvSpPr>
        <p:spPr>
          <a:xfrm>
            <a:off x="9044054" y="514224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EAE588-035C-C04A-A7FA-19304C35390F}"/>
              </a:ext>
            </a:extLst>
          </p:cNvPr>
          <p:cNvSpPr/>
          <p:nvPr/>
        </p:nvSpPr>
        <p:spPr>
          <a:xfrm>
            <a:off x="7921463" y="5293778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D43D698-A26A-9065-2F28-1B4DB16F1B83}"/>
              </a:ext>
            </a:extLst>
          </p:cNvPr>
          <p:cNvCxnSpPr>
            <a:cxnSpLocks/>
          </p:cNvCxnSpPr>
          <p:nvPr/>
        </p:nvCxnSpPr>
        <p:spPr>
          <a:xfrm>
            <a:off x="6611313" y="5870078"/>
            <a:ext cx="2977904" cy="14681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5613228-91FC-BDB0-5ACF-7D047E85E682}"/>
              </a:ext>
            </a:extLst>
          </p:cNvPr>
          <p:cNvSpPr/>
          <p:nvPr/>
        </p:nvSpPr>
        <p:spPr>
          <a:xfrm>
            <a:off x="6722553" y="598706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5C45126-928B-A816-4763-264EB6935F0A}"/>
              </a:ext>
            </a:extLst>
          </p:cNvPr>
          <p:cNvSpPr/>
          <p:nvPr/>
        </p:nvSpPr>
        <p:spPr>
          <a:xfrm>
            <a:off x="7456945" y="598706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194B3E-C8A9-D81C-2C68-60CE4F7920EB}"/>
              </a:ext>
            </a:extLst>
          </p:cNvPr>
          <p:cNvSpPr/>
          <p:nvPr/>
        </p:nvSpPr>
        <p:spPr>
          <a:xfrm>
            <a:off x="8181329" y="599585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167B9EB-4DB7-C815-146F-80423D4166D4}"/>
              </a:ext>
            </a:extLst>
          </p:cNvPr>
          <p:cNvSpPr/>
          <p:nvPr/>
        </p:nvSpPr>
        <p:spPr>
          <a:xfrm>
            <a:off x="8924565" y="599824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F003E16B-E9C6-BC7C-01AC-7DA8A42CD45B}"/>
              </a:ext>
            </a:extLst>
          </p:cNvPr>
          <p:cNvSpPr txBox="1">
            <a:spLocks/>
          </p:cNvSpPr>
          <p:nvPr/>
        </p:nvSpPr>
        <p:spPr>
          <a:xfrm>
            <a:off x="6793393" y="589061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F49B21C8-A788-591B-2D98-DD3B0D63BD75}"/>
              </a:ext>
            </a:extLst>
          </p:cNvPr>
          <p:cNvSpPr txBox="1">
            <a:spLocks/>
          </p:cNvSpPr>
          <p:nvPr/>
        </p:nvSpPr>
        <p:spPr>
          <a:xfrm>
            <a:off x="7517294" y="588475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92A9D117-00AC-C1FB-F87C-B1DF5149C0EF}"/>
              </a:ext>
            </a:extLst>
          </p:cNvPr>
          <p:cNvSpPr txBox="1">
            <a:spLocks/>
          </p:cNvSpPr>
          <p:nvPr/>
        </p:nvSpPr>
        <p:spPr>
          <a:xfrm>
            <a:off x="8267329" y="590647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70DED985-EF6B-9ACD-4E8E-0F0576C721C4}"/>
              </a:ext>
            </a:extLst>
          </p:cNvPr>
          <p:cNvSpPr txBox="1">
            <a:spLocks/>
          </p:cNvSpPr>
          <p:nvPr/>
        </p:nvSpPr>
        <p:spPr>
          <a:xfrm>
            <a:off x="9017601" y="591412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F2D8F00-B28F-1F00-23AE-7DED577898EE}"/>
              </a:ext>
            </a:extLst>
          </p:cNvPr>
          <p:cNvSpPr/>
          <p:nvPr/>
        </p:nvSpPr>
        <p:spPr>
          <a:xfrm>
            <a:off x="9769499" y="5557060"/>
            <a:ext cx="2006606" cy="983197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All bits now treated as magnitude: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8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3D9259F-BF01-F177-68CA-C207B2831216}"/>
              </a:ext>
            </a:extLst>
          </p:cNvPr>
          <p:cNvCxnSpPr>
            <a:cxnSpLocks/>
          </p:cNvCxnSpPr>
          <p:nvPr/>
        </p:nvCxnSpPr>
        <p:spPr>
          <a:xfrm>
            <a:off x="6558960" y="3267635"/>
            <a:ext cx="2977904" cy="14681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677AC06-891C-98B4-55C9-E3FEAD4689E4}"/>
              </a:ext>
            </a:extLst>
          </p:cNvPr>
          <p:cNvCxnSpPr>
            <a:cxnSpLocks/>
          </p:cNvCxnSpPr>
          <p:nvPr/>
        </p:nvCxnSpPr>
        <p:spPr>
          <a:xfrm>
            <a:off x="6654651" y="6599026"/>
            <a:ext cx="2977904" cy="14681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032D8B3-3DF9-A36D-BDE9-285DFC9088B3}"/>
              </a:ext>
            </a:extLst>
          </p:cNvPr>
          <p:cNvSpPr/>
          <p:nvPr/>
        </p:nvSpPr>
        <p:spPr>
          <a:xfrm>
            <a:off x="6339746" y="76912"/>
            <a:ext cx="5607275" cy="33012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1CCFC19-6DDF-396A-14E7-C88D0CF69BBA}"/>
              </a:ext>
            </a:extLst>
          </p:cNvPr>
          <p:cNvSpPr/>
          <p:nvPr/>
        </p:nvSpPr>
        <p:spPr>
          <a:xfrm>
            <a:off x="6347248" y="3407672"/>
            <a:ext cx="5607275" cy="33012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97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"/>
                            </p:stCondLst>
                            <p:childTnLst>
                              <p:par>
                                <p:cTn id="19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000"/>
                            </p:stCondLst>
                            <p:childTnLst>
                              <p:par>
                                <p:cTn id="27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4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1500"/>
                            </p:stCondLst>
                            <p:childTnLst>
                              <p:par>
                                <p:cTn id="38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500"/>
                            </p:stCondLst>
                            <p:childTnLst>
                              <p:par>
                                <p:cTn id="39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/>
      <p:bldP spid="39" grpId="0" animBg="1"/>
      <p:bldP spid="30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4" grpId="0"/>
      <p:bldP spid="55" grpId="0"/>
      <p:bldP spid="56" grpId="0" animBg="1"/>
      <p:bldP spid="57" grpId="0" animBg="1"/>
      <p:bldP spid="58" grpId="0" animBg="1"/>
      <p:bldP spid="59" grpId="0"/>
      <p:bldP spid="60" grpId="0" animBg="1"/>
      <p:bldP spid="62" grpId="0" animBg="1"/>
      <p:bldP spid="63" grpId="0" animBg="1"/>
      <p:bldP spid="64" grpId="0" animBg="1"/>
      <p:bldP spid="65" grpId="0" animBg="1"/>
      <p:bldP spid="66" grpId="0"/>
      <p:bldP spid="67" grpId="0"/>
      <p:bldP spid="68" grpId="0"/>
      <p:bldP spid="69" grpId="0"/>
      <p:bldP spid="70" grpId="0" animBg="1"/>
      <p:bldP spid="28" grpId="0" animBg="1"/>
      <p:bldP spid="7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AAC9-74AB-9765-C8D1-AFAE5F74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80" y="302517"/>
            <a:ext cx="10643360" cy="1036571"/>
          </a:xfrm>
        </p:spPr>
        <p:txBody>
          <a:bodyPr/>
          <a:lstStyle/>
          <a:p>
            <a:r>
              <a:rPr lang="en-US" dirty="0"/>
              <a:t>Memory [</a:t>
            </a:r>
            <a:r>
              <a:rPr lang="en-US" dirty="0">
                <a:solidFill>
                  <a:srgbClr val="00B050"/>
                </a:solidFill>
              </a:rPr>
              <a:t>signed</a:t>
            </a:r>
            <a:r>
              <a:rPr lang="en-US" dirty="0"/>
              <a:t>] (Range &amp; Storage)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1D2E-3387-7270-1766-0AEF98200FB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34250" y="1322967"/>
            <a:ext cx="3840908" cy="12955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 bits can store 2</a:t>
            </a:r>
            <a:r>
              <a:rPr lang="en-US" baseline="30000" dirty="0"/>
              <a:t>n</a:t>
            </a:r>
            <a:r>
              <a:rPr lang="en-US" dirty="0"/>
              <a:t> values.</a:t>
            </a:r>
          </a:p>
          <a:p>
            <a:r>
              <a:rPr lang="en-US" b="1" dirty="0"/>
              <a:t>Examples (</a:t>
            </a:r>
            <a:r>
              <a:rPr lang="en-US" b="1" dirty="0">
                <a:solidFill>
                  <a:srgbClr val="00B050"/>
                </a:solidFill>
              </a:rPr>
              <a:t>signed</a:t>
            </a:r>
            <a:r>
              <a:rPr lang="en-US" b="1" dirty="0"/>
              <a:t>)</a:t>
            </a:r>
          </a:p>
          <a:p>
            <a:r>
              <a:rPr lang="en-US" b="1" u="sng" dirty="0"/>
              <a:t>2 bits</a:t>
            </a:r>
            <a:r>
              <a:rPr lang="en-US" dirty="0"/>
              <a:t> can store </a:t>
            </a:r>
            <a:r>
              <a:rPr lang="en-US" b="1" dirty="0"/>
              <a:t>2</a:t>
            </a:r>
            <a:r>
              <a:rPr lang="en-US" b="1" baseline="30000" dirty="0"/>
              <a:t>2</a:t>
            </a:r>
            <a:r>
              <a:rPr lang="en-US" dirty="0"/>
              <a:t> =  </a:t>
            </a:r>
            <a:r>
              <a:rPr lang="en-US" b="1" u="sng" dirty="0"/>
              <a:t>4 values</a:t>
            </a:r>
            <a:r>
              <a:rPr lang="en-US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9084F-90AA-718F-BCC2-A147AE90EDB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23153" y="2818484"/>
            <a:ext cx="3388555" cy="1465011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>
                <a:solidFill>
                  <a:srgbClr val="00B050"/>
                </a:solidFill>
              </a:rPr>
              <a:t>signed</a:t>
            </a:r>
            <a:r>
              <a:rPr lang="en-US" dirty="0"/>
              <a:t> memory last bit stores sign.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Remaining bits store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37EF9-7467-873B-4A0E-627FA1FD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602" y="6250286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55CB9C-8B84-8073-CADB-2D9EA20577E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59890" y="6250286"/>
            <a:ext cx="131318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5FDDE-4FCE-46FC-9D1E-82E2067BF07D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C1191-AC93-5540-16D0-E70010C12F7D}"/>
              </a:ext>
            </a:extLst>
          </p:cNvPr>
          <p:cNvSpPr/>
          <p:nvPr/>
        </p:nvSpPr>
        <p:spPr>
          <a:xfrm>
            <a:off x="4741695" y="161674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EEFF8-38F0-A6FA-DC7B-FA51230640F0}"/>
              </a:ext>
            </a:extLst>
          </p:cNvPr>
          <p:cNvSpPr/>
          <p:nvPr/>
        </p:nvSpPr>
        <p:spPr>
          <a:xfrm>
            <a:off x="5580361" y="161674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608F1-7086-6129-962F-12240B1F3F2A}"/>
              </a:ext>
            </a:extLst>
          </p:cNvPr>
          <p:cNvSpPr/>
          <p:nvPr/>
        </p:nvSpPr>
        <p:spPr>
          <a:xfrm>
            <a:off x="4845969" y="1135377"/>
            <a:ext cx="1392418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2         1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17D1B-B808-2225-ECBA-D3E43D7536B6}"/>
              </a:ext>
            </a:extLst>
          </p:cNvPr>
          <p:cNvSpPr/>
          <p:nvPr/>
        </p:nvSpPr>
        <p:spPr>
          <a:xfrm>
            <a:off x="4740268" y="220497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05686-EC91-4287-F0D9-3218EDEB0A2F}"/>
              </a:ext>
            </a:extLst>
          </p:cNvPr>
          <p:cNvSpPr/>
          <p:nvPr/>
        </p:nvSpPr>
        <p:spPr>
          <a:xfrm>
            <a:off x="5578934" y="220497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C6F-DE16-1749-3AF7-1027FFCF7973}"/>
              </a:ext>
            </a:extLst>
          </p:cNvPr>
          <p:cNvSpPr/>
          <p:nvPr/>
        </p:nvSpPr>
        <p:spPr>
          <a:xfrm>
            <a:off x="4740269" y="280318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AB37A-7733-4B09-254F-2ECAB4D40306}"/>
              </a:ext>
            </a:extLst>
          </p:cNvPr>
          <p:cNvSpPr/>
          <p:nvPr/>
        </p:nvSpPr>
        <p:spPr>
          <a:xfrm>
            <a:off x="5578935" y="280318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267FD-5A21-6645-9FE6-F3A65663A0AD}"/>
              </a:ext>
            </a:extLst>
          </p:cNvPr>
          <p:cNvSpPr/>
          <p:nvPr/>
        </p:nvSpPr>
        <p:spPr>
          <a:xfrm>
            <a:off x="4748815" y="338429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3F9119-F5B6-5F1D-7692-8D0858C1F5A9}"/>
              </a:ext>
            </a:extLst>
          </p:cNvPr>
          <p:cNvSpPr/>
          <p:nvPr/>
        </p:nvSpPr>
        <p:spPr>
          <a:xfrm>
            <a:off x="5587481" y="338429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9E9022-138B-B7A7-71AB-407D08AFF30B}"/>
              </a:ext>
            </a:extLst>
          </p:cNvPr>
          <p:cNvSpPr/>
          <p:nvPr/>
        </p:nvSpPr>
        <p:spPr>
          <a:xfrm>
            <a:off x="6284608" y="1094365"/>
            <a:ext cx="185883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weights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3B6F0F-B22A-29C9-65E1-89886B22711D}"/>
              </a:ext>
            </a:extLst>
          </p:cNvPr>
          <p:cNvSpPr/>
          <p:nvPr/>
        </p:nvSpPr>
        <p:spPr>
          <a:xfrm>
            <a:off x="3851981" y="1545362"/>
            <a:ext cx="729106" cy="244156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6279E1-FCF2-0339-F899-4164988ABEE8}"/>
              </a:ext>
            </a:extLst>
          </p:cNvPr>
          <p:cNvSpPr txBox="1">
            <a:spLocks/>
          </p:cNvSpPr>
          <p:nvPr/>
        </p:nvSpPr>
        <p:spPr>
          <a:xfrm>
            <a:off x="4842313" y="153082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CDFFC4B-3E86-55B9-046C-21BFB318A539}"/>
              </a:ext>
            </a:extLst>
          </p:cNvPr>
          <p:cNvSpPr txBox="1">
            <a:spLocks/>
          </p:cNvSpPr>
          <p:nvPr/>
        </p:nvSpPr>
        <p:spPr>
          <a:xfrm>
            <a:off x="5670488" y="151617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2847338-5DF6-51D6-74FC-55AE638D37DE}"/>
              </a:ext>
            </a:extLst>
          </p:cNvPr>
          <p:cNvSpPr txBox="1">
            <a:spLocks/>
          </p:cNvSpPr>
          <p:nvPr/>
        </p:nvSpPr>
        <p:spPr>
          <a:xfrm>
            <a:off x="4827665" y="212283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1E94A7-5DAE-708E-215E-74668AA4B7AF}"/>
              </a:ext>
            </a:extLst>
          </p:cNvPr>
          <p:cNvSpPr txBox="1">
            <a:spLocks/>
          </p:cNvSpPr>
          <p:nvPr/>
        </p:nvSpPr>
        <p:spPr>
          <a:xfrm>
            <a:off x="5655840" y="211698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59075-44E2-8326-3FDB-31B429F49A9D}"/>
              </a:ext>
            </a:extLst>
          </p:cNvPr>
          <p:cNvSpPr txBox="1">
            <a:spLocks/>
          </p:cNvSpPr>
          <p:nvPr/>
        </p:nvSpPr>
        <p:spPr>
          <a:xfrm>
            <a:off x="4820850" y="271343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461EB23-F53B-8515-BF5A-3E23FBDCC5C4}"/>
              </a:ext>
            </a:extLst>
          </p:cNvPr>
          <p:cNvSpPr txBox="1">
            <a:spLocks/>
          </p:cNvSpPr>
          <p:nvPr/>
        </p:nvSpPr>
        <p:spPr>
          <a:xfrm>
            <a:off x="5649025" y="270758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D7DF63A-DB52-C2CF-98B0-B6927544A88D}"/>
              </a:ext>
            </a:extLst>
          </p:cNvPr>
          <p:cNvSpPr txBox="1">
            <a:spLocks/>
          </p:cNvSpPr>
          <p:nvPr/>
        </p:nvSpPr>
        <p:spPr>
          <a:xfrm>
            <a:off x="4805207" y="329428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2FF9852-D8D1-CF6F-A269-4E82A369951F}"/>
              </a:ext>
            </a:extLst>
          </p:cNvPr>
          <p:cNvSpPr txBox="1">
            <a:spLocks/>
          </p:cNvSpPr>
          <p:nvPr/>
        </p:nvSpPr>
        <p:spPr>
          <a:xfrm>
            <a:off x="5633382" y="328842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7EFF32-9A6B-4E0F-F520-F457EE00CCBE}"/>
              </a:ext>
            </a:extLst>
          </p:cNvPr>
          <p:cNvSpPr/>
          <p:nvPr/>
        </p:nvSpPr>
        <p:spPr>
          <a:xfrm>
            <a:off x="6320427" y="2861759"/>
            <a:ext cx="187888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Smallest number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68ABA5-D59E-1455-60F2-F1CE7F442F44}"/>
              </a:ext>
            </a:extLst>
          </p:cNvPr>
          <p:cNvSpPr/>
          <p:nvPr/>
        </p:nvSpPr>
        <p:spPr>
          <a:xfrm>
            <a:off x="6302526" y="2251504"/>
            <a:ext cx="187888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Largest number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859BAD17-0AE1-09AC-5EB9-D1D72D2B3004}"/>
              </a:ext>
            </a:extLst>
          </p:cNvPr>
          <p:cNvSpPr txBox="1">
            <a:spLocks/>
          </p:cNvSpPr>
          <p:nvPr/>
        </p:nvSpPr>
        <p:spPr>
          <a:xfrm>
            <a:off x="223153" y="4362049"/>
            <a:ext cx="3388555" cy="156370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0" tIns="45720" rIns="0" bIns="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binary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smallest number is “all zeroes for data with sign bit as 1”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largest is “all ones” for data bits and zero for sign bit.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EDBE02-1A72-FA08-C251-D6DE2D65BD9D}"/>
              </a:ext>
            </a:extLst>
          </p:cNvPr>
          <p:cNvSpPr/>
          <p:nvPr/>
        </p:nvSpPr>
        <p:spPr>
          <a:xfrm>
            <a:off x="4676265" y="1557064"/>
            <a:ext cx="759075" cy="244156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4CE5E7C-D83B-D126-86DD-2C1BCF6C107C}"/>
              </a:ext>
            </a:extLst>
          </p:cNvPr>
          <p:cNvSpPr/>
          <p:nvPr/>
        </p:nvSpPr>
        <p:spPr>
          <a:xfrm>
            <a:off x="4658137" y="4047641"/>
            <a:ext cx="686502" cy="1221892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Sign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 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513881-4338-625A-A80E-75C2925F1080}"/>
              </a:ext>
            </a:extLst>
          </p:cNvPr>
          <p:cNvSpPr/>
          <p:nvPr/>
        </p:nvSpPr>
        <p:spPr>
          <a:xfrm>
            <a:off x="5522737" y="1557064"/>
            <a:ext cx="759075" cy="2441564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F996A76-9C4C-8C31-A05A-D664EAB040D8}"/>
              </a:ext>
            </a:extLst>
          </p:cNvPr>
          <p:cNvSpPr/>
          <p:nvPr/>
        </p:nvSpPr>
        <p:spPr>
          <a:xfrm>
            <a:off x="5515045" y="4058306"/>
            <a:ext cx="1141760" cy="38014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Data bit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50FA7B-DF7B-9F12-4B80-EF74C4FE401B}"/>
              </a:ext>
            </a:extLst>
          </p:cNvPr>
          <p:cNvSpPr/>
          <p:nvPr/>
        </p:nvSpPr>
        <p:spPr>
          <a:xfrm>
            <a:off x="8890678" y="109436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936E34-5561-A467-1CB3-308892D76EA3}"/>
              </a:ext>
            </a:extLst>
          </p:cNvPr>
          <p:cNvSpPr/>
          <p:nvPr/>
        </p:nvSpPr>
        <p:spPr>
          <a:xfrm>
            <a:off x="9633914" y="109676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B53826A-F532-15D5-0D5F-0583519528C3}"/>
              </a:ext>
            </a:extLst>
          </p:cNvPr>
          <p:cNvSpPr txBox="1">
            <a:spLocks/>
          </p:cNvSpPr>
          <p:nvPr/>
        </p:nvSpPr>
        <p:spPr>
          <a:xfrm>
            <a:off x="8976678" y="100498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030427B-6292-5CCF-1DE8-C5BAAEA8CACE}"/>
              </a:ext>
            </a:extLst>
          </p:cNvPr>
          <p:cNvSpPr txBox="1">
            <a:spLocks/>
          </p:cNvSpPr>
          <p:nvPr/>
        </p:nvSpPr>
        <p:spPr>
          <a:xfrm>
            <a:off x="9726950" y="101264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A78DF2-DA70-24B0-D488-E63D6C93C4AE}"/>
              </a:ext>
            </a:extLst>
          </p:cNvPr>
          <p:cNvSpPr/>
          <p:nvPr/>
        </p:nvSpPr>
        <p:spPr>
          <a:xfrm>
            <a:off x="8914889" y="168259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37488B-DED0-CA44-809E-46EC0F2F5F04}"/>
              </a:ext>
            </a:extLst>
          </p:cNvPr>
          <p:cNvSpPr/>
          <p:nvPr/>
        </p:nvSpPr>
        <p:spPr>
          <a:xfrm>
            <a:off x="9658125" y="168499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44593580-2FEE-E24A-AC7F-468DCCDFD143}"/>
              </a:ext>
            </a:extLst>
          </p:cNvPr>
          <p:cNvSpPr txBox="1">
            <a:spLocks/>
          </p:cNvSpPr>
          <p:nvPr/>
        </p:nvSpPr>
        <p:spPr>
          <a:xfrm>
            <a:off x="9000889" y="159321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BC8F40AF-DF20-83C6-71CD-B29A4D397BD9}"/>
              </a:ext>
            </a:extLst>
          </p:cNvPr>
          <p:cNvSpPr txBox="1">
            <a:spLocks/>
          </p:cNvSpPr>
          <p:nvPr/>
        </p:nvSpPr>
        <p:spPr>
          <a:xfrm>
            <a:off x="9751161" y="160087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1C9D20-3396-C3EE-21D4-0C92D9E84AD5}"/>
              </a:ext>
            </a:extLst>
          </p:cNvPr>
          <p:cNvSpPr/>
          <p:nvPr/>
        </p:nvSpPr>
        <p:spPr>
          <a:xfrm>
            <a:off x="9677952" y="228116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6AB8B5A6-E34C-FF7E-A63A-7ED41FD65BE8}"/>
              </a:ext>
            </a:extLst>
          </p:cNvPr>
          <p:cNvSpPr txBox="1">
            <a:spLocks/>
          </p:cNvSpPr>
          <p:nvPr/>
        </p:nvSpPr>
        <p:spPr>
          <a:xfrm>
            <a:off x="9770988" y="219704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7E18A5E-5846-7DC6-A951-06DDBFCEC1AB}"/>
              </a:ext>
            </a:extLst>
          </p:cNvPr>
          <p:cNvSpPr/>
          <p:nvPr/>
        </p:nvSpPr>
        <p:spPr>
          <a:xfrm>
            <a:off x="8648397" y="2348579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E97DA2B-85B6-C872-BF6D-E7921B9CD9B2}"/>
              </a:ext>
            </a:extLst>
          </p:cNvPr>
          <p:cNvCxnSpPr>
            <a:cxnSpLocks/>
          </p:cNvCxnSpPr>
          <p:nvPr/>
        </p:nvCxnSpPr>
        <p:spPr>
          <a:xfrm>
            <a:off x="8660949" y="2939560"/>
            <a:ext cx="1655202" cy="0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38E74AE-280C-C19B-3FE2-8B67A4551F31}"/>
              </a:ext>
            </a:extLst>
          </p:cNvPr>
          <p:cNvSpPr/>
          <p:nvPr/>
        </p:nvSpPr>
        <p:spPr>
          <a:xfrm>
            <a:off x="8908263" y="305065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692706A-0403-AFFB-90A4-D9861E0AA399}"/>
              </a:ext>
            </a:extLst>
          </p:cNvPr>
          <p:cNvSpPr/>
          <p:nvPr/>
        </p:nvSpPr>
        <p:spPr>
          <a:xfrm>
            <a:off x="9651499" y="305304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D8CD6A6B-8A64-8E5E-F1E8-6284A309A40B}"/>
              </a:ext>
            </a:extLst>
          </p:cNvPr>
          <p:cNvSpPr txBox="1">
            <a:spLocks/>
          </p:cNvSpPr>
          <p:nvPr/>
        </p:nvSpPr>
        <p:spPr>
          <a:xfrm>
            <a:off x="8994263" y="296127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031E066E-6965-3F61-E4FD-646286AC9B05}"/>
              </a:ext>
            </a:extLst>
          </p:cNvPr>
          <p:cNvSpPr txBox="1">
            <a:spLocks/>
          </p:cNvSpPr>
          <p:nvPr/>
        </p:nvSpPr>
        <p:spPr>
          <a:xfrm>
            <a:off x="9744535" y="296893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40C4BA3-CE58-0BFF-0B94-03911348724E}"/>
              </a:ext>
            </a:extLst>
          </p:cNvPr>
          <p:cNvCxnSpPr>
            <a:cxnSpLocks/>
          </p:cNvCxnSpPr>
          <p:nvPr/>
        </p:nvCxnSpPr>
        <p:spPr>
          <a:xfrm>
            <a:off x="8648397" y="3669397"/>
            <a:ext cx="1709056" cy="2876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07CF4C8-28F7-6DA6-2E54-83B3F846E3AE}"/>
              </a:ext>
            </a:extLst>
          </p:cNvPr>
          <p:cNvSpPr/>
          <p:nvPr/>
        </p:nvSpPr>
        <p:spPr>
          <a:xfrm>
            <a:off x="10368634" y="1647401"/>
            <a:ext cx="1395108" cy="54964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1’s Complement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867165E-CEB5-734B-EFDC-084B07B41191}"/>
              </a:ext>
            </a:extLst>
          </p:cNvPr>
          <p:cNvSpPr/>
          <p:nvPr/>
        </p:nvSpPr>
        <p:spPr>
          <a:xfrm>
            <a:off x="10368634" y="2995255"/>
            <a:ext cx="1395108" cy="54964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Magnitude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48A0B1-487D-E1A1-59AF-82B66DE21126}"/>
              </a:ext>
            </a:extLst>
          </p:cNvPr>
          <p:cNvSpPr/>
          <p:nvPr/>
        </p:nvSpPr>
        <p:spPr>
          <a:xfrm>
            <a:off x="8562884" y="1004687"/>
            <a:ext cx="3307304" cy="27779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48D5B1-5EFE-FC54-05D0-A4633218F260}"/>
              </a:ext>
            </a:extLst>
          </p:cNvPr>
          <p:cNvSpPr/>
          <p:nvPr/>
        </p:nvSpPr>
        <p:spPr>
          <a:xfrm>
            <a:off x="8907860" y="391968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D474D6-0312-B122-2222-FBED03FBB4F4}"/>
              </a:ext>
            </a:extLst>
          </p:cNvPr>
          <p:cNvSpPr/>
          <p:nvPr/>
        </p:nvSpPr>
        <p:spPr>
          <a:xfrm>
            <a:off x="9651096" y="392208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F463863-5109-6968-E9D1-68EAD3ABC5EB}"/>
              </a:ext>
            </a:extLst>
          </p:cNvPr>
          <p:cNvSpPr txBox="1">
            <a:spLocks/>
          </p:cNvSpPr>
          <p:nvPr/>
        </p:nvSpPr>
        <p:spPr>
          <a:xfrm>
            <a:off x="8993860" y="383030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C5D76A99-7D0C-72C7-DA89-BE7264FBCA7B}"/>
              </a:ext>
            </a:extLst>
          </p:cNvPr>
          <p:cNvSpPr txBox="1">
            <a:spLocks/>
          </p:cNvSpPr>
          <p:nvPr/>
        </p:nvSpPr>
        <p:spPr>
          <a:xfrm>
            <a:off x="9744132" y="383796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2B740C-4F9C-31D0-C754-6484EF006856}"/>
              </a:ext>
            </a:extLst>
          </p:cNvPr>
          <p:cNvSpPr/>
          <p:nvPr/>
        </p:nvSpPr>
        <p:spPr>
          <a:xfrm>
            <a:off x="8932071" y="450791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F3B057A-5950-52A2-71E7-4EDA3D2D00CC}"/>
              </a:ext>
            </a:extLst>
          </p:cNvPr>
          <p:cNvSpPr/>
          <p:nvPr/>
        </p:nvSpPr>
        <p:spPr>
          <a:xfrm>
            <a:off x="9675307" y="451031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9ACC8643-8449-7236-4367-103559B74BBD}"/>
              </a:ext>
            </a:extLst>
          </p:cNvPr>
          <p:cNvSpPr txBox="1">
            <a:spLocks/>
          </p:cNvSpPr>
          <p:nvPr/>
        </p:nvSpPr>
        <p:spPr>
          <a:xfrm>
            <a:off x="9018071" y="441853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0769BE8D-2566-D778-5D8A-C069BCD689EB}"/>
              </a:ext>
            </a:extLst>
          </p:cNvPr>
          <p:cNvSpPr txBox="1">
            <a:spLocks/>
          </p:cNvSpPr>
          <p:nvPr/>
        </p:nvSpPr>
        <p:spPr>
          <a:xfrm>
            <a:off x="9768343" y="442619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150501-CB4F-DCCB-ADA9-74BC3D05495C}"/>
              </a:ext>
            </a:extLst>
          </p:cNvPr>
          <p:cNvSpPr/>
          <p:nvPr/>
        </p:nvSpPr>
        <p:spPr>
          <a:xfrm>
            <a:off x="9695134" y="510648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F3997259-3008-48A3-B1D2-408A8B49108C}"/>
              </a:ext>
            </a:extLst>
          </p:cNvPr>
          <p:cNvSpPr txBox="1">
            <a:spLocks/>
          </p:cNvSpPr>
          <p:nvPr/>
        </p:nvSpPr>
        <p:spPr>
          <a:xfrm>
            <a:off x="9788170" y="502236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037B1C1-3BDC-6AAD-2DD2-7098E939F72D}"/>
              </a:ext>
            </a:extLst>
          </p:cNvPr>
          <p:cNvSpPr/>
          <p:nvPr/>
        </p:nvSpPr>
        <p:spPr>
          <a:xfrm>
            <a:off x="8665579" y="5173898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B4AA04F-9EA2-F465-990C-05A05EB1017C}"/>
              </a:ext>
            </a:extLst>
          </p:cNvPr>
          <p:cNvCxnSpPr>
            <a:cxnSpLocks/>
          </p:cNvCxnSpPr>
          <p:nvPr/>
        </p:nvCxnSpPr>
        <p:spPr>
          <a:xfrm>
            <a:off x="8678131" y="5764879"/>
            <a:ext cx="1655202" cy="0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91DC578-3AEB-16C0-585A-83D1886D8772}"/>
              </a:ext>
            </a:extLst>
          </p:cNvPr>
          <p:cNvSpPr/>
          <p:nvPr/>
        </p:nvSpPr>
        <p:spPr>
          <a:xfrm>
            <a:off x="8925445" y="587597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D5B7DA9-63E6-77BE-C756-AB5592704AE6}"/>
              </a:ext>
            </a:extLst>
          </p:cNvPr>
          <p:cNvSpPr/>
          <p:nvPr/>
        </p:nvSpPr>
        <p:spPr>
          <a:xfrm>
            <a:off x="9668681" y="587836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B6AEA251-1BD2-D3FB-CD4E-C4A1B438E31D}"/>
              </a:ext>
            </a:extLst>
          </p:cNvPr>
          <p:cNvSpPr txBox="1">
            <a:spLocks/>
          </p:cNvSpPr>
          <p:nvPr/>
        </p:nvSpPr>
        <p:spPr>
          <a:xfrm>
            <a:off x="9011445" y="578659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CFAC9D81-DD95-5DBA-76F3-077460488EDD}"/>
              </a:ext>
            </a:extLst>
          </p:cNvPr>
          <p:cNvSpPr txBox="1">
            <a:spLocks/>
          </p:cNvSpPr>
          <p:nvPr/>
        </p:nvSpPr>
        <p:spPr>
          <a:xfrm>
            <a:off x="9761717" y="579424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C8AFE42-4D6E-28D2-BCEB-1511628F653B}"/>
              </a:ext>
            </a:extLst>
          </p:cNvPr>
          <p:cNvCxnSpPr>
            <a:cxnSpLocks/>
          </p:cNvCxnSpPr>
          <p:nvPr/>
        </p:nvCxnSpPr>
        <p:spPr>
          <a:xfrm>
            <a:off x="8665579" y="6494716"/>
            <a:ext cx="1709056" cy="2876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EFE0810-5D85-8515-3C20-419601B5E3ED}"/>
              </a:ext>
            </a:extLst>
          </p:cNvPr>
          <p:cNvSpPr/>
          <p:nvPr/>
        </p:nvSpPr>
        <p:spPr>
          <a:xfrm>
            <a:off x="10385816" y="4472720"/>
            <a:ext cx="1395108" cy="54964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1’s Complement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3C71B9D-3682-866C-638A-65D3303E828D}"/>
              </a:ext>
            </a:extLst>
          </p:cNvPr>
          <p:cNvSpPr/>
          <p:nvPr/>
        </p:nvSpPr>
        <p:spPr>
          <a:xfrm>
            <a:off x="10385816" y="5820574"/>
            <a:ext cx="1395108" cy="54964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Magnitude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7F19C90-0299-27C9-7ECF-A9E204BCFC95}"/>
              </a:ext>
            </a:extLst>
          </p:cNvPr>
          <p:cNvSpPr/>
          <p:nvPr/>
        </p:nvSpPr>
        <p:spPr>
          <a:xfrm>
            <a:off x="8580066" y="3830006"/>
            <a:ext cx="3307304" cy="27779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5585B70A-9D7F-A208-CF46-1B7A2B60B811}"/>
              </a:ext>
            </a:extLst>
          </p:cNvPr>
          <p:cNvSpPr/>
          <p:nvPr/>
        </p:nvSpPr>
        <p:spPr>
          <a:xfrm>
            <a:off x="6605340" y="3287169"/>
            <a:ext cx="1596145" cy="512597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-(2</a:t>
            </a:r>
            <a:r>
              <a:rPr kumimoji="0" lang="en-US" sz="40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EDD8941-AEFD-DA8A-5686-08F8CF0DF128}"/>
              </a:ext>
            </a:extLst>
          </p:cNvPr>
          <p:cNvSpPr/>
          <p:nvPr/>
        </p:nvSpPr>
        <p:spPr>
          <a:xfrm>
            <a:off x="6586099" y="1830278"/>
            <a:ext cx="1596145" cy="41898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2</a:t>
            </a:r>
            <a:r>
              <a:rPr kumimoji="0" lang="en-US" sz="40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99443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00"/>
                            </p:stCondLst>
                            <p:childTnLst>
                              <p:par>
                                <p:cTn id="20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1000"/>
                            </p:stCondLst>
                            <p:childTnLst>
                              <p:par>
                                <p:cTn id="31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4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1000"/>
                            </p:stCondLst>
                            <p:childTnLst>
                              <p:par>
                                <p:cTn id="40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6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2000"/>
                            </p:stCondLst>
                            <p:childTnLst>
                              <p:par>
                                <p:cTn id="4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2500"/>
                            </p:stCondLst>
                            <p:childTnLst>
                              <p:par>
                                <p:cTn id="4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1000"/>
                            </p:stCondLst>
                            <p:childTnLst>
                              <p:par>
                                <p:cTn id="4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uiExpand="1" build="p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uiExpand="1" build="p" animBg="1"/>
      <p:bldP spid="30" grpId="0" animBg="1"/>
      <p:bldP spid="31" grpId="0" animBg="1"/>
      <p:bldP spid="29" grpId="0" animBg="1"/>
      <p:bldP spid="32" grpId="0" animBg="1"/>
      <p:bldP spid="35" grpId="0" animBg="1"/>
      <p:bldP spid="36" grpId="0" animBg="1"/>
      <p:bldP spid="39" grpId="0"/>
      <p:bldP spid="40" grpId="0"/>
      <p:bldP spid="43" grpId="0" animBg="1"/>
      <p:bldP spid="44" grpId="0" animBg="1"/>
      <p:bldP spid="47" grpId="0"/>
      <p:bldP spid="48" grpId="0"/>
      <p:bldP spid="51" grpId="0" animBg="1"/>
      <p:bldP spid="52" grpId="0"/>
      <p:bldP spid="53" grpId="0" animBg="1"/>
      <p:bldP spid="57" grpId="0" animBg="1"/>
      <p:bldP spid="58" grpId="0" animBg="1"/>
      <p:bldP spid="61" grpId="0"/>
      <p:bldP spid="62" grpId="0"/>
      <p:bldP spid="33" grpId="0" animBg="1"/>
      <p:bldP spid="34" grpId="0" animBg="1"/>
      <p:bldP spid="37" grpId="0" animBg="1"/>
      <p:bldP spid="38" grpId="0" animBg="1"/>
      <p:bldP spid="41" grpId="0" animBg="1"/>
      <p:bldP spid="42" grpId="0"/>
      <p:bldP spid="45" grpId="0"/>
      <p:bldP spid="46" grpId="0" animBg="1"/>
      <p:bldP spid="49" grpId="0" animBg="1"/>
      <p:bldP spid="50" grpId="0"/>
      <p:bldP spid="55" grpId="0"/>
      <p:bldP spid="56" grpId="0" animBg="1"/>
      <p:bldP spid="59" grpId="0"/>
      <p:bldP spid="60" grpId="0" animBg="1"/>
      <p:bldP spid="65" grpId="0" animBg="1"/>
      <p:bldP spid="66" grpId="0" animBg="1"/>
      <p:bldP spid="67" grpId="0"/>
      <p:bldP spid="68" grpId="0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AAC9-74AB-9765-C8D1-AFAE5F74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86" y="191490"/>
            <a:ext cx="9578514" cy="1135197"/>
          </a:xfrm>
        </p:spPr>
        <p:txBody>
          <a:bodyPr/>
          <a:lstStyle/>
          <a:p>
            <a:r>
              <a:rPr lang="en-US" dirty="0"/>
              <a:t>Memory [</a:t>
            </a:r>
            <a:r>
              <a:rPr lang="en-US" dirty="0">
                <a:solidFill>
                  <a:srgbClr val="00B050"/>
                </a:solidFill>
              </a:rPr>
              <a:t>signed</a:t>
            </a:r>
            <a:r>
              <a:rPr lang="en-US" dirty="0"/>
              <a:t>] (Range &amp; Storage)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1D2E-3387-7270-1766-0AEF98200FB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4505" y="1301294"/>
            <a:ext cx="3840908" cy="12955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 bits can store 2</a:t>
            </a:r>
            <a:r>
              <a:rPr lang="en-US" baseline="30000" dirty="0"/>
              <a:t>n</a:t>
            </a:r>
            <a:r>
              <a:rPr lang="en-US" dirty="0"/>
              <a:t> values.</a:t>
            </a:r>
          </a:p>
          <a:p>
            <a:r>
              <a:rPr lang="en-US" b="1" dirty="0"/>
              <a:t>Examples:</a:t>
            </a:r>
          </a:p>
          <a:p>
            <a:r>
              <a:rPr lang="en-US" b="1" u="sng" dirty="0"/>
              <a:t>3 bits </a:t>
            </a:r>
            <a:r>
              <a:rPr lang="en-US" dirty="0"/>
              <a:t>can store </a:t>
            </a:r>
            <a:r>
              <a:rPr lang="en-US" b="1" dirty="0"/>
              <a:t>2</a:t>
            </a:r>
            <a:r>
              <a:rPr lang="en-US" b="1" baseline="30000" dirty="0"/>
              <a:t>3</a:t>
            </a:r>
            <a:r>
              <a:rPr lang="en-US" dirty="0"/>
              <a:t> =  </a:t>
            </a:r>
            <a:r>
              <a:rPr lang="en-US" b="1" u="sng" dirty="0"/>
              <a:t>8 values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37EF9-7467-873B-4A0E-627FA1FD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628022" y="5815919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C1191-AC93-5540-16D0-E70010C12F7D}"/>
              </a:ext>
            </a:extLst>
          </p:cNvPr>
          <p:cNvSpPr/>
          <p:nvPr/>
        </p:nvSpPr>
        <p:spPr>
          <a:xfrm>
            <a:off x="8223565" y="161955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EEFF8-38F0-A6FA-DC7B-FA51230640F0}"/>
              </a:ext>
            </a:extLst>
          </p:cNvPr>
          <p:cNvSpPr/>
          <p:nvPr/>
        </p:nvSpPr>
        <p:spPr>
          <a:xfrm>
            <a:off x="8957957" y="161955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608F1-7086-6129-962F-12240B1F3F2A}"/>
              </a:ext>
            </a:extLst>
          </p:cNvPr>
          <p:cNvSpPr/>
          <p:nvPr/>
        </p:nvSpPr>
        <p:spPr>
          <a:xfrm>
            <a:off x="8212354" y="1137924"/>
            <a:ext cx="213615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4        2       1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17D1B-B808-2225-ECBA-D3E43D7536B6}"/>
              </a:ext>
            </a:extLst>
          </p:cNvPr>
          <p:cNvSpPr/>
          <p:nvPr/>
        </p:nvSpPr>
        <p:spPr>
          <a:xfrm>
            <a:off x="8222138" y="220779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05686-EC91-4287-F0D9-3218EDEB0A2F}"/>
              </a:ext>
            </a:extLst>
          </p:cNvPr>
          <p:cNvSpPr/>
          <p:nvPr/>
        </p:nvSpPr>
        <p:spPr>
          <a:xfrm>
            <a:off x="8956530" y="220779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C6F-DE16-1749-3AF7-1027FFCF7973}"/>
              </a:ext>
            </a:extLst>
          </p:cNvPr>
          <p:cNvSpPr/>
          <p:nvPr/>
        </p:nvSpPr>
        <p:spPr>
          <a:xfrm>
            <a:off x="8222139" y="280599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AB37A-7733-4B09-254F-2ECAB4D40306}"/>
              </a:ext>
            </a:extLst>
          </p:cNvPr>
          <p:cNvSpPr/>
          <p:nvPr/>
        </p:nvSpPr>
        <p:spPr>
          <a:xfrm>
            <a:off x="8956531" y="280599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267FD-5A21-6645-9FE6-F3A65663A0AD}"/>
              </a:ext>
            </a:extLst>
          </p:cNvPr>
          <p:cNvSpPr/>
          <p:nvPr/>
        </p:nvSpPr>
        <p:spPr>
          <a:xfrm>
            <a:off x="8230685" y="338710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3F9119-F5B6-5F1D-7692-8D0858C1F5A9}"/>
              </a:ext>
            </a:extLst>
          </p:cNvPr>
          <p:cNvSpPr/>
          <p:nvPr/>
        </p:nvSpPr>
        <p:spPr>
          <a:xfrm>
            <a:off x="8965077" y="338710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9E9022-138B-B7A7-71AB-407D08AFF30B}"/>
              </a:ext>
            </a:extLst>
          </p:cNvPr>
          <p:cNvSpPr/>
          <p:nvPr/>
        </p:nvSpPr>
        <p:spPr>
          <a:xfrm>
            <a:off x="10385613" y="1104693"/>
            <a:ext cx="1620332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weights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3B6F0F-B22A-29C9-65E1-89886B22711D}"/>
              </a:ext>
            </a:extLst>
          </p:cNvPr>
          <p:cNvSpPr/>
          <p:nvPr/>
        </p:nvSpPr>
        <p:spPr>
          <a:xfrm>
            <a:off x="7279695" y="1570313"/>
            <a:ext cx="833308" cy="475514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- 4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6279E1-FCF2-0339-F899-4164988ABEE8}"/>
              </a:ext>
            </a:extLst>
          </p:cNvPr>
          <p:cNvSpPr txBox="1">
            <a:spLocks/>
          </p:cNvSpPr>
          <p:nvPr/>
        </p:nvSpPr>
        <p:spPr>
          <a:xfrm>
            <a:off x="8324183" y="153363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CDFFC4B-3E86-55B9-046C-21BFB318A539}"/>
              </a:ext>
            </a:extLst>
          </p:cNvPr>
          <p:cNvSpPr txBox="1">
            <a:spLocks/>
          </p:cNvSpPr>
          <p:nvPr/>
        </p:nvSpPr>
        <p:spPr>
          <a:xfrm>
            <a:off x="9048084" y="151898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2847338-5DF6-51D6-74FC-55AE638D37DE}"/>
              </a:ext>
            </a:extLst>
          </p:cNvPr>
          <p:cNvSpPr txBox="1">
            <a:spLocks/>
          </p:cNvSpPr>
          <p:nvPr/>
        </p:nvSpPr>
        <p:spPr>
          <a:xfrm>
            <a:off x="8309535" y="212565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1E94A7-5DAE-708E-215E-74668AA4B7AF}"/>
              </a:ext>
            </a:extLst>
          </p:cNvPr>
          <p:cNvSpPr txBox="1">
            <a:spLocks/>
          </p:cNvSpPr>
          <p:nvPr/>
        </p:nvSpPr>
        <p:spPr>
          <a:xfrm>
            <a:off x="9033436" y="211979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59075-44E2-8326-3FDB-31B429F49A9D}"/>
              </a:ext>
            </a:extLst>
          </p:cNvPr>
          <p:cNvSpPr txBox="1">
            <a:spLocks/>
          </p:cNvSpPr>
          <p:nvPr/>
        </p:nvSpPr>
        <p:spPr>
          <a:xfrm>
            <a:off x="8302720" y="271625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461EB23-F53B-8515-BF5A-3E23FBDCC5C4}"/>
              </a:ext>
            </a:extLst>
          </p:cNvPr>
          <p:cNvSpPr txBox="1">
            <a:spLocks/>
          </p:cNvSpPr>
          <p:nvPr/>
        </p:nvSpPr>
        <p:spPr>
          <a:xfrm>
            <a:off x="9026621" y="271039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D7DF63A-DB52-C2CF-98B0-B6927544A88D}"/>
              </a:ext>
            </a:extLst>
          </p:cNvPr>
          <p:cNvSpPr txBox="1">
            <a:spLocks/>
          </p:cNvSpPr>
          <p:nvPr/>
        </p:nvSpPr>
        <p:spPr>
          <a:xfrm>
            <a:off x="8287077" y="329710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2FF9852-D8D1-CF6F-A269-4E82A369951F}"/>
              </a:ext>
            </a:extLst>
          </p:cNvPr>
          <p:cNvSpPr txBox="1">
            <a:spLocks/>
          </p:cNvSpPr>
          <p:nvPr/>
        </p:nvSpPr>
        <p:spPr>
          <a:xfrm>
            <a:off x="9010978" y="329124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7EFF32-9A6B-4E0F-F520-F457EE00CCBE}"/>
              </a:ext>
            </a:extLst>
          </p:cNvPr>
          <p:cNvSpPr/>
          <p:nvPr/>
        </p:nvSpPr>
        <p:spPr>
          <a:xfrm>
            <a:off x="10381861" y="4033750"/>
            <a:ext cx="1761552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Smallest number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68ABA5-D59E-1455-60F2-F1CE7F442F44}"/>
              </a:ext>
            </a:extLst>
          </p:cNvPr>
          <p:cNvSpPr/>
          <p:nvPr/>
        </p:nvSpPr>
        <p:spPr>
          <a:xfrm>
            <a:off x="10390406" y="3433634"/>
            <a:ext cx="1761552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Largest number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D1B173-E41C-24E4-57B8-98030460CB1F}"/>
              </a:ext>
            </a:extLst>
          </p:cNvPr>
          <p:cNvSpPr/>
          <p:nvPr/>
        </p:nvSpPr>
        <p:spPr>
          <a:xfrm>
            <a:off x="9688983" y="161241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BF4FE0-C063-AC72-0DCE-EDEC5673A2A9}"/>
              </a:ext>
            </a:extLst>
          </p:cNvPr>
          <p:cNvSpPr/>
          <p:nvPr/>
        </p:nvSpPr>
        <p:spPr>
          <a:xfrm>
            <a:off x="9688983" y="221612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C4203-C88E-B578-508E-892C58471FE4}"/>
              </a:ext>
            </a:extLst>
          </p:cNvPr>
          <p:cNvSpPr/>
          <p:nvPr/>
        </p:nvSpPr>
        <p:spPr>
          <a:xfrm>
            <a:off x="9684647" y="282121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65D68-FD06-90AB-CCD0-D56076F56CC0}"/>
              </a:ext>
            </a:extLst>
          </p:cNvPr>
          <p:cNvSpPr/>
          <p:nvPr/>
        </p:nvSpPr>
        <p:spPr>
          <a:xfrm>
            <a:off x="9689461" y="339589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16AFF43-770B-E058-1252-497F40D52A32}"/>
              </a:ext>
            </a:extLst>
          </p:cNvPr>
          <p:cNvSpPr txBox="1">
            <a:spLocks/>
          </p:cNvSpPr>
          <p:nvPr/>
        </p:nvSpPr>
        <p:spPr>
          <a:xfrm>
            <a:off x="9730327" y="151756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83C4A44-1BA6-57AF-8210-95BD7F3F9D9B}"/>
              </a:ext>
            </a:extLst>
          </p:cNvPr>
          <p:cNvSpPr txBox="1">
            <a:spLocks/>
          </p:cNvSpPr>
          <p:nvPr/>
        </p:nvSpPr>
        <p:spPr>
          <a:xfrm>
            <a:off x="9755445" y="213317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3992A5A-D436-8523-F86E-4DF5586E561A}"/>
              </a:ext>
            </a:extLst>
          </p:cNvPr>
          <p:cNvSpPr txBox="1">
            <a:spLocks/>
          </p:cNvSpPr>
          <p:nvPr/>
        </p:nvSpPr>
        <p:spPr>
          <a:xfrm>
            <a:off x="9761013" y="272641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40C95AC-219F-5D76-2D13-7CA884DA83DF}"/>
              </a:ext>
            </a:extLst>
          </p:cNvPr>
          <p:cNvSpPr txBox="1">
            <a:spLocks/>
          </p:cNvSpPr>
          <p:nvPr/>
        </p:nvSpPr>
        <p:spPr>
          <a:xfrm>
            <a:off x="9761013" y="331295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7EC880-05BB-3450-B605-F702B009A376}"/>
              </a:ext>
            </a:extLst>
          </p:cNvPr>
          <p:cNvSpPr/>
          <p:nvPr/>
        </p:nvSpPr>
        <p:spPr>
          <a:xfrm>
            <a:off x="8225871" y="398722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6F8112-BF67-10CC-7F5B-B6B65CCE7F53}"/>
              </a:ext>
            </a:extLst>
          </p:cNvPr>
          <p:cNvSpPr/>
          <p:nvPr/>
        </p:nvSpPr>
        <p:spPr>
          <a:xfrm>
            <a:off x="8960263" y="398722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6EB09FC-96DC-93A2-F088-EFF156DBF00C}"/>
              </a:ext>
            </a:extLst>
          </p:cNvPr>
          <p:cNvSpPr txBox="1">
            <a:spLocks/>
          </p:cNvSpPr>
          <p:nvPr/>
        </p:nvSpPr>
        <p:spPr>
          <a:xfrm>
            <a:off x="8282263" y="389721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DB7A7282-3985-4FF2-E826-B4D706ADDFF7}"/>
              </a:ext>
            </a:extLst>
          </p:cNvPr>
          <p:cNvSpPr txBox="1">
            <a:spLocks/>
          </p:cNvSpPr>
          <p:nvPr/>
        </p:nvSpPr>
        <p:spPr>
          <a:xfrm>
            <a:off x="9006164" y="389135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2FBEBF-5B36-07D0-518D-D62EE068E0AD}"/>
              </a:ext>
            </a:extLst>
          </p:cNvPr>
          <p:cNvSpPr/>
          <p:nvPr/>
        </p:nvSpPr>
        <p:spPr>
          <a:xfrm>
            <a:off x="9684647" y="399601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0032C5D-88D6-72AD-34BF-1DA73E3CFF21}"/>
              </a:ext>
            </a:extLst>
          </p:cNvPr>
          <p:cNvSpPr txBox="1">
            <a:spLocks/>
          </p:cNvSpPr>
          <p:nvPr/>
        </p:nvSpPr>
        <p:spPr>
          <a:xfrm>
            <a:off x="9756199" y="391307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6D3B13-ACE3-FB2B-A5AB-B53067E995B4}"/>
              </a:ext>
            </a:extLst>
          </p:cNvPr>
          <p:cNvSpPr/>
          <p:nvPr/>
        </p:nvSpPr>
        <p:spPr>
          <a:xfrm>
            <a:off x="8225871" y="457560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7C3B0C-262F-0E1F-6992-250DF2ACFFCD}"/>
              </a:ext>
            </a:extLst>
          </p:cNvPr>
          <p:cNvSpPr/>
          <p:nvPr/>
        </p:nvSpPr>
        <p:spPr>
          <a:xfrm>
            <a:off x="8960263" y="457560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87F3FB8A-AC34-B2A4-BEB1-028E4CE08B7C}"/>
              </a:ext>
            </a:extLst>
          </p:cNvPr>
          <p:cNvSpPr txBox="1">
            <a:spLocks/>
          </p:cNvSpPr>
          <p:nvPr/>
        </p:nvSpPr>
        <p:spPr>
          <a:xfrm>
            <a:off x="8282263" y="448559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C2F4E13-74AC-1988-5F95-48AF5F40C5DA}"/>
              </a:ext>
            </a:extLst>
          </p:cNvPr>
          <p:cNvSpPr txBox="1">
            <a:spLocks/>
          </p:cNvSpPr>
          <p:nvPr/>
        </p:nvSpPr>
        <p:spPr>
          <a:xfrm>
            <a:off x="9006164" y="447973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A3C792-6088-5EC6-AAF6-562B185D63E0}"/>
              </a:ext>
            </a:extLst>
          </p:cNvPr>
          <p:cNvSpPr/>
          <p:nvPr/>
        </p:nvSpPr>
        <p:spPr>
          <a:xfrm>
            <a:off x="9684647" y="458439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B6DBDC8B-A0BB-B354-B714-AA6C15DBE036}"/>
              </a:ext>
            </a:extLst>
          </p:cNvPr>
          <p:cNvSpPr txBox="1">
            <a:spLocks/>
          </p:cNvSpPr>
          <p:nvPr/>
        </p:nvSpPr>
        <p:spPr>
          <a:xfrm>
            <a:off x="9756199" y="450145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C4CBD4-7F64-288A-B352-DDB476DFCEA1}"/>
              </a:ext>
            </a:extLst>
          </p:cNvPr>
          <p:cNvSpPr/>
          <p:nvPr/>
        </p:nvSpPr>
        <p:spPr>
          <a:xfrm>
            <a:off x="8225871" y="516398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7F7036-82D1-FE99-14BD-76EF6CA37C48}"/>
              </a:ext>
            </a:extLst>
          </p:cNvPr>
          <p:cNvSpPr/>
          <p:nvPr/>
        </p:nvSpPr>
        <p:spPr>
          <a:xfrm>
            <a:off x="8960263" y="516398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D44E299-6265-650D-B9E3-E13517128379}"/>
              </a:ext>
            </a:extLst>
          </p:cNvPr>
          <p:cNvSpPr txBox="1">
            <a:spLocks/>
          </p:cNvSpPr>
          <p:nvPr/>
        </p:nvSpPr>
        <p:spPr>
          <a:xfrm>
            <a:off x="8282263" y="507397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3399F5BE-ED91-EB15-A8E9-7EED18877761}"/>
              </a:ext>
            </a:extLst>
          </p:cNvPr>
          <p:cNvSpPr txBox="1">
            <a:spLocks/>
          </p:cNvSpPr>
          <p:nvPr/>
        </p:nvSpPr>
        <p:spPr>
          <a:xfrm>
            <a:off x="9006164" y="506811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067579E-A8CB-B87D-5A5E-0A89376765B7}"/>
              </a:ext>
            </a:extLst>
          </p:cNvPr>
          <p:cNvSpPr/>
          <p:nvPr/>
        </p:nvSpPr>
        <p:spPr>
          <a:xfrm>
            <a:off x="9684647" y="517277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B20EFD44-4418-5B2F-0AAF-10D98FCC2F27}"/>
              </a:ext>
            </a:extLst>
          </p:cNvPr>
          <p:cNvSpPr txBox="1">
            <a:spLocks/>
          </p:cNvSpPr>
          <p:nvPr/>
        </p:nvSpPr>
        <p:spPr>
          <a:xfrm>
            <a:off x="9756199" y="508983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67C2D5-2A3F-124D-3EAE-6BA5B6E80F99}"/>
              </a:ext>
            </a:extLst>
          </p:cNvPr>
          <p:cNvSpPr/>
          <p:nvPr/>
        </p:nvSpPr>
        <p:spPr>
          <a:xfrm>
            <a:off x="8212715" y="578856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638D67-B737-B945-646E-2FAA4FF97627}"/>
              </a:ext>
            </a:extLst>
          </p:cNvPr>
          <p:cNvSpPr/>
          <p:nvPr/>
        </p:nvSpPr>
        <p:spPr>
          <a:xfrm>
            <a:off x="8947107" y="578856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70FB5707-866E-3B59-98F0-463FBF79FB11}"/>
              </a:ext>
            </a:extLst>
          </p:cNvPr>
          <p:cNvSpPr txBox="1">
            <a:spLocks/>
          </p:cNvSpPr>
          <p:nvPr/>
        </p:nvSpPr>
        <p:spPr>
          <a:xfrm>
            <a:off x="8269107" y="569855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F227A7C-BB6E-BA34-D118-ADB0EC2F24BD}"/>
              </a:ext>
            </a:extLst>
          </p:cNvPr>
          <p:cNvSpPr txBox="1">
            <a:spLocks/>
          </p:cNvSpPr>
          <p:nvPr/>
        </p:nvSpPr>
        <p:spPr>
          <a:xfrm>
            <a:off x="8993008" y="569270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74F102B-61A7-FE78-E801-A84AC8384DBC}"/>
              </a:ext>
            </a:extLst>
          </p:cNvPr>
          <p:cNvSpPr/>
          <p:nvPr/>
        </p:nvSpPr>
        <p:spPr>
          <a:xfrm>
            <a:off x="9671491" y="579735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E1A40BB7-BF73-0834-EAF1-74FB542B29E8}"/>
              </a:ext>
            </a:extLst>
          </p:cNvPr>
          <p:cNvSpPr txBox="1">
            <a:spLocks/>
          </p:cNvSpPr>
          <p:nvPr/>
        </p:nvSpPr>
        <p:spPr>
          <a:xfrm>
            <a:off x="9743043" y="571441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A897AF-25A7-993A-24AE-49E8A66ACF20}"/>
              </a:ext>
            </a:extLst>
          </p:cNvPr>
          <p:cNvSpPr/>
          <p:nvPr/>
        </p:nvSpPr>
        <p:spPr>
          <a:xfrm>
            <a:off x="139391" y="370633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944A537-3851-8DF1-ACE6-4C0AB5296125}"/>
              </a:ext>
            </a:extLst>
          </p:cNvPr>
          <p:cNvSpPr/>
          <p:nvPr/>
        </p:nvSpPr>
        <p:spPr>
          <a:xfrm>
            <a:off x="863775" y="371512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B190D7E-42AC-8A0B-B7B3-C1544EC8A8A7}"/>
              </a:ext>
            </a:extLst>
          </p:cNvPr>
          <p:cNvSpPr/>
          <p:nvPr/>
        </p:nvSpPr>
        <p:spPr>
          <a:xfrm>
            <a:off x="1607011" y="371752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72D3CBDC-B6C8-BE5F-0D26-3C4893B302AE}"/>
              </a:ext>
            </a:extLst>
          </p:cNvPr>
          <p:cNvSpPr txBox="1">
            <a:spLocks/>
          </p:cNvSpPr>
          <p:nvPr/>
        </p:nvSpPr>
        <p:spPr>
          <a:xfrm>
            <a:off x="199740" y="360403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BB639663-EFD6-576B-DA9C-48AB52D418A5}"/>
              </a:ext>
            </a:extLst>
          </p:cNvPr>
          <p:cNvSpPr txBox="1">
            <a:spLocks/>
          </p:cNvSpPr>
          <p:nvPr/>
        </p:nvSpPr>
        <p:spPr>
          <a:xfrm>
            <a:off x="949775" y="362574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FD266F80-A670-9011-7AEB-A1F4DCCCD3DB}"/>
              </a:ext>
            </a:extLst>
          </p:cNvPr>
          <p:cNvSpPr txBox="1">
            <a:spLocks/>
          </p:cNvSpPr>
          <p:nvPr/>
        </p:nvSpPr>
        <p:spPr>
          <a:xfrm>
            <a:off x="1700047" y="363340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A7E64D8-A21F-DBA0-B5A5-9478709A7EF6}"/>
              </a:ext>
            </a:extLst>
          </p:cNvPr>
          <p:cNvSpPr/>
          <p:nvPr/>
        </p:nvSpPr>
        <p:spPr>
          <a:xfrm>
            <a:off x="163602" y="429456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10763A5-7CAE-7278-B626-21FB20A440CA}"/>
              </a:ext>
            </a:extLst>
          </p:cNvPr>
          <p:cNvSpPr/>
          <p:nvPr/>
        </p:nvSpPr>
        <p:spPr>
          <a:xfrm>
            <a:off x="887986" y="430336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3ED3E90-664B-CFCE-C79C-E9C02CAA27E4}"/>
              </a:ext>
            </a:extLst>
          </p:cNvPr>
          <p:cNvSpPr/>
          <p:nvPr/>
        </p:nvSpPr>
        <p:spPr>
          <a:xfrm>
            <a:off x="1631222" y="430575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0C8BAEEF-9CFE-95A1-42FE-C114604FA06A}"/>
              </a:ext>
            </a:extLst>
          </p:cNvPr>
          <p:cNvSpPr txBox="1">
            <a:spLocks/>
          </p:cNvSpPr>
          <p:nvPr/>
        </p:nvSpPr>
        <p:spPr>
          <a:xfrm>
            <a:off x="223951" y="419226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78DA853F-CBAF-A738-440F-DCAC18288030}"/>
              </a:ext>
            </a:extLst>
          </p:cNvPr>
          <p:cNvSpPr txBox="1">
            <a:spLocks/>
          </p:cNvSpPr>
          <p:nvPr/>
        </p:nvSpPr>
        <p:spPr>
          <a:xfrm>
            <a:off x="973986" y="421397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0" name="Content Placeholder 2">
            <a:extLst>
              <a:ext uri="{FF2B5EF4-FFF2-40B4-BE49-F238E27FC236}">
                <a16:creationId xmlns:a16="http://schemas.microsoft.com/office/drawing/2014/main" id="{3C11FF42-64E0-D0B5-D0CB-2B647FB98393}"/>
              </a:ext>
            </a:extLst>
          </p:cNvPr>
          <p:cNvSpPr txBox="1">
            <a:spLocks/>
          </p:cNvSpPr>
          <p:nvPr/>
        </p:nvSpPr>
        <p:spPr>
          <a:xfrm>
            <a:off x="1724258" y="422163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B242C2F-436C-AFBC-F8E0-1BB273526412}"/>
              </a:ext>
            </a:extLst>
          </p:cNvPr>
          <p:cNvSpPr/>
          <p:nvPr/>
        </p:nvSpPr>
        <p:spPr>
          <a:xfrm>
            <a:off x="1651049" y="490192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261A1F15-6274-CE2D-F181-0CC2F319FEE8}"/>
              </a:ext>
            </a:extLst>
          </p:cNvPr>
          <p:cNvSpPr txBox="1">
            <a:spLocks/>
          </p:cNvSpPr>
          <p:nvPr/>
        </p:nvSpPr>
        <p:spPr>
          <a:xfrm>
            <a:off x="1744085" y="481780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8A33D73C-90A0-51E7-5BE8-8D91C6784563}"/>
              </a:ext>
            </a:extLst>
          </p:cNvPr>
          <p:cNvSpPr/>
          <p:nvPr/>
        </p:nvSpPr>
        <p:spPr>
          <a:xfrm>
            <a:off x="621494" y="4969342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92C9CDF-E2C9-01E9-1A56-F134DF32BCF2}"/>
              </a:ext>
            </a:extLst>
          </p:cNvPr>
          <p:cNvCxnSpPr>
            <a:cxnSpLocks/>
          </p:cNvCxnSpPr>
          <p:nvPr/>
        </p:nvCxnSpPr>
        <p:spPr>
          <a:xfrm flipV="1">
            <a:off x="68264" y="5560323"/>
            <a:ext cx="2220984" cy="29370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53CAD8A3-7776-B212-A075-5D7078451093}"/>
              </a:ext>
            </a:extLst>
          </p:cNvPr>
          <p:cNvSpPr/>
          <p:nvPr/>
        </p:nvSpPr>
        <p:spPr>
          <a:xfrm>
            <a:off x="156976" y="566262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EECD3C0-8505-970A-1422-95604BB4A6F8}"/>
              </a:ext>
            </a:extLst>
          </p:cNvPr>
          <p:cNvSpPr/>
          <p:nvPr/>
        </p:nvSpPr>
        <p:spPr>
          <a:xfrm>
            <a:off x="881360" y="567141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C7DE246-94DA-AB3B-B074-3379A50209FF}"/>
              </a:ext>
            </a:extLst>
          </p:cNvPr>
          <p:cNvSpPr/>
          <p:nvPr/>
        </p:nvSpPr>
        <p:spPr>
          <a:xfrm>
            <a:off x="1624596" y="567381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30C81E41-78CC-DF85-26D1-5B2211198B05}"/>
              </a:ext>
            </a:extLst>
          </p:cNvPr>
          <p:cNvSpPr txBox="1">
            <a:spLocks/>
          </p:cNvSpPr>
          <p:nvPr/>
        </p:nvSpPr>
        <p:spPr>
          <a:xfrm>
            <a:off x="217325" y="556032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FC722E69-6630-153D-C77E-3E6392942DBD}"/>
              </a:ext>
            </a:extLst>
          </p:cNvPr>
          <p:cNvSpPr txBox="1">
            <a:spLocks/>
          </p:cNvSpPr>
          <p:nvPr/>
        </p:nvSpPr>
        <p:spPr>
          <a:xfrm>
            <a:off x="967360" y="558203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77F390FC-777F-A14A-B1C1-61A75726ED44}"/>
              </a:ext>
            </a:extLst>
          </p:cNvPr>
          <p:cNvSpPr txBox="1">
            <a:spLocks/>
          </p:cNvSpPr>
          <p:nvPr/>
        </p:nvSpPr>
        <p:spPr>
          <a:xfrm>
            <a:off x="1717632" y="558969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8B901E0-A57D-607A-8780-38665A573B14}"/>
              </a:ext>
            </a:extLst>
          </p:cNvPr>
          <p:cNvCxnSpPr>
            <a:cxnSpLocks/>
          </p:cNvCxnSpPr>
          <p:nvPr/>
        </p:nvCxnSpPr>
        <p:spPr>
          <a:xfrm>
            <a:off x="42130" y="6253790"/>
            <a:ext cx="2288420" cy="39246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CE9475F7-D0D5-D496-1400-E27E2DE7E306}"/>
              </a:ext>
            </a:extLst>
          </p:cNvPr>
          <p:cNvSpPr/>
          <p:nvPr/>
        </p:nvSpPr>
        <p:spPr>
          <a:xfrm>
            <a:off x="34067" y="3657174"/>
            <a:ext cx="2379962" cy="2767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CA248-C31F-1696-2869-7B8D5095A022}"/>
              </a:ext>
            </a:extLst>
          </p:cNvPr>
          <p:cNvSpPr/>
          <p:nvPr/>
        </p:nvSpPr>
        <p:spPr>
          <a:xfrm>
            <a:off x="2539701" y="371095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799824-4331-6A7C-CA0D-87563A4D2F3C}"/>
              </a:ext>
            </a:extLst>
          </p:cNvPr>
          <p:cNvSpPr/>
          <p:nvPr/>
        </p:nvSpPr>
        <p:spPr>
          <a:xfrm>
            <a:off x="3264085" y="371974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CF39C5-73D9-98AE-703D-34DE3B3D7436}"/>
              </a:ext>
            </a:extLst>
          </p:cNvPr>
          <p:cNvSpPr/>
          <p:nvPr/>
        </p:nvSpPr>
        <p:spPr>
          <a:xfrm>
            <a:off x="4007321" y="372214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2A7AC97F-0478-F2D4-D08B-A2AC220623BF}"/>
              </a:ext>
            </a:extLst>
          </p:cNvPr>
          <p:cNvSpPr txBox="1">
            <a:spLocks/>
          </p:cNvSpPr>
          <p:nvPr/>
        </p:nvSpPr>
        <p:spPr>
          <a:xfrm>
            <a:off x="2600050" y="360865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47CEA9DE-1330-76A8-ABCE-0C38BD5A37FB}"/>
              </a:ext>
            </a:extLst>
          </p:cNvPr>
          <p:cNvSpPr txBox="1">
            <a:spLocks/>
          </p:cNvSpPr>
          <p:nvPr/>
        </p:nvSpPr>
        <p:spPr>
          <a:xfrm>
            <a:off x="3350085" y="363036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2819D5E5-A929-D794-C6F3-D4925545778A}"/>
              </a:ext>
            </a:extLst>
          </p:cNvPr>
          <p:cNvSpPr txBox="1">
            <a:spLocks/>
          </p:cNvSpPr>
          <p:nvPr/>
        </p:nvSpPr>
        <p:spPr>
          <a:xfrm>
            <a:off x="4100357" y="363802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1EDD0E-4067-A517-9AF7-407AFE889614}"/>
              </a:ext>
            </a:extLst>
          </p:cNvPr>
          <p:cNvSpPr/>
          <p:nvPr/>
        </p:nvSpPr>
        <p:spPr>
          <a:xfrm>
            <a:off x="2563912" y="429918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2514513-733F-F260-885A-D2FABBD43DFC}"/>
              </a:ext>
            </a:extLst>
          </p:cNvPr>
          <p:cNvSpPr/>
          <p:nvPr/>
        </p:nvSpPr>
        <p:spPr>
          <a:xfrm>
            <a:off x="3288296" y="430797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323FC0-DF81-674B-06BC-E44D74538F24}"/>
              </a:ext>
            </a:extLst>
          </p:cNvPr>
          <p:cNvSpPr/>
          <p:nvPr/>
        </p:nvSpPr>
        <p:spPr>
          <a:xfrm>
            <a:off x="4031532" y="431037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65D9068D-BC64-A827-8114-E46ACD4EEB4D}"/>
              </a:ext>
            </a:extLst>
          </p:cNvPr>
          <p:cNvSpPr txBox="1">
            <a:spLocks/>
          </p:cNvSpPr>
          <p:nvPr/>
        </p:nvSpPr>
        <p:spPr>
          <a:xfrm>
            <a:off x="2624261" y="419688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81" name="Content Placeholder 2">
            <a:extLst>
              <a:ext uri="{FF2B5EF4-FFF2-40B4-BE49-F238E27FC236}">
                <a16:creationId xmlns:a16="http://schemas.microsoft.com/office/drawing/2014/main" id="{02B57A6A-ECF1-C9E0-A972-49A0977460AC}"/>
              </a:ext>
            </a:extLst>
          </p:cNvPr>
          <p:cNvSpPr txBox="1">
            <a:spLocks/>
          </p:cNvSpPr>
          <p:nvPr/>
        </p:nvSpPr>
        <p:spPr>
          <a:xfrm>
            <a:off x="3374296" y="421859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8431A974-3EB2-0B4C-73EF-30C76549AF9A}"/>
              </a:ext>
            </a:extLst>
          </p:cNvPr>
          <p:cNvSpPr txBox="1">
            <a:spLocks/>
          </p:cNvSpPr>
          <p:nvPr/>
        </p:nvSpPr>
        <p:spPr>
          <a:xfrm>
            <a:off x="4124568" y="422625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007CE84-F31D-0A8F-50F2-0C621FC14B08}"/>
              </a:ext>
            </a:extLst>
          </p:cNvPr>
          <p:cNvSpPr/>
          <p:nvPr/>
        </p:nvSpPr>
        <p:spPr>
          <a:xfrm>
            <a:off x="4051359" y="490654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A2F384C0-DA50-6747-66F2-7345F15F1E6C}"/>
              </a:ext>
            </a:extLst>
          </p:cNvPr>
          <p:cNvSpPr txBox="1">
            <a:spLocks/>
          </p:cNvSpPr>
          <p:nvPr/>
        </p:nvSpPr>
        <p:spPr>
          <a:xfrm>
            <a:off x="4144395" y="482242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5687C198-EDB2-5984-28BA-97C5FFEC1850}"/>
              </a:ext>
            </a:extLst>
          </p:cNvPr>
          <p:cNvSpPr/>
          <p:nvPr/>
        </p:nvSpPr>
        <p:spPr>
          <a:xfrm>
            <a:off x="3021804" y="4973958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AD50EBF-677C-8CEE-3E97-1741B7D1BA98}"/>
              </a:ext>
            </a:extLst>
          </p:cNvPr>
          <p:cNvCxnSpPr>
            <a:cxnSpLocks/>
          </p:cNvCxnSpPr>
          <p:nvPr/>
        </p:nvCxnSpPr>
        <p:spPr>
          <a:xfrm flipV="1">
            <a:off x="2468574" y="5564939"/>
            <a:ext cx="2220984" cy="29370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10C0CF18-32B3-C863-769E-A8F458969AAE}"/>
              </a:ext>
            </a:extLst>
          </p:cNvPr>
          <p:cNvSpPr/>
          <p:nvPr/>
        </p:nvSpPr>
        <p:spPr>
          <a:xfrm>
            <a:off x="2557286" y="566724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5F41579-DDC1-5893-3AFD-DB83330E69E0}"/>
              </a:ext>
            </a:extLst>
          </p:cNvPr>
          <p:cNvSpPr/>
          <p:nvPr/>
        </p:nvSpPr>
        <p:spPr>
          <a:xfrm>
            <a:off x="3281670" y="567603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04AC547-D12D-0128-D5AE-F4D86532AE36}"/>
              </a:ext>
            </a:extLst>
          </p:cNvPr>
          <p:cNvSpPr/>
          <p:nvPr/>
        </p:nvSpPr>
        <p:spPr>
          <a:xfrm>
            <a:off x="4024906" y="567842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2" name="Content Placeholder 2">
            <a:extLst>
              <a:ext uri="{FF2B5EF4-FFF2-40B4-BE49-F238E27FC236}">
                <a16:creationId xmlns:a16="http://schemas.microsoft.com/office/drawing/2014/main" id="{7B94E5E1-1DEF-9862-9997-D6F0E00FCA4F}"/>
              </a:ext>
            </a:extLst>
          </p:cNvPr>
          <p:cNvSpPr txBox="1">
            <a:spLocks/>
          </p:cNvSpPr>
          <p:nvPr/>
        </p:nvSpPr>
        <p:spPr>
          <a:xfrm>
            <a:off x="2617635" y="556493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56BD6DBB-19D9-AB93-C712-2250A7B2D625}"/>
              </a:ext>
            </a:extLst>
          </p:cNvPr>
          <p:cNvSpPr txBox="1">
            <a:spLocks/>
          </p:cNvSpPr>
          <p:nvPr/>
        </p:nvSpPr>
        <p:spPr>
          <a:xfrm>
            <a:off x="3367670" y="558665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517D63C2-4123-835B-3F1C-E715426371AB}"/>
              </a:ext>
            </a:extLst>
          </p:cNvPr>
          <p:cNvSpPr txBox="1">
            <a:spLocks/>
          </p:cNvSpPr>
          <p:nvPr/>
        </p:nvSpPr>
        <p:spPr>
          <a:xfrm>
            <a:off x="4117942" y="559430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1C7DD53-BE82-A812-E3F4-3C4331401B8A}"/>
              </a:ext>
            </a:extLst>
          </p:cNvPr>
          <p:cNvCxnSpPr>
            <a:cxnSpLocks/>
          </p:cNvCxnSpPr>
          <p:nvPr/>
        </p:nvCxnSpPr>
        <p:spPr>
          <a:xfrm>
            <a:off x="2442440" y="6258406"/>
            <a:ext cx="2288420" cy="39246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8D955D0-DFE4-70A3-B213-00D15A832D6A}"/>
              </a:ext>
            </a:extLst>
          </p:cNvPr>
          <p:cNvSpPr/>
          <p:nvPr/>
        </p:nvSpPr>
        <p:spPr>
          <a:xfrm>
            <a:off x="2434377" y="3661790"/>
            <a:ext cx="2379962" cy="2767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7A1F68D-2038-24CA-AA50-BD4442F9D0C3}"/>
              </a:ext>
            </a:extLst>
          </p:cNvPr>
          <p:cNvSpPr/>
          <p:nvPr/>
        </p:nvSpPr>
        <p:spPr>
          <a:xfrm>
            <a:off x="4941502" y="371512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B2201DE-A94E-AC7C-77D4-933266F0AD09}"/>
              </a:ext>
            </a:extLst>
          </p:cNvPr>
          <p:cNvSpPr/>
          <p:nvPr/>
        </p:nvSpPr>
        <p:spPr>
          <a:xfrm>
            <a:off x="5665886" y="372391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56022E0-2A9B-3B34-DAA2-5C1901696D8A}"/>
              </a:ext>
            </a:extLst>
          </p:cNvPr>
          <p:cNvSpPr/>
          <p:nvPr/>
        </p:nvSpPr>
        <p:spPr>
          <a:xfrm>
            <a:off x="6409122" y="372631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3" name="Content Placeholder 2">
            <a:extLst>
              <a:ext uri="{FF2B5EF4-FFF2-40B4-BE49-F238E27FC236}">
                <a16:creationId xmlns:a16="http://schemas.microsoft.com/office/drawing/2014/main" id="{9DAEA029-01DE-0A30-0D42-A2BF1CD52180}"/>
              </a:ext>
            </a:extLst>
          </p:cNvPr>
          <p:cNvSpPr txBox="1">
            <a:spLocks/>
          </p:cNvSpPr>
          <p:nvPr/>
        </p:nvSpPr>
        <p:spPr>
          <a:xfrm>
            <a:off x="5001851" y="361282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34" name="Content Placeholder 2">
            <a:extLst>
              <a:ext uri="{FF2B5EF4-FFF2-40B4-BE49-F238E27FC236}">
                <a16:creationId xmlns:a16="http://schemas.microsoft.com/office/drawing/2014/main" id="{80622A64-FEB8-068B-E457-0CBCBA15AF62}"/>
              </a:ext>
            </a:extLst>
          </p:cNvPr>
          <p:cNvSpPr txBox="1">
            <a:spLocks/>
          </p:cNvSpPr>
          <p:nvPr/>
        </p:nvSpPr>
        <p:spPr>
          <a:xfrm>
            <a:off x="5751886" y="363453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3B04FAB7-978C-CF0F-421D-A900C17F0CC8}"/>
              </a:ext>
            </a:extLst>
          </p:cNvPr>
          <p:cNvSpPr txBox="1">
            <a:spLocks/>
          </p:cNvSpPr>
          <p:nvPr/>
        </p:nvSpPr>
        <p:spPr>
          <a:xfrm>
            <a:off x="6502158" y="364219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97D7864-E76F-4E4E-A272-9238AE5036A5}"/>
              </a:ext>
            </a:extLst>
          </p:cNvPr>
          <p:cNvSpPr/>
          <p:nvPr/>
        </p:nvSpPr>
        <p:spPr>
          <a:xfrm>
            <a:off x="4965713" y="430336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5668829-A80E-AA51-0477-F8FF4B7AE3D5}"/>
              </a:ext>
            </a:extLst>
          </p:cNvPr>
          <p:cNvSpPr/>
          <p:nvPr/>
        </p:nvSpPr>
        <p:spPr>
          <a:xfrm>
            <a:off x="5690097" y="431215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1080981-5EC0-C22E-EB4F-BDD6765703FB}"/>
              </a:ext>
            </a:extLst>
          </p:cNvPr>
          <p:cNvSpPr/>
          <p:nvPr/>
        </p:nvSpPr>
        <p:spPr>
          <a:xfrm>
            <a:off x="6433333" y="431454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8CB3E57D-C4F7-1ED9-C318-56A9AAB48E01}"/>
              </a:ext>
            </a:extLst>
          </p:cNvPr>
          <p:cNvSpPr txBox="1">
            <a:spLocks/>
          </p:cNvSpPr>
          <p:nvPr/>
        </p:nvSpPr>
        <p:spPr>
          <a:xfrm>
            <a:off x="5026062" y="420105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40" name="Content Placeholder 2">
            <a:extLst>
              <a:ext uri="{FF2B5EF4-FFF2-40B4-BE49-F238E27FC236}">
                <a16:creationId xmlns:a16="http://schemas.microsoft.com/office/drawing/2014/main" id="{36F67DFF-4F1F-4492-D2B4-C9121D58BAEA}"/>
              </a:ext>
            </a:extLst>
          </p:cNvPr>
          <p:cNvSpPr txBox="1">
            <a:spLocks/>
          </p:cNvSpPr>
          <p:nvPr/>
        </p:nvSpPr>
        <p:spPr>
          <a:xfrm>
            <a:off x="5776097" y="422277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41" name="Content Placeholder 2">
            <a:extLst>
              <a:ext uri="{FF2B5EF4-FFF2-40B4-BE49-F238E27FC236}">
                <a16:creationId xmlns:a16="http://schemas.microsoft.com/office/drawing/2014/main" id="{C616661B-700B-2A7E-2FBA-03AF525D5B12}"/>
              </a:ext>
            </a:extLst>
          </p:cNvPr>
          <p:cNvSpPr txBox="1">
            <a:spLocks/>
          </p:cNvSpPr>
          <p:nvPr/>
        </p:nvSpPr>
        <p:spPr>
          <a:xfrm>
            <a:off x="6526369" y="423042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255C996-0913-0F73-6CDA-EEF828397C75}"/>
              </a:ext>
            </a:extLst>
          </p:cNvPr>
          <p:cNvSpPr/>
          <p:nvPr/>
        </p:nvSpPr>
        <p:spPr>
          <a:xfrm>
            <a:off x="6453160" y="491071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3" name="Content Placeholder 2">
            <a:extLst>
              <a:ext uri="{FF2B5EF4-FFF2-40B4-BE49-F238E27FC236}">
                <a16:creationId xmlns:a16="http://schemas.microsoft.com/office/drawing/2014/main" id="{1739CE04-E5FF-E42D-F779-249F626532D8}"/>
              </a:ext>
            </a:extLst>
          </p:cNvPr>
          <p:cNvSpPr txBox="1">
            <a:spLocks/>
          </p:cNvSpPr>
          <p:nvPr/>
        </p:nvSpPr>
        <p:spPr>
          <a:xfrm>
            <a:off x="6546196" y="482659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E89FD9A-090E-3F37-FDE1-C80CAF16C837}"/>
              </a:ext>
            </a:extLst>
          </p:cNvPr>
          <p:cNvSpPr/>
          <p:nvPr/>
        </p:nvSpPr>
        <p:spPr>
          <a:xfrm>
            <a:off x="5423605" y="4978133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724E3DC-C586-91F9-4ABA-11FC147E1F88}"/>
              </a:ext>
            </a:extLst>
          </p:cNvPr>
          <p:cNvCxnSpPr>
            <a:cxnSpLocks/>
          </p:cNvCxnSpPr>
          <p:nvPr/>
        </p:nvCxnSpPr>
        <p:spPr>
          <a:xfrm flipV="1">
            <a:off x="4870375" y="5569114"/>
            <a:ext cx="2220984" cy="29370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D6F54EF-793F-8853-5200-6166ABA9100A}"/>
              </a:ext>
            </a:extLst>
          </p:cNvPr>
          <p:cNvSpPr/>
          <p:nvPr/>
        </p:nvSpPr>
        <p:spPr>
          <a:xfrm>
            <a:off x="4959087" y="567141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7078B51-6D93-9157-6F33-834D0136A230}"/>
              </a:ext>
            </a:extLst>
          </p:cNvPr>
          <p:cNvSpPr/>
          <p:nvPr/>
        </p:nvSpPr>
        <p:spPr>
          <a:xfrm>
            <a:off x="5683471" y="568020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AAF370F-0384-2BAE-6131-67F744A7C25B}"/>
              </a:ext>
            </a:extLst>
          </p:cNvPr>
          <p:cNvSpPr/>
          <p:nvPr/>
        </p:nvSpPr>
        <p:spPr>
          <a:xfrm>
            <a:off x="6426707" y="568260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BC53BE22-7C90-25DA-F631-0DE2EEE688EB}"/>
              </a:ext>
            </a:extLst>
          </p:cNvPr>
          <p:cNvSpPr txBox="1">
            <a:spLocks/>
          </p:cNvSpPr>
          <p:nvPr/>
        </p:nvSpPr>
        <p:spPr>
          <a:xfrm>
            <a:off x="5019436" y="556911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6A79C0D7-CE9F-D0D8-0898-65A3FE2AAEDB}"/>
              </a:ext>
            </a:extLst>
          </p:cNvPr>
          <p:cNvSpPr txBox="1">
            <a:spLocks/>
          </p:cNvSpPr>
          <p:nvPr/>
        </p:nvSpPr>
        <p:spPr>
          <a:xfrm>
            <a:off x="5769471" y="559082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51" name="Content Placeholder 2">
            <a:extLst>
              <a:ext uri="{FF2B5EF4-FFF2-40B4-BE49-F238E27FC236}">
                <a16:creationId xmlns:a16="http://schemas.microsoft.com/office/drawing/2014/main" id="{B5FBA20D-6962-0F5F-7D56-691809D88A1D}"/>
              </a:ext>
            </a:extLst>
          </p:cNvPr>
          <p:cNvSpPr txBox="1">
            <a:spLocks/>
          </p:cNvSpPr>
          <p:nvPr/>
        </p:nvSpPr>
        <p:spPr>
          <a:xfrm>
            <a:off x="6519743" y="559848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510B452-CB41-1899-306A-A6A0E77F4BC5}"/>
              </a:ext>
            </a:extLst>
          </p:cNvPr>
          <p:cNvCxnSpPr>
            <a:cxnSpLocks/>
          </p:cNvCxnSpPr>
          <p:nvPr/>
        </p:nvCxnSpPr>
        <p:spPr>
          <a:xfrm>
            <a:off x="4844241" y="6262581"/>
            <a:ext cx="2288420" cy="39246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2078467-9317-0F13-485F-48DC528D9D5C}"/>
              </a:ext>
            </a:extLst>
          </p:cNvPr>
          <p:cNvSpPr/>
          <p:nvPr/>
        </p:nvSpPr>
        <p:spPr>
          <a:xfrm>
            <a:off x="4836178" y="3665965"/>
            <a:ext cx="2379962" cy="2767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2FB1AEA-6E43-8F33-F0A9-A4D312B71D32}"/>
              </a:ext>
            </a:extLst>
          </p:cNvPr>
          <p:cNvSpPr/>
          <p:nvPr/>
        </p:nvSpPr>
        <p:spPr>
          <a:xfrm>
            <a:off x="4942214" y="90150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40CD992-7718-8197-D637-F65ACAFDFD7C}"/>
              </a:ext>
            </a:extLst>
          </p:cNvPr>
          <p:cNvSpPr/>
          <p:nvPr/>
        </p:nvSpPr>
        <p:spPr>
          <a:xfrm>
            <a:off x="5666598" y="91029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D92E232-EF73-6D4F-FBFD-20A61A9F5888}"/>
              </a:ext>
            </a:extLst>
          </p:cNvPr>
          <p:cNvSpPr/>
          <p:nvPr/>
        </p:nvSpPr>
        <p:spPr>
          <a:xfrm>
            <a:off x="6409834" y="91269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7" name="Content Placeholder 2">
            <a:extLst>
              <a:ext uri="{FF2B5EF4-FFF2-40B4-BE49-F238E27FC236}">
                <a16:creationId xmlns:a16="http://schemas.microsoft.com/office/drawing/2014/main" id="{AD108DEE-DB83-F1E0-ADEA-6BBBC2D98B4B}"/>
              </a:ext>
            </a:extLst>
          </p:cNvPr>
          <p:cNvSpPr txBox="1">
            <a:spLocks/>
          </p:cNvSpPr>
          <p:nvPr/>
        </p:nvSpPr>
        <p:spPr>
          <a:xfrm>
            <a:off x="5002563" y="79920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58" name="Content Placeholder 2">
            <a:extLst>
              <a:ext uri="{FF2B5EF4-FFF2-40B4-BE49-F238E27FC236}">
                <a16:creationId xmlns:a16="http://schemas.microsoft.com/office/drawing/2014/main" id="{6C85C31B-4C68-2D4C-6FED-4B4D5B991BE2}"/>
              </a:ext>
            </a:extLst>
          </p:cNvPr>
          <p:cNvSpPr txBox="1">
            <a:spLocks/>
          </p:cNvSpPr>
          <p:nvPr/>
        </p:nvSpPr>
        <p:spPr>
          <a:xfrm>
            <a:off x="5752598" y="82091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59" name="Content Placeholder 2">
            <a:extLst>
              <a:ext uri="{FF2B5EF4-FFF2-40B4-BE49-F238E27FC236}">
                <a16:creationId xmlns:a16="http://schemas.microsoft.com/office/drawing/2014/main" id="{530BC589-1271-E302-6EF8-8C36149ABACB}"/>
              </a:ext>
            </a:extLst>
          </p:cNvPr>
          <p:cNvSpPr txBox="1">
            <a:spLocks/>
          </p:cNvSpPr>
          <p:nvPr/>
        </p:nvSpPr>
        <p:spPr>
          <a:xfrm>
            <a:off x="6502870" y="82857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980DD5C-C79E-C731-8826-2105D225F12E}"/>
              </a:ext>
            </a:extLst>
          </p:cNvPr>
          <p:cNvSpPr/>
          <p:nvPr/>
        </p:nvSpPr>
        <p:spPr>
          <a:xfrm>
            <a:off x="4966425" y="148973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C2C3E60-0BB4-09C6-0CDF-257BDD6B5277}"/>
              </a:ext>
            </a:extLst>
          </p:cNvPr>
          <p:cNvSpPr/>
          <p:nvPr/>
        </p:nvSpPr>
        <p:spPr>
          <a:xfrm>
            <a:off x="5690809" y="149852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814973F-1EE9-C893-9C6A-B15E50AD4164}"/>
              </a:ext>
            </a:extLst>
          </p:cNvPr>
          <p:cNvSpPr/>
          <p:nvPr/>
        </p:nvSpPr>
        <p:spPr>
          <a:xfrm>
            <a:off x="6434045" y="150092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3" name="Content Placeholder 2">
            <a:extLst>
              <a:ext uri="{FF2B5EF4-FFF2-40B4-BE49-F238E27FC236}">
                <a16:creationId xmlns:a16="http://schemas.microsoft.com/office/drawing/2014/main" id="{DA4D46B5-A2B6-484E-D24D-390139C19B1F}"/>
              </a:ext>
            </a:extLst>
          </p:cNvPr>
          <p:cNvSpPr txBox="1">
            <a:spLocks/>
          </p:cNvSpPr>
          <p:nvPr/>
        </p:nvSpPr>
        <p:spPr>
          <a:xfrm>
            <a:off x="5026774" y="138743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64" name="Content Placeholder 2">
            <a:extLst>
              <a:ext uri="{FF2B5EF4-FFF2-40B4-BE49-F238E27FC236}">
                <a16:creationId xmlns:a16="http://schemas.microsoft.com/office/drawing/2014/main" id="{A3CD14F6-DF96-8716-2E55-72CDCAE40F7F}"/>
              </a:ext>
            </a:extLst>
          </p:cNvPr>
          <p:cNvSpPr txBox="1">
            <a:spLocks/>
          </p:cNvSpPr>
          <p:nvPr/>
        </p:nvSpPr>
        <p:spPr>
          <a:xfrm>
            <a:off x="5776809" y="140914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65" name="Content Placeholder 2">
            <a:extLst>
              <a:ext uri="{FF2B5EF4-FFF2-40B4-BE49-F238E27FC236}">
                <a16:creationId xmlns:a16="http://schemas.microsoft.com/office/drawing/2014/main" id="{3FDA914A-16D5-16AE-3314-718BCBCCBC9C}"/>
              </a:ext>
            </a:extLst>
          </p:cNvPr>
          <p:cNvSpPr txBox="1">
            <a:spLocks/>
          </p:cNvSpPr>
          <p:nvPr/>
        </p:nvSpPr>
        <p:spPr>
          <a:xfrm>
            <a:off x="6527081" y="141680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39F8A75-EE92-3725-E7A6-5FF20459D8EA}"/>
              </a:ext>
            </a:extLst>
          </p:cNvPr>
          <p:cNvSpPr/>
          <p:nvPr/>
        </p:nvSpPr>
        <p:spPr>
          <a:xfrm>
            <a:off x="6453872" y="209709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7" name="Content Placeholder 2">
            <a:extLst>
              <a:ext uri="{FF2B5EF4-FFF2-40B4-BE49-F238E27FC236}">
                <a16:creationId xmlns:a16="http://schemas.microsoft.com/office/drawing/2014/main" id="{E7098389-3851-82A1-6215-161C81716EDE}"/>
              </a:ext>
            </a:extLst>
          </p:cNvPr>
          <p:cNvSpPr txBox="1">
            <a:spLocks/>
          </p:cNvSpPr>
          <p:nvPr/>
        </p:nvSpPr>
        <p:spPr>
          <a:xfrm>
            <a:off x="6546908" y="201297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040E7E0E-F75A-5867-DFFA-13DE9E694B18}"/>
              </a:ext>
            </a:extLst>
          </p:cNvPr>
          <p:cNvSpPr/>
          <p:nvPr/>
        </p:nvSpPr>
        <p:spPr>
          <a:xfrm>
            <a:off x="5424317" y="2164511"/>
            <a:ext cx="55407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9FF0892-8919-4E39-EB23-55252430B397}"/>
              </a:ext>
            </a:extLst>
          </p:cNvPr>
          <p:cNvCxnSpPr>
            <a:cxnSpLocks/>
          </p:cNvCxnSpPr>
          <p:nvPr/>
        </p:nvCxnSpPr>
        <p:spPr>
          <a:xfrm flipV="1">
            <a:off x="4871087" y="2755492"/>
            <a:ext cx="2220984" cy="29370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6CDEEDFC-EA43-D836-1A94-647283E4D55D}"/>
              </a:ext>
            </a:extLst>
          </p:cNvPr>
          <p:cNvSpPr/>
          <p:nvPr/>
        </p:nvSpPr>
        <p:spPr>
          <a:xfrm>
            <a:off x="4959799" y="285779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4E8A1B5-88E8-CD2A-23A0-9ED737475F40}"/>
              </a:ext>
            </a:extLst>
          </p:cNvPr>
          <p:cNvSpPr/>
          <p:nvPr/>
        </p:nvSpPr>
        <p:spPr>
          <a:xfrm>
            <a:off x="5684183" y="286658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5BB7BB1-0142-846D-032C-072E9E245BFD}"/>
              </a:ext>
            </a:extLst>
          </p:cNvPr>
          <p:cNvSpPr/>
          <p:nvPr/>
        </p:nvSpPr>
        <p:spPr>
          <a:xfrm>
            <a:off x="6427419" y="286898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73" name="Content Placeholder 2">
            <a:extLst>
              <a:ext uri="{FF2B5EF4-FFF2-40B4-BE49-F238E27FC236}">
                <a16:creationId xmlns:a16="http://schemas.microsoft.com/office/drawing/2014/main" id="{3275D717-C7C2-EC16-F9C7-BD23EE0D757A}"/>
              </a:ext>
            </a:extLst>
          </p:cNvPr>
          <p:cNvSpPr txBox="1">
            <a:spLocks/>
          </p:cNvSpPr>
          <p:nvPr/>
        </p:nvSpPr>
        <p:spPr>
          <a:xfrm>
            <a:off x="5020148" y="275549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7DD7F6CE-6B16-98B0-62FD-7FFF519870AA}"/>
              </a:ext>
            </a:extLst>
          </p:cNvPr>
          <p:cNvSpPr txBox="1">
            <a:spLocks/>
          </p:cNvSpPr>
          <p:nvPr/>
        </p:nvSpPr>
        <p:spPr>
          <a:xfrm>
            <a:off x="5770183" y="277720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75" name="Content Placeholder 2">
            <a:extLst>
              <a:ext uri="{FF2B5EF4-FFF2-40B4-BE49-F238E27FC236}">
                <a16:creationId xmlns:a16="http://schemas.microsoft.com/office/drawing/2014/main" id="{8CA1A097-8346-8D14-B832-48CF3EB1A97A}"/>
              </a:ext>
            </a:extLst>
          </p:cNvPr>
          <p:cNvSpPr txBox="1">
            <a:spLocks/>
          </p:cNvSpPr>
          <p:nvPr/>
        </p:nvSpPr>
        <p:spPr>
          <a:xfrm>
            <a:off x="6520455" y="278486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7FAA1818-55DC-12D4-2A3C-18629C626228}"/>
              </a:ext>
            </a:extLst>
          </p:cNvPr>
          <p:cNvCxnSpPr>
            <a:cxnSpLocks/>
          </p:cNvCxnSpPr>
          <p:nvPr/>
        </p:nvCxnSpPr>
        <p:spPr>
          <a:xfrm>
            <a:off x="4844953" y="3448959"/>
            <a:ext cx="2288420" cy="39246"/>
          </a:xfrm>
          <a:prstGeom prst="line">
            <a:avLst/>
          </a:prstGeom>
          <a:ln w="76200">
            <a:solidFill>
              <a:srgbClr val="37FF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FD9EBE1-859E-6B9F-304B-5E08BDDA6EA4}"/>
              </a:ext>
            </a:extLst>
          </p:cNvPr>
          <p:cNvSpPr/>
          <p:nvPr/>
        </p:nvSpPr>
        <p:spPr>
          <a:xfrm>
            <a:off x="4836890" y="852343"/>
            <a:ext cx="2379962" cy="27679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91877F7F-8E48-A912-036B-8A98D2673313}"/>
              </a:ext>
            </a:extLst>
          </p:cNvPr>
          <p:cNvSpPr/>
          <p:nvPr/>
        </p:nvSpPr>
        <p:spPr>
          <a:xfrm>
            <a:off x="10503636" y="2994007"/>
            <a:ext cx="1596145" cy="41898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2</a:t>
            </a:r>
            <a:r>
              <a:rPr kumimoji="0" lang="en-US" sz="40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F98F0D-B012-C47F-7186-D6F923CAEDB8}"/>
              </a:ext>
            </a:extLst>
          </p:cNvPr>
          <p:cNvSpPr/>
          <p:nvPr/>
        </p:nvSpPr>
        <p:spPr>
          <a:xfrm>
            <a:off x="10409031" y="4461102"/>
            <a:ext cx="1748785" cy="418984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- (2</a:t>
            </a:r>
            <a:r>
              <a:rPr kumimoji="0" lang="en-US" sz="40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975BE78-14A2-348F-AD1E-DDF5C56DDE83}"/>
              </a:ext>
            </a:extLst>
          </p:cNvPr>
          <p:cNvSpPr/>
          <p:nvPr/>
        </p:nvSpPr>
        <p:spPr>
          <a:xfrm>
            <a:off x="8193663" y="6338052"/>
            <a:ext cx="686502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Sign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E057940D-FD96-CDEE-4644-3044401CCF4E}"/>
              </a:ext>
            </a:extLst>
          </p:cNvPr>
          <p:cNvSpPr/>
          <p:nvPr/>
        </p:nvSpPr>
        <p:spPr>
          <a:xfrm>
            <a:off x="8942291" y="6346161"/>
            <a:ext cx="1400381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48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500"/>
                            </p:stCondLst>
                            <p:childTnLst>
                              <p:par>
                                <p:cTn id="1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00"/>
                            </p:stCondLst>
                            <p:childTnLst>
                              <p:par>
                                <p:cTn id="17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000"/>
                            </p:stCondLst>
                            <p:childTnLst>
                              <p:par>
                                <p:cTn id="19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4000"/>
                            </p:stCondLst>
                            <p:childTnLst>
                              <p:par>
                                <p:cTn id="2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2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6000"/>
                            </p:stCondLst>
                            <p:childTnLst>
                              <p:par>
                                <p:cTn id="2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7000"/>
                            </p:stCondLst>
                            <p:childTnLst>
                              <p:par>
                                <p:cTn id="25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500"/>
                            </p:stCondLst>
                            <p:childTnLst>
                              <p:par>
                                <p:cTn id="29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000"/>
                            </p:stCondLst>
                            <p:childTnLst>
                              <p:par>
                                <p:cTn id="29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2000"/>
                            </p:stCondLst>
                            <p:childTnLst>
                              <p:par>
                                <p:cTn id="30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4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2500"/>
                            </p:stCondLst>
                            <p:childTnLst>
                              <p:par>
                                <p:cTn id="30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1000"/>
                            </p:stCondLst>
                            <p:childTnLst>
                              <p:par>
                                <p:cTn id="38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2000"/>
                            </p:stCondLst>
                            <p:childTnLst>
                              <p:par>
                                <p:cTn id="4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2500"/>
                            </p:stCondLst>
                            <p:childTnLst>
                              <p:par>
                                <p:cTn id="4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9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4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1000"/>
                            </p:stCondLst>
                            <p:childTnLst>
                              <p:par>
                                <p:cTn id="49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0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2000"/>
                            </p:stCondLst>
                            <p:childTnLst>
                              <p:par>
                                <p:cTn id="5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0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5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1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5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9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5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8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0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4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8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2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6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1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6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7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7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9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2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6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" fill="hold">
                            <p:stCondLst>
                              <p:cond delay="1000"/>
                            </p:stCondLst>
                            <p:childTnLst>
                              <p:par>
                                <p:cTn id="60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1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5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9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3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9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8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9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0" fill="hold">
                            <p:stCondLst>
                              <p:cond delay="2000"/>
                            </p:stCondLst>
                            <p:childTnLst>
                              <p:par>
                                <p:cTn id="64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3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5" fill="hold">
                            <p:stCondLst>
                              <p:cond delay="2500"/>
                            </p:stCondLst>
                            <p:childTnLst>
                              <p:par>
                                <p:cTn id="6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8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0" fill="hold">
                      <p:stCondLst>
                        <p:cond delay="indefinite"/>
                      </p:stCondLst>
                      <p:childTnLst>
                        <p:par>
                          <p:cTn id="651" fill="hold">
                            <p:stCondLst>
                              <p:cond delay="0"/>
                            </p:stCondLst>
                            <p:childTnLst>
                              <p:par>
                                <p:cTn id="6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4"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8"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2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6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7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8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1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2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7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8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1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5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9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4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5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8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9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0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4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5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6" fill="hold">
                      <p:stCondLst>
                        <p:cond delay="indefinite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0"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4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5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6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9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4"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8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2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6"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1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2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6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0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1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2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3" fill="hold">
                            <p:stCondLst>
                              <p:cond delay="2000"/>
                            </p:stCondLst>
                            <p:childTnLst>
                              <p:par>
                                <p:cTn id="75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6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2500"/>
                            </p:stCondLst>
                            <p:childTnLst>
                              <p:par>
                                <p:cTn id="7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5" grpId="0"/>
      <p:bldP spid="36" grpId="0"/>
      <p:bldP spid="43" grpId="0" animBg="1"/>
      <p:bldP spid="44" grpId="0" animBg="1"/>
      <p:bldP spid="45" grpId="0"/>
      <p:bldP spid="46" grpId="0"/>
      <p:bldP spid="47" grpId="0" animBg="1"/>
      <p:bldP spid="48" grpId="0"/>
      <p:bldP spid="49" grpId="0" animBg="1"/>
      <p:bldP spid="50" grpId="0" animBg="1"/>
      <p:bldP spid="51" grpId="0"/>
      <p:bldP spid="52" grpId="0"/>
      <p:bldP spid="53" grpId="0" animBg="1"/>
      <p:bldP spid="54" grpId="0"/>
      <p:bldP spid="55" grpId="0" animBg="1"/>
      <p:bldP spid="56" grpId="0" animBg="1"/>
      <p:bldP spid="57" grpId="0"/>
      <p:bldP spid="58" grpId="0"/>
      <p:bldP spid="59" grpId="0" animBg="1"/>
      <p:bldP spid="60" grpId="0"/>
      <p:bldP spid="61" grpId="0" animBg="1"/>
      <p:bldP spid="62" grpId="0" animBg="1"/>
      <p:bldP spid="63" grpId="0"/>
      <p:bldP spid="64" grpId="0"/>
      <p:bldP spid="65" grpId="0" animBg="1"/>
      <p:bldP spid="66" grpId="0"/>
      <p:bldP spid="42" grpId="0" animBg="1"/>
      <p:bldP spid="67" grpId="0" animBg="1"/>
      <p:bldP spid="68" grpId="0" animBg="1"/>
      <p:bldP spid="70" grpId="0"/>
      <p:bldP spid="71" grpId="0"/>
      <p:bldP spid="72" grpId="0"/>
      <p:bldP spid="74" grpId="0" animBg="1"/>
      <p:bldP spid="75" grpId="0" animBg="1"/>
      <p:bldP spid="76" grpId="0" animBg="1"/>
      <p:bldP spid="78" grpId="0"/>
      <p:bldP spid="79" grpId="0"/>
      <p:bldP spid="80" grpId="0"/>
      <p:bldP spid="83" grpId="0" animBg="1"/>
      <p:bldP spid="84" grpId="0"/>
      <p:bldP spid="85" grpId="0" animBg="1"/>
      <p:bldP spid="88" grpId="0" animBg="1"/>
      <p:bldP spid="89" grpId="0" animBg="1"/>
      <p:bldP spid="90" grpId="0" animBg="1"/>
      <p:bldP spid="92" grpId="0"/>
      <p:bldP spid="93" grpId="0"/>
      <p:bldP spid="94" grpId="0"/>
      <p:bldP spid="97" grpId="0" animBg="1"/>
      <p:bldP spid="4" grpId="0" animBg="1"/>
      <p:bldP spid="34" grpId="0" animBg="1"/>
      <p:bldP spid="37" grpId="0" animBg="1"/>
      <p:bldP spid="38" grpId="0"/>
      <p:bldP spid="39" grpId="0"/>
      <p:bldP spid="40" grpId="0"/>
      <p:bldP spid="41" grpId="0" animBg="1"/>
      <p:bldP spid="69" grpId="0" animBg="1"/>
      <p:bldP spid="73" grpId="0" animBg="1"/>
      <p:bldP spid="77" grpId="0"/>
      <p:bldP spid="81" grpId="0"/>
      <p:bldP spid="82" grpId="0"/>
      <p:bldP spid="87" grpId="0" animBg="1"/>
      <p:bldP spid="91" grpId="0"/>
      <p:bldP spid="95" grpId="0" animBg="1"/>
      <p:bldP spid="99" grpId="0" animBg="1"/>
      <p:bldP spid="100" grpId="0" animBg="1"/>
      <p:bldP spid="101" grpId="0" animBg="1"/>
      <p:bldP spid="102" grpId="0"/>
      <p:bldP spid="103" grpId="0"/>
      <p:bldP spid="104" grpId="0"/>
      <p:bldP spid="106" grpId="0" animBg="1"/>
      <p:bldP spid="130" grpId="0" animBg="1"/>
      <p:bldP spid="131" grpId="0" animBg="1"/>
      <p:bldP spid="132" grpId="0" animBg="1"/>
      <p:bldP spid="133" grpId="0"/>
      <p:bldP spid="134" grpId="0"/>
      <p:bldP spid="135" grpId="0"/>
      <p:bldP spid="136" grpId="0" animBg="1"/>
      <p:bldP spid="137" grpId="0" animBg="1"/>
      <p:bldP spid="138" grpId="0" animBg="1"/>
      <p:bldP spid="139" grpId="0"/>
      <p:bldP spid="140" grpId="0"/>
      <p:bldP spid="141" grpId="0"/>
      <p:bldP spid="142" grpId="0" animBg="1"/>
      <p:bldP spid="143" grpId="0"/>
      <p:bldP spid="144" grpId="0" animBg="1"/>
      <p:bldP spid="146" grpId="0" animBg="1"/>
      <p:bldP spid="147" grpId="0" animBg="1"/>
      <p:bldP spid="148" grpId="0" animBg="1"/>
      <p:bldP spid="149" grpId="0"/>
      <p:bldP spid="150" grpId="0"/>
      <p:bldP spid="151" grpId="0"/>
      <p:bldP spid="153" grpId="0" animBg="1"/>
      <p:bldP spid="154" grpId="0" animBg="1"/>
      <p:bldP spid="155" grpId="0" animBg="1"/>
      <p:bldP spid="156" grpId="0" animBg="1"/>
      <p:bldP spid="157" grpId="0"/>
      <p:bldP spid="158" grpId="0"/>
      <p:bldP spid="159" grpId="0"/>
      <p:bldP spid="160" grpId="0" animBg="1"/>
      <p:bldP spid="161" grpId="0" animBg="1"/>
      <p:bldP spid="162" grpId="0" animBg="1"/>
      <p:bldP spid="163" grpId="0"/>
      <p:bldP spid="164" grpId="0"/>
      <p:bldP spid="165" grpId="0"/>
      <p:bldP spid="166" grpId="0" animBg="1"/>
      <p:bldP spid="167" grpId="0"/>
      <p:bldP spid="168" grpId="0" animBg="1"/>
      <p:bldP spid="170" grpId="0" animBg="1"/>
      <p:bldP spid="171" grpId="0" animBg="1"/>
      <p:bldP spid="172" grpId="0" animBg="1"/>
      <p:bldP spid="173" grpId="0"/>
      <p:bldP spid="174" grpId="0"/>
      <p:bldP spid="175" grpId="0"/>
      <p:bldP spid="177" grpId="0" animBg="1"/>
      <p:bldP spid="178" grpId="0" animBg="1"/>
      <p:bldP spid="6" grpId="0" animBg="1"/>
      <p:bldP spid="107" grpId="0" animBg="1"/>
      <p:bldP spid="10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7AAC9-74AB-9765-C8D1-AFAE5F74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85" y="29117"/>
            <a:ext cx="9971621" cy="655498"/>
          </a:xfrm>
        </p:spPr>
        <p:txBody>
          <a:bodyPr/>
          <a:lstStyle/>
          <a:p>
            <a:r>
              <a:rPr lang="en-US" sz="3200" dirty="0"/>
              <a:t>Memory [</a:t>
            </a:r>
            <a:r>
              <a:rPr lang="en-US" sz="3200" dirty="0">
                <a:solidFill>
                  <a:srgbClr val="00B050"/>
                </a:solidFill>
              </a:rPr>
              <a:t>signed</a:t>
            </a:r>
            <a:r>
              <a:rPr lang="en-US" sz="3200" dirty="0"/>
              <a:t>] (Range &amp; Storage) 4 bits 2</a:t>
            </a:r>
            <a:r>
              <a:rPr lang="en-US" sz="3200" baseline="30000" dirty="0"/>
              <a:t>4</a:t>
            </a:r>
            <a:r>
              <a:rPr lang="en-US" sz="3200" dirty="0"/>
              <a:t>=16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37EF9-7467-873B-4A0E-627FA1FD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334" y="6543913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D55CB9C-8B84-8073-CADB-2D9EA20577E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63288" y="6537664"/>
            <a:ext cx="131318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5FDDE-4FCE-46FC-9D1E-82E2067BF07D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C1191-AC93-5540-16D0-E70010C12F7D}"/>
              </a:ext>
            </a:extLst>
          </p:cNvPr>
          <p:cNvSpPr/>
          <p:nvPr/>
        </p:nvSpPr>
        <p:spPr>
          <a:xfrm>
            <a:off x="919879" y="128700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EEEFF8-38F0-A6FA-DC7B-FA51230640F0}"/>
              </a:ext>
            </a:extLst>
          </p:cNvPr>
          <p:cNvSpPr/>
          <p:nvPr/>
        </p:nvSpPr>
        <p:spPr>
          <a:xfrm>
            <a:off x="1654271" y="128700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F608F1-7086-6129-962F-12240B1F3F2A}"/>
              </a:ext>
            </a:extLst>
          </p:cNvPr>
          <p:cNvSpPr/>
          <p:nvPr/>
        </p:nvSpPr>
        <p:spPr>
          <a:xfrm>
            <a:off x="908668" y="805367"/>
            <a:ext cx="2908179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8       4       2       1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17D1B-B808-2225-ECBA-D3E43D7536B6}"/>
              </a:ext>
            </a:extLst>
          </p:cNvPr>
          <p:cNvSpPr/>
          <p:nvPr/>
        </p:nvSpPr>
        <p:spPr>
          <a:xfrm>
            <a:off x="918452" y="187523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05686-EC91-4287-F0D9-3218EDEB0A2F}"/>
              </a:ext>
            </a:extLst>
          </p:cNvPr>
          <p:cNvSpPr/>
          <p:nvPr/>
        </p:nvSpPr>
        <p:spPr>
          <a:xfrm>
            <a:off x="1652844" y="187523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C6F-DE16-1749-3AF7-1027FFCF7973}"/>
              </a:ext>
            </a:extLst>
          </p:cNvPr>
          <p:cNvSpPr/>
          <p:nvPr/>
        </p:nvSpPr>
        <p:spPr>
          <a:xfrm>
            <a:off x="918453" y="247344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0AB37A-7733-4B09-254F-2ECAB4D40306}"/>
              </a:ext>
            </a:extLst>
          </p:cNvPr>
          <p:cNvSpPr/>
          <p:nvPr/>
        </p:nvSpPr>
        <p:spPr>
          <a:xfrm>
            <a:off x="1652845" y="2473440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267FD-5A21-6645-9FE6-F3A65663A0AD}"/>
              </a:ext>
            </a:extLst>
          </p:cNvPr>
          <p:cNvSpPr/>
          <p:nvPr/>
        </p:nvSpPr>
        <p:spPr>
          <a:xfrm>
            <a:off x="926999" y="305455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3F9119-F5B6-5F1D-7692-8D0858C1F5A9}"/>
              </a:ext>
            </a:extLst>
          </p:cNvPr>
          <p:cNvSpPr/>
          <p:nvPr/>
        </p:nvSpPr>
        <p:spPr>
          <a:xfrm>
            <a:off x="1661391" y="305455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9E9022-138B-B7A7-71AB-407D08AFF30B}"/>
              </a:ext>
            </a:extLst>
          </p:cNvPr>
          <p:cNvSpPr/>
          <p:nvPr/>
        </p:nvSpPr>
        <p:spPr>
          <a:xfrm>
            <a:off x="4165770" y="772382"/>
            <a:ext cx="185883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weights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3B6F0F-B22A-29C9-65E1-89886B22711D}"/>
              </a:ext>
            </a:extLst>
          </p:cNvPr>
          <p:cNvSpPr/>
          <p:nvPr/>
        </p:nvSpPr>
        <p:spPr>
          <a:xfrm>
            <a:off x="176928" y="1237756"/>
            <a:ext cx="658026" cy="475514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7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6279E1-FCF2-0339-F899-4164988ABEE8}"/>
              </a:ext>
            </a:extLst>
          </p:cNvPr>
          <p:cNvSpPr txBox="1">
            <a:spLocks/>
          </p:cNvSpPr>
          <p:nvPr/>
        </p:nvSpPr>
        <p:spPr>
          <a:xfrm>
            <a:off x="1020497" y="120108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CDFFC4B-3E86-55B9-046C-21BFB318A539}"/>
              </a:ext>
            </a:extLst>
          </p:cNvPr>
          <p:cNvSpPr txBox="1">
            <a:spLocks/>
          </p:cNvSpPr>
          <p:nvPr/>
        </p:nvSpPr>
        <p:spPr>
          <a:xfrm>
            <a:off x="1744398" y="118643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2847338-5DF6-51D6-74FC-55AE638D37DE}"/>
              </a:ext>
            </a:extLst>
          </p:cNvPr>
          <p:cNvSpPr txBox="1">
            <a:spLocks/>
          </p:cNvSpPr>
          <p:nvPr/>
        </p:nvSpPr>
        <p:spPr>
          <a:xfrm>
            <a:off x="1005849" y="179309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1E94A7-5DAE-708E-215E-74668AA4B7AF}"/>
              </a:ext>
            </a:extLst>
          </p:cNvPr>
          <p:cNvSpPr txBox="1">
            <a:spLocks/>
          </p:cNvSpPr>
          <p:nvPr/>
        </p:nvSpPr>
        <p:spPr>
          <a:xfrm>
            <a:off x="1729750" y="178723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59075-44E2-8326-3FDB-31B429F49A9D}"/>
              </a:ext>
            </a:extLst>
          </p:cNvPr>
          <p:cNvSpPr txBox="1">
            <a:spLocks/>
          </p:cNvSpPr>
          <p:nvPr/>
        </p:nvSpPr>
        <p:spPr>
          <a:xfrm>
            <a:off x="999034" y="238369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461EB23-F53B-8515-BF5A-3E23FBDCC5C4}"/>
              </a:ext>
            </a:extLst>
          </p:cNvPr>
          <p:cNvSpPr txBox="1">
            <a:spLocks/>
          </p:cNvSpPr>
          <p:nvPr/>
        </p:nvSpPr>
        <p:spPr>
          <a:xfrm>
            <a:off x="1722935" y="237784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D7DF63A-DB52-C2CF-98B0-B6927544A88D}"/>
              </a:ext>
            </a:extLst>
          </p:cNvPr>
          <p:cNvSpPr txBox="1">
            <a:spLocks/>
          </p:cNvSpPr>
          <p:nvPr/>
        </p:nvSpPr>
        <p:spPr>
          <a:xfrm>
            <a:off x="983391" y="296454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2FF9852-D8D1-CF6F-A269-4E82A369951F}"/>
              </a:ext>
            </a:extLst>
          </p:cNvPr>
          <p:cNvSpPr txBox="1">
            <a:spLocks/>
          </p:cNvSpPr>
          <p:nvPr/>
        </p:nvSpPr>
        <p:spPr>
          <a:xfrm>
            <a:off x="1707292" y="2958686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7EFF32-9A6B-4E0F-F520-F457EE00CCBE}"/>
              </a:ext>
            </a:extLst>
          </p:cNvPr>
          <p:cNvSpPr/>
          <p:nvPr/>
        </p:nvSpPr>
        <p:spPr>
          <a:xfrm>
            <a:off x="9331933" y="1395470"/>
            <a:ext cx="1516392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Smallest number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D1B173-E41C-24E4-57B8-98030460CB1F}"/>
              </a:ext>
            </a:extLst>
          </p:cNvPr>
          <p:cNvSpPr/>
          <p:nvPr/>
        </p:nvSpPr>
        <p:spPr>
          <a:xfrm>
            <a:off x="2385297" y="12798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BF4FE0-C063-AC72-0DCE-EDEC5673A2A9}"/>
              </a:ext>
            </a:extLst>
          </p:cNvPr>
          <p:cNvSpPr/>
          <p:nvPr/>
        </p:nvSpPr>
        <p:spPr>
          <a:xfrm>
            <a:off x="2385297" y="188356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C4203-C88E-B578-508E-892C58471FE4}"/>
              </a:ext>
            </a:extLst>
          </p:cNvPr>
          <p:cNvSpPr/>
          <p:nvPr/>
        </p:nvSpPr>
        <p:spPr>
          <a:xfrm>
            <a:off x="2380961" y="248866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65D68-FD06-90AB-CCD0-D56076F56CC0}"/>
              </a:ext>
            </a:extLst>
          </p:cNvPr>
          <p:cNvSpPr/>
          <p:nvPr/>
        </p:nvSpPr>
        <p:spPr>
          <a:xfrm>
            <a:off x="2385775" y="306334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16AFF43-770B-E058-1252-497F40D52A32}"/>
              </a:ext>
            </a:extLst>
          </p:cNvPr>
          <p:cNvSpPr txBox="1">
            <a:spLocks/>
          </p:cNvSpPr>
          <p:nvPr/>
        </p:nvSpPr>
        <p:spPr>
          <a:xfrm>
            <a:off x="2426641" y="118500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83C4A44-1BA6-57AF-8210-95BD7F3F9D9B}"/>
              </a:ext>
            </a:extLst>
          </p:cNvPr>
          <p:cNvSpPr txBox="1">
            <a:spLocks/>
          </p:cNvSpPr>
          <p:nvPr/>
        </p:nvSpPr>
        <p:spPr>
          <a:xfrm>
            <a:off x="2451759" y="180062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3992A5A-D436-8523-F86E-4DF5586E561A}"/>
              </a:ext>
            </a:extLst>
          </p:cNvPr>
          <p:cNvSpPr txBox="1">
            <a:spLocks/>
          </p:cNvSpPr>
          <p:nvPr/>
        </p:nvSpPr>
        <p:spPr>
          <a:xfrm>
            <a:off x="2457327" y="23938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40C95AC-219F-5D76-2D13-7CA884DA83DF}"/>
              </a:ext>
            </a:extLst>
          </p:cNvPr>
          <p:cNvSpPr txBox="1">
            <a:spLocks/>
          </p:cNvSpPr>
          <p:nvPr/>
        </p:nvSpPr>
        <p:spPr>
          <a:xfrm>
            <a:off x="2457327" y="298039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7EC880-05BB-3450-B605-F702B009A376}"/>
              </a:ext>
            </a:extLst>
          </p:cNvPr>
          <p:cNvSpPr/>
          <p:nvPr/>
        </p:nvSpPr>
        <p:spPr>
          <a:xfrm>
            <a:off x="922185" y="365466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6F8112-BF67-10CC-7F5B-B6B65CCE7F53}"/>
              </a:ext>
            </a:extLst>
          </p:cNvPr>
          <p:cNvSpPr/>
          <p:nvPr/>
        </p:nvSpPr>
        <p:spPr>
          <a:xfrm>
            <a:off x="1656577" y="365466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6EB09FC-96DC-93A2-F088-EFF156DBF00C}"/>
              </a:ext>
            </a:extLst>
          </p:cNvPr>
          <p:cNvSpPr txBox="1">
            <a:spLocks/>
          </p:cNvSpPr>
          <p:nvPr/>
        </p:nvSpPr>
        <p:spPr>
          <a:xfrm>
            <a:off x="978577" y="35646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DB7A7282-3985-4FF2-E826-B4D706ADDFF7}"/>
              </a:ext>
            </a:extLst>
          </p:cNvPr>
          <p:cNvSpPr txBox="1">
            <a:spLocks/>
          </p:cNvSpPr>
          <p:nvPr/>
        </p:nvSpPr>
        <p:spPr>
          <a:xfrm>
            <a:off x="1702478" y="355880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2FBEBF-5B36-07D0-518D-D62EE068E0AD}"/>
              </a:ext>
            </a:extLst>
          </p:cNvPr>
          <p:cNvSpPr/>
          <p:nvPr/>
        </p:nvSpPr>
        <p:spPr>
          <a:xfrm>
            <a:off x="2380961" y="366345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0032C5D-88D6-72AD-34BF-1DA73E3CFF21}"/>
              </a:ext>
            </a:extLst>
          </p:cNvPr>
          <p:cNvSpPr txBox="1">
            <a:spLocks/>
          </p:cNvSpPr>
          <p:nvPr/>
        </p:nvSpPr>
        <p:spPr>
          <a:xfrm>
            <a:off x="2452513" y="358051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6D3B13-ACE3-FB2B-A5AB-B53067E995B4}"/>
              </a:ext>
            </a:extLst>
          </p:cNvPr>
          <p:cNvSpPr/>
          <p:nvPr/>
        </p:nvSpPr>
        <p:spPr>
          <a:xfrm>
            <a:off x="922185" y="424304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7C3B0C-262F-0E1F-6992-250DF2ACFFCD}"/>
              </a:ext>
            </a:extLst>
          </p:cNvPr>
          <p:cNvSpPr/>
          <p:nvPr/>
        </p:nvSpPr>
        <p:spPr>
          <a:xfrm>
            <a:off x="1656577" y="424304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87F3FB8A-AC34-B2A4-BEB1-028E4CE08B7C}"/>
              </a:ext>
            </a:extLst>
          </p:cNvPr>
          <p:cNvSpPr txBox="1">
            <a:spLocks/>
          </p:cNvSpPr>
          <p:nvPr/>
        </p:nvSpPr>
        <p:spPr>
          <a:xfrm>
            <a:off x="978577" y="415304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C2F4E13-74AC-1988-5F95-48AF5F40C5DA}"/>
              </a:ext>
            </a:extLst>
          </p:cNvPr>
          <p:cNvSpPr txBox="1">
            <a:spLocks/>
          </p:cNvSpPr>
          <p:nvPr/>
        </p:nvSpPr>
        <p:spPr>
          <a:xfrm>
            <a:off x="1702478" y="414718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A3C792-6088-5EC6-AAF6-562B185D63E0}"/>
              </a:ext>
            </a:extLst>
          </p:cNvPr>
          <p:cNvSpPr/>
          <p:nvPr/>
        </p:nvSpPr>
        <p:spPr>
          <a:xfrm>
            <a:off x="2380961" y="425183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B6DBDC8B-A0BB-B354-B714-AA6C15DBE036}"/>
              </a:ext>
            </a:extLst>
          </p:cNvPr>
          <p:cNvSpPr txBox="1">
            <a:spLocks/>
          </p:cNvSpPr>
          <p:nvPr/>
        </p:nvSpPr>
        <p:spPr>
          <a:xfrm>
            <a:off x="2452513" y="416889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C4CBD4-7F64-288A-B352-DDB476DFCEA1}"/>
              </a:ext>
            </a:extLst>
          </p:cNvPr>
          <p:cNvSpPr/>
          <p:nvPr/>
        </p:nvSpPr>
        <p:spPr>
          <a:xfrm>
            <a:off x="922185" y="483142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87F7036-82D1-FE99-14BD-76EF6CA37C48}"/>
              </a:ext>
            </a:extLst>
          </p:cNvPr>
          <p:cNvSpPr/>
          <p:nvPr/>
        </p:nvSpPr>
        <p:spPr>
          <a:xfrm>
            <a:off x="1656577" y="483142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D44E299-6265-650D-B9E3-E13517128379}"/>
              </a:ext>
            </a:extLst>
          </p:cNvPr>
          <p:cNvSpPr txBox="1">
            <a:spLocks/>
          </p:cNvSpPr>
          <p:nvPr/>
        </p:nvSpPr>
        <p:spPr>
          <a:xfrm>
            <a:off x="978577" y="474142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3399F5BE-ED91-EB15-A8E9-7EED18877761}"/>
              </a:ext>
            </a:extLst>
          </p:cNvPr>
          <p:cNvSpPr txBox="1">
            <a:spLocks/>
          </p:cNvSpPr>
          <p:nvPr/>
        </p:nvSpPr>
        <p:spPr>
          <a:xfrm>
            <a:off x="1702478" y="473556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067579E-A8CB-B87D-5A5E-0A89376765B7}"/>
              </a:ext>
            </a:extLst>
          </p:cNvPr>
          <p:cNvSpPr/>
          <p:nvPr/>
        </p:nvSpPr>
        <p:spPr>
          <a:xfrm>
            <a:off x="2380961" y="484021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B20EFD44-4418-5B2F-0AAF-10D98FCC2F27}"/>
              </a:ext>
            </a:extLst>
          </p:cNvPr>
          <p:cNvSpPr txBox="1">
            <a:spLocks/>
          </p:cNvSpPr>
          <p:nvPr/>
        </p:nvSpPr>
        <p:spPr>
          <a:xfrm>
            <a:off x="2452513" y="475727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67C2D5-2A3F-124D-3EAE-6BA5B6E80F99}"/>
              </a:ext>
            </a:extLst>
          </p:cNvPr>
          <p:cNvSpPr/>
          <p:nvPr/>
        </p:nvSpPr>
        <p:spPr>
          <a:xfrm>
            <a:off x="909029" y="544721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638D67-B737-B945-646E-2FAA4FF97627}"/>
              </a:ext>
            </a:extLst>
          </p:cNvPr>
          <p:cNvSpPr/>
          <p:nvPr/>
        </p:nvSpPr>
        <p:spPr>
          <a:xfrm>
            <a:off x="1643421" y="544721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70FB5707-866E-3B59-98F0-463FBF79FB11}"/>
              </a:ext>
            </a:extLst>
          </p:cNvPr>
          <p:cNvSpPr txBox="1">
            <a:spLocks/>
          </p:cNvSpPr>
          <p:nvPr/>
        </p:nvSpPr>
        <p:spPr>
          <a:xfrm>
            <a:off x="965421" y="535720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6F227A7C-BB6E-BA34-D118-ADB0EC2F24BD}"/>
              </a:ext>
            </a:extLst>
          </p:cNvPr>
          <p:cNvSpPr txBox="1">
            <a:spLocks/>
          </p:cNvSpPr>
          <p:nvPr/>
        </p:nvSpPr>
        <p:spPr>
          <a:xfrm>
            <a:off x="1689322" y="535135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74F102B-61A7-FE78-E801-A84AC8384DBC}"/>
              </a:ext>
            </a:extLst>
          </p:cNvPr>
          <p:cNvSpPr/>
          <p:nvPr/>
        </p:nvSpPr>
        <p:spPr>
          <a:xfrm>
            <a:off x="2367805" y="54560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E1A40BB7-BF73-0834-EAF1-74FB542B29E8}"/>
              </a:ext>
            </a:extLst>
          </p:cNvPr>
          <p:cNvSpPr txBox="1">
            <a:spLocks/>
          </p:cNvSpPr>
          <p:nvPr/>
        </p:nvSpPr>
        <p:spPr>
          <a:xfrm>
            <a:off x="2439357" y="537306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7C62672-B4E8-3752-5564-6DEB4E73C4B5}"/>
              </a:ext>
            </a:extLst>
          </p:cNvPr>
          <p:cNvSpPr/>
          <p:nvPr/>
        </p:nvSpPr>
        <p:spPr>
          <a:xfrm>
            <a:off x="5634187" y="1337522"/>
            <a:ext cx="742757" cy="475514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CEAA4CD-38D3-CE7A-1621-5657ABDC8978}"/>
              </a:ext>
            </a:extLst>
          </p:cNvPr>
          <p:cNvSpPr/>
          <p:nvPr/>
        </p:nvSpPr>
        <p:spPr>
          <a:xfrm>
            <a:off x="3116323" y="127985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9423B3D-3957-3186-999A-08EB024A077D}"/>
              </a:ext>
            </a:extLst>
          </p:cNvPr>
          <p:cNvSpPr/>
          <p:nvPr/>
        </p:nvSpPr>
        <p:spPr>
          <a:xfrm>
            <a:off x="3129790" y="188356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186A9BA-9954-7CF5-0F76-5AAECEAD3399}"/>
              </a:ext>
            </a:extLst>
          </p:cNvPr>
          <p:cNvSpPr/>
          <p:nvPr/>
        </p:nvSpPr>
        <p:spPr>
          <a:xfrm>
            <a:off x="3124197" y="248866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08317D-7B39-2813-1B05-A9B642996D20}"/>
              </a:ext>
            </a:extLst>
          </p:cNvPr>
          <p:cNvSpPr/>
          <p:nvPr/>
        </p:nvSpPr>
        <p:spPr>
          <a:xfrm>
            <a:off x="3124197" y="307073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AEDDAB0-6848-BA1A-D35F-9299F233D980}"/>
              </a:ext>
            </a:extLst>
          </p:cNvPr>
          <p:cNvSpPr/>
          <p:nvPr/>
        </p:nvSpPr>
        <p:spPr>
          <a:xfrm>
            <a:off x="3124197" y="365293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03FDA10-4E6D-5FF3-24E2-D9B90BC3EAB8}"/>
              </a:ext>
            </a:extLst>
          </p:cNvPr>
          <p:cNvSpPr/>
          <p:nvPr/>
        </p:nvSpPr>
        <p:spPr>
          <a:xfrm>
            <a:off x="3124197" y="484831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54867DB-7E80-E130-26D1-F25CBC9278DC}"/>
              </a:ext>
            </a:extLst>
          </p:cNvPr>
          <p:cNvSpPr/>
          <p:nvPr/>
        </p:nvSpPr>
        <p:spPr>
          <a:xfrm>
            <a:off x="3124197" y="4254234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BBAFB3E-F5D5-E161-526C-4E0C060FFC0B}"/>
              </a:ext>
            </a:extLst>
          </p:cNvPr>
          <p:cNvSpPr/>
          <p:nvPr/>
        </p:nvSpPr>
        <p:spPr>
          <a:xfrm>
            <a:off x="3115405" y="54560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CFD5CE17-F4AA-FD17-2DB8-498163846C9A}"/>
              </a:ext>
            </a:extLst>
          </p:cNvPr>
          <p:cNvSpPr/>
          <p:nvPr/>
        </p:nvSpPr>
        <p:spPr>
          <a:xfrm>
            <a:off x="6376944" y="847989"/>
            <a:ext cx="2908179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8       4       2       1</a:t>
            </a:r>
          </a:p>
        </p:txBody>
      </p:sp>
      <p:sp>
        <p:nvSpPr>
          <p:cNvPr id="133" name="Content Placeholder 2">
            <a:extLst>
              <a:ext uri="{FF2B5EF4-FFF2-40B4-BE49-F238E27FC236}">
                <a16:creationId xmlns:a16="http://schemas.microsoft.com/office/drawing/2014/main" id="{6C0BA190-7B46-56E4-0EF3-324D3BB924AB}"/>
              </a:ext>
            </a:extLst>
          </p:cNvPr>
          <p:cNvSpPr txBox="1">
            <a:spLocks/>
          </p:cNvSpPr>
          <p:nvPr/>
        </p:nvSpPr>
        <p:spPr>
          <a:xfrm>
            <a:off x="3181499" y="118219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53FC1-2C76-D389-0116-40A9FA3CA481}"/>
              </a:ext>
            </a:extLst>
          </p:cNvPr>
          <p:cNvSpPr txBox="1">
            <a:spLocks/>
          </p:cNvSpPr>
          <p:nvPr/>
        </p:nvSpPr>
        <p:spPr>
          <a:xfrm>
            <a:off x="3195884" y="179081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9B0669-1B11-CB83-2588-A183F1D18396}"/>
              </a:ext>
            </a:extLst>
          </p:cNvPr>
          <p:cNvSpPr txBox="1">
            <a:spLocks/>
          </p:cNvSpPr>
          <p:nvPr/>
        </p:nvSpPr>
        <p:spPr>
          <a:xfrm>
            <a:off x="3187817" y="240478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1067A87-5226-0678-3ACF-94414A7FE651}"/>
              </a:ext>
            </a:extLst>
          </p:cNvPr>
          <p:cNvSpPr txBox="1">
            <a:spLocks/>
          </p:cNvSpPr>
          <p:nvPr/>
        </p:nvSpPr>
        <p:spPr>
          <a:xfrm>
            <a:off x="3190290" y="299634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4AF506AB-5F43-D525-DB50-01E35EBBABA6}"/>
              </a:ext>
            </a:extLst>
          </p:cNvPr>
          <p:cNvSpPr txBox="1">
            <a:spLocks/>
          </p:cNvSpPr>
          <p:nvPr/>
        </p:nvSpPr>
        <p:spPr>
          <a:xfrm>
            <a:off x="3193748" y="356466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C7F8FB7-DB62-375E-5519-DB5B31A8B451}"/>
              </a:ext>
            </a:extLst>
          </p:cNvPr>
          <p:cNvSpPr txBox="1">
            <a:spLocks/>
          </p:cNvSpPr>
          <p:nvPr/>
        </p:nvSpPr>
        <p:spPr>
          <a:xfrm>
            <a:off x="3202785" y="417655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F0939DCC-4C09-C875-CB36-72AA52EC0381}"/>
              </a:ext>
            </a:extLst>
          </p:cNvPr>
          <p:cNvSpPr txBox="1">
            <a:spLocks/>
          </p:cNvSpPr>
          <p:nvPr/>
        </p:nvSpPr>
        <p:spPr>
          <a:xfrm>
            <a:off x="3202784" y="476026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8F839D9-A7D8-FD99-7BE1-4CAF62F6E0CE}"/>
              </a:ext>
            </a:extLst>
          </p:cNvPr>
          <p:cNvSpPr txBox="1">
            <a:spLocks/>
          </p:cNvSpPr>
          <p:nvPr/>
        </p:nvSpPr>
        <p:spPr>
          <a:xfrm>
            <a:off x="3197090" y="536623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E4E8D2A-9580-5506-3EF6-9E3FA07A4264}"/>
              </a:ext>
            </a:extLst>
          </p:cNvPr>
          <p:cNvSpPr/>
          <p:nvPr/>
        </p:nvSpPr>
        <p:spPr>
          <a:xfrm>
            <a:off x="6442355" y="137997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AEAF403-EE4A-B7E8-417D-2D2182F49FF2}"/>
              </a:ext>
            </a:extLst>
          </p:cNvPr>
          <p:cNvSpPr/>
          <p:nvPr/>
        </p:nvSpPr>
        <p:spPr>
          <a:xfrm>
            <a:off x="7176747" y="137997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5E9A31C-A5F2-3193-1182-571FB4F18C14}"/>
              </a:ext>
            </a:extLst>
          </p:cNvPr>
          <p:cNvSpPr/>
          <p:nvPr/>
        </p:nvSpPr>
        <p:spPr>
          <a:xfrm>
            <a:off x="6440928" y="196820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E863756-0116-5E35-8309-59D4A3B4F252}"/>
              </a:ext>
            </a:extLst>
          </p:cNvPr>
          <p:cNvSpPr/>
          <p:nvPr/>
        </p:nvSpPr>
        <p:spPr>
          <a:xfrm>
            <a:off x="7175320" y="196820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3BFF834-366D-ACCC-F620-2C508F13D678}"/>
              </a:ext>
            </a:extLst>
          </p:cNvPr>
          <p:cNvSpPr/>
          <p:nvPr/>
        </p:nvSpPr>
        <p:spPr>
          <a:xfrm>
            <a:off x="6440929" y="256641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091B02-B9EB-AC86-BE90-0FA1C6C1ACFF}"/>
              </a:ext>
            </a:extLst>
          </p:cNvPr>
          <p:cNvSpPr/>
          <p:nvPr/>
        </p:nvSpPr>
        <p:spPr>
          <a:xfrm>
            <a:off x="7175321" y="2566411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15B9A3F-EFD0-5BA2-6012-DD04DCD5B5B2}"/>
              </a:ext>
            </a:extLst>
          </p:cNvPr>
          <p:cNvSpPr/>
          <p:nvPr/>
        </p:nvSpPr>
        <p:spPr>
          <a:xfrm>
            <a:off x="6449475" y="314752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7AED2A4-5C8B-B5F4-9F21-97859E703F44}"/>
              </a:ext>
            </a:extLst>
          </p:cNvPr>
          <p:cNvSpPr/>
          <p:nvPr/>
        </p:nvSpPr>
        <p:spPr>
          <a:xfrm>
            <a:off x="7183867" y="3147522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F5D9B5F8-E45D-BFD4-B763-696ED1A30B94}"/>
              </a:ext>
            </a:extLst>
          </p:cNvPr>
          <p:cNvSpPr txBox="1">
            <a:spLocks/>
          </p:cNvSpPr>
          <p:nvPr/>
        </p:nvSpPr>
        <p:spPr>
          <a:xfrm>
            <a:off x="6542973" y="129405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B2E169C5-2385-F343-EA90-9B64303C4B7A}"/>
              </a:ext>
            </a:extLst>
          </p:cNvPr>
          <p:cNvSpPr txBox="1">
            <a:spLocks/>
          </p:cNvSpPr>
          <p:nvPr/>
        </p:nvSpPr>
        <p:spPr>
          <a:xfrm>
            <a:off x="7266874" y="127940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C5F1C790-B4A4-2E7F-031C-DFE1EBDD020A}"/>
              </a:ext>
            </a:extLst>
          </p:cNvPr>
          <p:cNvSpPr txBox="1">
            <a:spLocks/>
          </p:cNvSpPr>
          <p:nvPr/>
        </p:nvSpPr>
        <p:spPr>
          <a:xfrm>
            <a:off x="6528325" y="188606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386363EE-D565-1E81-F47A-DA848C8F6E03}"/>
              </a:ext>
            </a:extLst>
          </p:cNvPr>
          <p:cNvSpPr txBox="1">
            <a:spLocks/>
          </p:cNvSpPr>
          <p:nvPr/>
        </p:nvSpPr>
        <p:spPr>
          <a:xfrm>
            <a:off x="7252226" y="188021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88" name="Content Placeholder 2">
            <a:extLst>
              <a:ext uri="{FF2B5EF4-FFF2-40B4-BE49-F238E27FC236}">
                <a16:creationId xmlns:a16="http://schemas.microsoft.com/office/drawing/2014/main" id="{2781B915-1B16-F213-FD31-1581569029A7}"/>
              </a:ext>
            </a:extLst>
          </p:cNvPr>
          <p:cNvSpPr txBox="1">
            <a:spLocks/>
          </p:cNvSpPr>
          <p:nvPr/>
        </p:nvSpPr>
        <p:spPr>
          <a:xfrm>
            <a:off x="6521510" y="2476669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39A2ABCE-94DA-9C64-4296-1CD4FF830049}"/>
              </a:ext>
            </a:extLst>
          </p:cNvPr>
          <p:cNvSpPr txBox="1">
            <a:spLocks/>
          </p:cNvSpPr>
          <p:nvPr/>
        </p:nvSpPr>
        <p:spPr>
          <a:xfrm>
            <a:off x="7245411" y="247081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B43FB337-7BD2-94E3-2895-F55162169B7C}"/>
              </a:ext>
            </a:extLst>
          </p:cNvPr>
          <p:cNvSpPr txBox="1">
            <a:spLocks/>
          </p:cNvSpPr>
          <p:nvPr/>
        </p:nvSpPr>
        <p:spPr>
          <a:xfrm>
            <a:off x="6505867" y="305751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38AE3842-8F70-2FCD-115D-4BAC6DB338C1}"/>
              </a:ext>
            </a:extLst>
          </p:cNvPr>
          <p:cNvSpPr txBox="1">
            <a:spLocks/>
          </p:cNvSpPr>
          <p:nvPr/>
        </p:nvSpPr>
        <p:spPr>
          <a:xfrm>
            <a:off x="7229768" y="3051657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CE9E7F2-9247-9236-594F-1C3290CC790E}"/>
              </a:ext>
            </a:extLst>
          </p:cNvPr>
          <p:cNvSpPr/>
          <p:nvPr/>
        </p:nvSpPr>
        <p:spPr>
          <a:xfrm>
            <a:off x="7907773" y="137282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5447AAF-2A08-3580-90EF-EB53F0F4C4F0}"/>
              </a:ext>
            </a:extLst>
          </p:cNvPr>
          <p:cNvSpPr/>
          <p:nvPr/>
        </p:nvSpPr>
        <p:spPr>
          <a:xfrm>
            <a:off x="7907773" y="197653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6D157C4-7FC9-200F-F696-61D98197997F}"/>
              </a:ext>
            </a:extLst>
          </p:cNvPr>
          <p:cNvSpPr/>
          <p:nvPr/>
        </p:nvSpPr>
        <p:spPr>
          <a:xfrm>
            <a:off x="7903437" y="258163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4A6886-9C6F-286D-03DE-E457E1EA8991}"/>
              </a:ext>
            </a:extLst>
          </p:cNvPr>
          <p:cNvSpPr/>
          <p:nvPr/>
        </p:nvSpPr>
        <p:spPr>
          <a:xfrm>
            <a:off x="7908251" y="315631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028D9984-AACB-8E6C-A687-9E22BC0A6CB3}"/>
              </a:ext>
            </a:extLst>
          </p:cNvPr>
          <p:cNvSpPr txBox="1">
            <a:spLocks/>
          </p:cNvSpPr>
          <p:nvPr/>
        </p:nvSpPr>
        <p:spPr>
          <a:xfrm>
            <a:off x="7949117" y="1277975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7" name="Content Placeholder 2">
            <a:extLst>
              <a:ext uri="{FF2B5EF4-FFF2-40B4-BE49-F238E27FC236}">
                <a16:creationId xmlns:a16="http://schemas.microsoft.com/office/drawing/2014/main" id="{B87F97D5-5F3B-EA21-0EDB-A4E55F4D443D}"/>
              </a:ext>
            </a:extLst>
          </p:cNvPr>
          <p:cNvSpPr txBox="1">
            <a:spLocks/>
          </p:cNvSpPr>
          <p:nvPr/>
        </p:nvSpPr>
        <p:spPr>
          <a:xfrm>
            <a:off x="7974235" y="189359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98" name="Content Placeholder 2">
            <a:extLst>
              <a:ext uri="{FF2B5EF4-FFF2-40B4-BE49-F238E27FC236}">
                <a16:creationId xmlns:a16="http://schemas.microsoft.com/office/drawing/2014/main" id="{97A00CC7-EC32-26B6-8636-5870D4AA8B8E}"/>
              </a:ext>
            </a:extLst>
          </p:cNvPr>
          <p:cNvSpPr txBox="1">
            <a:spLocks/>
          </p:cNvSpPr>
          <p:nvPr/>
        </p:nvSpPr>
        <p:spPr>
          <a:xfrm>
            <a:off x="7979803" y="248683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BEAFB04F-2B7F-24B3-231A-A7CE151498FE}"/>
              </a:ext>
            </a:extLst>
          </p:cNvPr>
          <p:cNvSpPr txBox="1">
            <a:spLocks/>
          </p:cNvSpPr>
          <p:nvPr/>
        </p:nvSpPr>
        <p:spPr>
          <a:xfrm>
            <a:off x="7979803" y="307336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992693D-1E02-A51E-4E3F-E85F3D6DBBFC}"/>
              </a:ext>
            </a:extLst>
          </p:cNvPr>
          <p:cNvSpPr/>
          <p:nvPr/>
        </p:nvSpPr>
        <p:spPr>
          <a:xfrm>
            <a:off x="6444661" y="374763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701808-05F9-0F35-A91C-07C8466223DC}"/>
              </a:ext>
            </a:extLst>
          </p:cNvPr>
          <p:cNvSpPr/>
          <p:nvPr/>
        </p:nvSpPr>
        <p:spPr>
          <a:xfrm>
            <a:off x="7179053" y="374763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2" name="Content Placeholder 2">
            <a:extLst>
              <a:ext uri="{FF2B5EF4-FFF2-40B4-BE49-F238E27FC236}">
                <a16:creationId xmlns:a16="http://schemas.microsoft.com/office/drawing/2014/main" id="{D73BEBEC-3191-5772-02F9-7BBAA594B02D}"/>
              </a:ext>
            </a:extLst>
          </p:cNvPr>
          <p:cNvSpPr txBox="1">
            <a:spLocks/>
          </p:cNvSpPr>
          <p:nvPr/>
        </p:nvSpPr>
        <p:spPr>
          <a:xfrm>
            <a:off x="6501053" y="365763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82888029-1A44-9A5D-8207-1B1610D43448}"/>
              </a:ext>
            </a:extLst>
          </p:cNvPr>
          <p:cNvSpPr txBox="1">
            <a:spLocks/>
          </p:cNvSpPr>
          <p:nvPr/>
        </p:nvSpPr>
        <p:spPr>
          <a:xfrm>
            <a:off x="7224954" y="365177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10FC931-6E7D-E071-6E26-9ED6F5063A51}"/>
              </a:ext>
            </a:extLst>
          </p:cNvPr>
          <p:cNvSpPr/>
          <p:nvPr/>
        </p:nvSpPr>
        <p:spPr>
          <a:xfrm>
            <a:off x="7903437" y="375642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FD9B05A-3204-93BF-AA61-39BDDE32C01E}"/>
              </a:ext>
            </a:extLst>
          </p:cNvPr>
          <p:cNvSpPr txBox="1">
            <a:spLocks/>
          </p:cNvSpPr>
          <p:nvPr/>
        </p:nvSpPr>
        <p:spPr>
          <a:xfrm>
            <a:off x="7974989" y="367348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F305B8A-30E0-9A15-A34C-1A8B6D639248}"/>
              </a:ext>
            </a:extLst>
          </p:cNvPr>
          <p:cNvSpPr/>
          <p:nvPr/>
        </p:nvSpPr>
        <p:spPr>
          <a:xfrm>
            <a:off x="6444661" y="433601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A5CA5D0-1F06-D9A8-C02D-32294186A5CA}"/>
              </a:ext>
            </a:extLst>
          </p:cNvPr>
          <p:cNvSpPr/>
          <p:nvPr/>
        </p:nvSpPr>
        <p:spPr>
          <a:xfrm>
            <a:off x="7179053" y="433601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71322546-754C-2990-6DEE-6947C42E370B}"/>
              </a:ext>
            </a:extLst>
          </p:cNvPr>
          <p:cNvSpPr txBox="1">
            <a:spLocks/>
          </p:cNvSpPr>
          <p:nvPr/>
        </p:nvSpPr>
        <p:spPr>
          <a:xfrm>
            <a:off x="6501053" y="424601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09" name="Content Placeholder 2">
            <a:extLst>
              <a:ext uri="{FF2B5EF4-FFF2-40B4-BE49-F238E27FC236}">
                <a16:creationId xmlns:a16="http://schemas.microsoft.com/office/drawing/2014/main" id="{0F683981-3004-7357-F767-E8B4E74E1B84}"/>
              </a:ext>
            </a:extLst>
          </p:cNvPr>
          <p:cNvSpPr txBox="1">
            <a:spLocks/>
          </p:cNvSpPr>
          <p:nvPr/>
        </p:nvSpPr>
        <p:spPr>
          <a:xfrm>
            <a:off x="7224954" y="424015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E49820B-CE6A-CACE-C6B4-756759445F7D}"/>
              </a:ext>
            </a:extLst>
          </p:cNvPr>
          <p:cNvSpPr/>
          <p:nvPr/>
        </p:nvSpPr>
        <p:spPr>
          <a:xfrm>
            <a:off x="7903437" y="434480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54C2396C-82C0-B489-B1BF-26DA72C51F9D}"/>
              </a:ext>
            </a:extLst>
          </p:cNvPr>
          <p:cNvSpPr txBox="1">
            <a:spLocks/>
          </p:cNvSpPr>
          <p:nvPr/>
        </p:nvSpPr>
        <p:spPr>
          <a:xfrm>
            <a:off x="7974989" y="426186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E7FFA80-A8A7-2BAE-E25E-0C4738CC9AC4}"/>
              </a:ext>
            </a:extLst>
          </p:cNvPr>
          <p:cNvSpPr/>
          <p:nvPr/>
        </p:nvSpPr>
        <p:spPr>
          <a:xfrm>
            <a:off x="6444661" y="492439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B2E85CB-7528-E306-5306-406B16EBD236}"/>
              </a:ext>
            </a:extLst>
          </p:cNvPr>
          <p:cNvSpPr/>
          <p:nvPr/>
        </p:nvSpPr>
        <p:spPr>
          <a:xfrm>
            <a:off x="7179053" y="492439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4" name="Content Placeholder 2">
            <a:extLst>
              <a:ext uri="{FF2B5EF4-FFF2-40B4-BE49-F238E27FC236}">
                <a16:creationId xmlns:a16="http://schemas.microsoft.com/office/drawing/2014/main" id="{1346B1A9-6319-C2CA-5EF4-41C4D5CA3CDC}"/>
              </a:ext>
            </a:extLst>
          </p:cNvPr>
          <p:cNvSpPr txBox="1">
            <a:spLocks/>
          </p:cNvSpPr>
          <p:nvPr/>
        </p:nvSpPr>
        <p:spPr>
          <a:xfrm>
            <a:off x="6501053" y="483439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85C2BB54-15BB-F1CB-26D1-8E87CC373A26}"/>
              </a:ext>
            </a:extLst>
          </p:cNvPr>
          <p:cNvSpPr txBox="1">
            <a:spLocks/>
          </p:cNvSpPr>
          <p:nvPr/>
        </p:nvSpPr>
        <p:spPr>
          <a:xfrm>
            <a:off x="7224954" y="482853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D7F8012-AB55-519F-8079-59A680807293}"/>
              </a:ext>
            </a:extLst>
          </p:cNvPr>
          <p:cNvSpPr/>
          <p:nvPr/>
        </p:nvSpPr>
        <p:spPr>
          <a:xfrm>
            <a:off x="7903437" y="4933189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EB48ACFD-62FD-43D0-02B9-82B5143DC0F1}"/>
              </a:ext>
            </a:extLst>
          </p:cNvPr>
          <p:cNvSpPr txBox="1">
            <a:spLocks/>
          </p:cNvSpPr>
          <p:nvPr/>
        </p:nvSpPr>
        <p:spPr>
          <a:xfrm>
            <a:off x="7974989" y="4850244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8A05F89-DEA1-E8E1-A8F6-5CB9A98A52D1}"/>
              </a:ext>
            </a:extLst>
          </p:cNvPr>
          <p:cNvSpPr/>
          <p:nvPr/>
        </p:nvSpPr>
        <p:spPr>
          <a:xfrm>
            <a:off x="6431505" y="554018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943F6F3-6E08-CA0D-A2C7-238B6960D7B9}"/>
              </a:ext>
            </a:extLst>
          </p:cNvPr>
          <p:cNvSpPr/>
          <p:nvPr/>
        </p:nvSpPr>
        <p:spPr>
          <a:xfrm>
            <a:off x="7165897" y="554018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607E68C3-5EB0-62BC-1BAD-DA43BC67DBD4}"/>
              </a:ext>
            </a:extLst>
          </p:cNvPr>
          <p:cNvSpPr txBox="1">
            <a:spLocks/>
          </p:cNvSpPr>
          <p:nvPr/>
        </p:nvSpPr>
        <p:spPr>
          <a:xfrm>
            <a:off x="6487897" y="545018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74028E52-C5FF-EE67-9BB8-D41AE8798CBA}"/>
              </a:ext>
            </a:extLst>
          </p:cNvPr>
          <p:cNvSpPr txBox="1">
            <a:spLocks/>
          </p:cNvSpPr>
          <p:nvPr/>
        </p:nvSpPr>
        <p:spPr>
          <a:xfrm>
            <a:off x="7211798" y="544432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608EA3B-58B2-8A04-A643-A61916122289}"/>
              </a:ext>
            </a:extLst>
          </p:cNvPr>
          <p:cNvSpPr/>
          <p:nvPr/>
        </p:nvSpPr>
        <p:spPr>
          <a:xfrm>
            <a:off x="7890281" y="554897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01A33E72-7964-C8D7-FC2A-BBFD6577C692}"/>
              </a:ext>
            </a:extLst>
          </p:cNvPr>
          <p:cNvSpPr txBox="1">
            <a:spLocks/>
          </p:cNvSpPr>
          <p:nvPr/>
        </p:nvSpPr>
        <p:spPr>
          <a:xfrm>
            <a:off x="7961833" y="546603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C36BA31-D219-F9E1-F0CF-8A1838556971}"/>
              </a:ext>
            </a:extLst>
          </p:cNvPr>
          <p:cNvSpPr/>
          <p:nvPr/>
        </p:nvSpPr>
        <p:spPr>
          <a:xfrm>
            <a:off x="8638799" y="137282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4FC4BF3-866C-9A1B-380C-AEFA588A9DDA}"/>
              </a:ext>
            </a:extLst>
          </p:cNvPr>
          <p:cNvSpPr/>
          <p:nvPr/>
        </p:nvSpPr>
        <p:spPr>
          <a:xfrm>
            <a:off x="8652266" y="197653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F64BE2E-C7CA-B2D4-6DCA-26FA985317B9}"/>
              </a:ext>
            </a:extLst>
          </p:cNvPr>
          <p:cNvSpPr/>
          <p:nvPr/>
        </p:nvSpPr>
        <p:spPr>
          <a:xfrm>
            <a:off x="8646673" y="258163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35477C-54A3-B3FC-6F80-A4E96BBA205A}"/>
              </a:ext>
            </a:extLst>
          </p:cNvPr>
          <p:cNvSpPr/>
          <p:nvPr/>
        </p:nvSpPr>
        <p:spPr>
          <a:xfrm>
            <a:off x="8646673" y="3163707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EDE9BC6-16EA-D64A-DED3-C5E67AC7A1A2}"/>
              </a:ext>
            </a:extLst>
          </p:cNvPr>
          <p:cNvSpPr/>
          <p:nvPr/>
        </p:nvSpPr>
        <p:spPr>
          <a:xfrm>
            <a:off x="8646673" y="3745906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9BC2041-ADE8-DD08-8508-301583A133A6}"/>
              </a:ext>
            </a:extLst>
          </p:cNvPr>
          <p:cNvSpPr/>
          <p:nvPr/>
        </p:nvSpPr>
        <p:spPr>
          <a:xfrm>
            <a:off x="8646673" y="4941283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732FAE1-B903-2B0F-7AFC-25A90AF25F9D}"/>
              </a:ext>
            </a:extLst>
          </p:cNvPr>
          <p:cNvSpPr/>
          <p:nvPr/>
        </p:nvSpPr>
        <p:spPr>
          <a:xfrm>
            <a:off x="8646673" y="4347205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AD5524E-7964-6D30-4908-B59FE3A967C4}"/>
              </a:ext>
            </a:extLst>
          </p:cNvPr>
          <p:cNvSpPr/>
          <p:nvPr/>
        </p:nvSpPr>
        <p:spPr>
          <a:xfrm>
            <a:off x="8637881" y="5548978"/>
            <a:ext cx="658026" cy="49424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D50980BB-1CB8-47EE-82B2-E933B2E01012}"/>
              </a:ext>
            </a:extLst>
          </p:cNvPr>
          <p:cNvSpPr txBox="1">
            <a:spLocks/>
          </p:cNvSpPr>
          <p:nvPr/>
        </p:nvSpPr>
        <p:spPr>
          <a:xfrm>
            <a:off x="8703975" y="127517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36" name="Content Placeholder 2">
            <a:extLst>
              <a:ext uri="{FF2B5EF4-FFF2-40B4-BE49-F238E27FC236}">
                <a16:creationId xmlns:a16="http://schemas.microsoft.com/office/drawing/2014/main" id="{BEB0450F-8A4C-5D6E-1227-3EC6E40F7F0C}"/>
              </a:ext>
            </a:extLst>
          </p:cNvPr>
          <p:cNvSpPr txBox="1">
            <a:spLocks/>
          </p:cNvSpPr>
          <p:nvPr/>
        </p:nvSpPr>
        <p:spPr>
          <a:xfrm>
            <a:off x="8718360" y="1883790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B36A17D4-1E2D-4CA4-501E-80053D888F7B}"/>
              </a:ext>
            </a:extLst>
          </p:cNvPr>
          <p:cNvSpPr txBox="1">
            <a:spLocks/>
          </p:cNvSpPr>
          <p:nvPr/>
        </p:nvSpPr>
        <p:spPr>
          <a:xfrm>
            <a:off x="8710293" y="2497752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38" name="Content Placeholder 2">
            <a:extLst>
              <a:ext uri="{FF2B5EF4-FFF2-40B4-BE49-F238E27FC236}">
                <a16:creationId xmlns:a16="http://schemas.microsoft.com/office/drawing/2014/main" id="{0746FD7B-A833-4F89-D037-FD4C71A42806}"/>
              </a:ext>
            </a:extLst>
          </p:cNvPr>
          <p:cNvSpPr txBox="1">
            <a:spLocks/>
          </p:cNvSpPr>
          <p:nvPr/>
        </p:nvSpPr>
        <p:spPr>
          <a:xfrm>
            <a:off x="8712766" y="308931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D96A931C-DE19-4B19-5F59-C1D0F7BCF875}"/>
              </a:ext>
            </a:extLst>
          </p:cNvPr>
          <p:cNvSpPr txBox="1">
            <a:spLocks/>
          </p:cNvSpPr>
          <p:nvPr/>
        </p:nvSpPr>
        <p:spPr>
          <a:xfrm>
            <a:off x="8716224" y="3657631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40" name="Content Placeholder 2">
            <a:extLst>
              <a:ext uri="{FF2B5EF4-FFF2-40B4-BE49-F238E27FC236}">
                <a16:creationId xmlns:a16="http://schemas.microsoft.com/office/drawing/2014/main" id="{F09D900D-A558-F8AB-C4E8-4A29B668A321}"/>
              </a:ext>
            </a:extLst>
          </p:cNvPr>
          <p:cNvSpPr txBox="1">
            <a:spLocks/>
          </p:cNvSpPr>
          <p:nvPr/>
        </p:nvSpPr>
        <p:spPr>
          <a:xfrm>
            <a:off x="8725261" y="426952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41" name="Content Placeholder 2">
            <a:extLst>
              <a:ext uri="{FF2B5EF4-FFF2-40B4-BE49-F238E27FC236}">
                <a16:creationId xmlns:a16="http://schemas.microsoft.com/office/drawing/2014/main" id="{D074E218-99CD-FC89-8ED2-39E57BAF89AB}"/>
              </a:ext>
            </a:extLst>
          </p:cNvPr>
          <p:cNvSpPr txBox="1">
            <a:spLocks/>
          </p:cNvSpPr>
          <p:nvPr/>
        </p:nvSpPr>
        <p:spPr>
          <a:xfrm>
            <a:off x="8725260" y="4853238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42" name="Content Placeholder 2">
            <a:extLst>
              <a:ext uri="{FF2B5EF4-FFF2-40B4-BE49-F238E27FC236}">
                <a16:creationId xmlns:a16="http://schemas.microsoft.com/office/drawing/2014/main" id="{EB26B9C6-254F-057D-1A4E-C5FDFC4D67C8}"/>
              </a:ext>
            </a:extLst>
          </p:cNvPr>
          <p:cNvSpPr txBox="1">
            <a:spLocks/>
          </p:cNvSpPr>
          <p:nvPr/>
        </p:nvSpPr>
        <p:spPr>
          <a:xfrm>
            <a:off x="8719566" y="5459203"/>
            <a:ext cx="436351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60A5C800-C49B-0642-662F-711A99B36A26}"/>
              </a:ext>
            </a:extLst>
          </p:cNvPr>
          <p:cNvSpPr/>
          <p:nvPr/>
        </p:nvSpPr>
        <p:spPr>
          <a:xfrm>
            <a:off x="3804972" y="5521961"/>
            <a:ext cx="1380284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Largest number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09961AF-D4A3-8123-BA5A-9F6DAF19EAC8}"/>
              </a:ext>
            </a:extLst>
          </p:cNvPr>
          <p:cNvSpPr/>
          <p:nvPr/>
        </p:nvSpPr>
        <p:spPr>
          <a:xfrm>
            <a:off x="3933032" y="5873256"/>
            <a:ext cx="1676229" cy="65685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2</a:t>
            </a:r>
            <a:r>
              <a:rPr kumimoji="0" lang="en-US" sz="36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3 </a:t>
            </a:r>
            <a:r>
              <a:rPr kumimoji="0" lang="en-US" sz="36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- 1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47D1A1CF-DE9F-1853-F0B2-5301C47E0776}"/>
              </a:ext>
            </a:extLst>
          </p:cNvPr>
          <p:cNvSpPr txBox="1">
            <a:spLocks/>
          </p:cNvSpPr>
          <p:nvPr/>
        </p:nvSpPr>
        <p:spPr>
          <a:xfrm>
            <a:off x="9502846" y="3713350"/>
            <a:ext cx="2495134" cy="1757726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45720" rIns="0" bIns="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00584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Range of n bits unsigned memory = 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3000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Smallest  = </a:t>
            </a:r>
            <a:r>
              <a:rPr kumimoji="0" lang="en-US" sz="2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3000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n</a:t>
            </a:r>
            <a:endParaRPr kumimoji="0" lang="en-US" sz="2400" b="1" i="0" u="none" strike="noStrike" kern="1200" cap="none" spc="0" normalizeH="0" baseline="0" noProof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Largest = 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3000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</a:t>
            </a:r>
            <a:r>
              <a:rPr kumimoji="0" lang="en-US" sz="2400" b="1" i="0" u="none" strike="noStrike" kern="1200" cap="none" spc="0" normalizeH="0" baseline="0" noProof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-1</a:t>
            </a:r>
            <a:endParaRPr kumimoji="0" lang="en-US" sz="2400" b="1" i="0" u="none" strike="noStrike" kern="1200" cap="none" spc="0" normalizeH="0" baseline="0" noProof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DAC235C-0672-D0E6-5930-062B060C5C76}"/>
              </a:ext>
            </a:extLst>
          </p:cNvPr>
          <p:cNvSpPr/>
          <p:nvPr/>
        </p:nvSpPr>
        <p:spPr>
          <a:xfrm>
            <a:off x="9727325" y="3218885"/>
            <a:ext cx="2077817" cy="47737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5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conclusion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ED34564-609F-5A82-8C90-13E7B9AEEEEF}"/>
              </a:ext>
            </a:extLst>
          </p:cNvPr>
          <p:cNvSpPr/>
          <p:nvPr/>
        </p:nvSpPr>
        <p:spPr>
          <a:xfrm>
            <a:off x="9551317" y="759273"/>
            <a:ext cx="1676229" cy="65685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 - (2</a:t>
            </a:r>
            <a:r>
              <a:rPr kumimoji="0" lang="en-US" sz="36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3</a:t>
            </a:r>
            <a:r>
              <a:rPr kumimoji="0" lang="en-US" sz="3600" b="1" i="0" u="none" strike="noStrike" kern="120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  <a:r>
              <a:rPr kumimoji="0" lang="en-US" sz="3600" b="1" i="0" u="none" strike="noStrike" kern="1200" cap="none" spc="0" normalizeH="0" baseline="30000" noProof="0" dirty="0">
                <a:ln>
                  <a:solidFill>
                    <a:srgbClr val="000000"/>
                  </a:solidFill>
                </a:ln>
                <a:solidFill>
                  <a:srgbClr val="00B0F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solidFill>
                  <a:srgbClr val="000000"/>
                </a:solidFill>
              </a:ln>
              <a:solidFill>
                <a:srgbClr val="00B0F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7195D5C7-E9E1-B86D-A811-93FD6EF2E716}"/>
              </a:ext>
            </a:extLst>
          </p:cNvPr>
          <p:cNvSpPr/>
          <p:nvPr/>
        </p:nvSpPr>
        <p:spPr>
          <a:xfrm>
            <a:off x="912763" y="5980742"/>
            <a:ext cx="686502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Sign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5C90F55-865B-6956-B3E0-450177788977}"/>
              </a:ext>
            </a:extLst>
          </p:cNvPr>
          <p:cNvSpPr/>
          <p:nvPr/>
        </p:nvSpPr>
        <p:spPr>
          <a:xfrm>
            <a:off x="1661391" y="5988851"/>
            <a:ext cx="211204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41771700-28A3-F03B-92F1-16E53E81B361}"/>
              </a:ext>
            </a:extLst>
          </p:cNvPr>
          <p:cNvSpPr/>
          <p:nvPr/>
        </p:nvSpPr>
        <p:spPr>
          <a:xfrm>
            <a:off x="6461617" y="6090614"/>
            <a:ext cx="686502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Sign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77AF62F-0245-FA90-921E-9F85A64F173E}"/>
              </a:ext>
            </a:extLst>
          </p:cNvPr>
          <p:cNvSpPr/>
          <p:nvPr/>
        </p:nvSpPr>
        <p:spPr>
          <a:xfrm>
            <a:off x="7210245" y="6098723"/>
            <a:ext cx="2112040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48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000"/>
                            </p:stCondLst>
                            <p:childTnLst>
                              <p:par>
                                <p:cTn id="1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500"/>
                            </p:stCondLst>
                            <p:childTnLst>
                              <p:par>
                                <p:cTn id="15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000"/>
                            </p:stCondLst>
                            <p:childTnLst>
                              <p:par>
                                <p:cTn id="2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000"/>
                            </p:stCondLst>
                            <p:childTnLst>
                              <p:par>
                                <p:cTn id="2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0"/>
                            </p:stCondLst>
                            <p:childTnLst>
                              <p:par>
                                <p:cTn id="27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6000"/>
                            </p:stCondLst>
                            <p:childTnLst>
                              <p:par>
                                <p:cTn id="29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3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500"/>
                            </p:stCondLst>
                            <p:childTnLst>
                              <p:par>
                                <p:cTn id="36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2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6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1000"/>
                            </p:stCondLst>
                            <p:childTnLst>
                              <p:par>
                                <p:cTn id="37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1500"/>
                            </p:stCondLst>
                            <p:childTnLst>
                              <p:par>
                                <p:cTn id="39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2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0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000"/>
                            </p:stCondLst>
                            <p:childTnLst>
                              <p:par>
                                <p:cTn id="4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9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2500"/>
                            </p:stCondLst>
                            <p:childTnLst>
                              <p:par>
                                <p:cTn id="4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0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4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4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3500"/>
                            </p:stCondLst>
                            <p:childTnLst>
                              <p:par>
                                <p:cTn id="4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6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4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1000"/>
                            </p:stCondLst>
                            <p:childTnLst>
                              <p:par>
                                <p:cTn id="5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2000"/>
                            </p:stCondLst>
                            <p:childTnLst>
                              <p:par>
                                <p:cTn id="5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3000"/>
                            </p:stCondLst>
                            <p:childTnLst>
                              <p:par>
                                <p:cTn id="5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8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5000"/>
                            </p:stCondLst>
                            <p:childTnLst>
                              <p:par>
                                <p:cTn id="58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0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1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7" fill="hold">
                            <p:stCondLst>
                              <p:cond delay="6000"/>
                            </p:stCondLst>
                            <p:childTnLst>
                              <p:par>
                                <p:cTn id="60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2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0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7000"/>
                            </p:stCondLst>
                            <p:childTnLst>
                              <p:par>
                                <p:cTn id="6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6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7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3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5" fill="hold">
                            <p:stCondLst>
                              <p:cond delay="500"/>
                            </p:stCondLst>
                            <p:childTnLst>
                              <p:par>
                                <p:cTn id="6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8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3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8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>
                      <p:stCondLst>
                        <p:cond delay="indefinite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6" fill="hold">
                            <p:stCondLst>
                              <p:cond delay="500"/>
                            </p:stCondLst>
                            <p:childTnLst>
                              <p:par>
                                <p:cTn id="67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5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7" fill="hold">
                            <p:stCondLst>
                              <p:cond delay="500"/>
                            </p:stCondLst>
                            <p:childTnLst>
                              <p:par>
                                <p:cTn id="68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0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indefinite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8" fill="hold">
                            <p:stCondLst>
                              <p:cond delay="500"/>
                            </p:stCondLst>
                            <p:childTnLst>
                              <p:par>
                                <p:cTn id="69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5" grpId="0"/>
      <p:bldP spid="36" grpId="0"/>
      <p:bldP spid="43" grpId="0" animBg="1"/>
      <p:bldP spid="44" grpId="0" animBg="1"/>
      <p:bldP spid="45" grpId="0"/>
      <p:bldP spid="46" grpId="0"/>
      <p:bldP spid="47" grpId="0" animBg="1"/>
      <p:bldP spid="48" grpId="0"/>
      <p:bldP spid="49" grpId="0" animBg="1"/>
      <p:bldP spid="50" grpId="0" animBg="1"/>
      <p:bldP spid="51" grpId="0"/>
      <p:bldP spid="52" grpId="0"/>
      <p:bldP spid="53" grpId="0" animBg="1"/>
      <p:bldP spid="54" grpId="0"/>
      <p:bldP spid="55" grpId="0" animBg="1"/>
      <p:bldP spid="56" grpId="0" animBg="1"/>
      <p:bldP spid="57" grpId="0"/>
      <p:bldP spid="58" grpId="0"/>
      <p:bldP spid="59" grpId="0" animBg="1"/>
      <p:bldP spid="60" grpId="0"/>
      <p:bldP spid="61" grpId="0" animBg="1"/>
      <p:bldP spid="62" grpId="0" animBg="1"/>
      <p:bldP spid="63" grpId="0"/>
      <p:bldP spid="64" grpId="0"/>
      <p:bldP spid="65" grpId="0" animBg="1"/>
      <p:bldP spid="66" grpId="0"/>
      <p:bldP spid="42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131" grpId="0" animBg="1"/>
      <p:bldP spid="133" grpId="0"/>
      <p:bldP spid="3" grpId="0"/>
      <p:bldP spid="4" grpId="0"/>
      <p:bldP spid="27" grpId="0"/>
      <p:bldP spid="39" grpId="0"/>
      <p:bldP spid="40" grpId="0"/>
      <p:bldP spid="41" grpId="0"/>
      <p:bldP spid="75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 animBg="1"/>
      <p:bldP spid="93" grpId="0" animBg="1"/>
      <p:bldP spid="94" grpId="0" animBg="1"/>
      <p:bldP spid="95" grpId="0" animBg="1"/>
      <p:bldP spid="96" grpId="0"/>
      <p:bldP spid="97" grpId="0"/>
      <p:bldP spid="98" grpId="0"/>
      <p:bldP spid="99" grpId="0"/>
      <p:bldP spid="100" grpId="0" animBg="1"/>
      <p:bldP spid="101" grpId="0" animBg="1"/>
      <p:bldP spid="102" grpId="0"/>
      <p:bldP spid="103" grpId="0"/>
      <p:bldP spid="104" grpId="0" animBg="1"/>
      <p:bldP spid="105" grpId="0"/>
      <p:bldP spid="106" grpId="0" animBg="1"/>
      <p:bldP spid="107" grpId="0" animBg="1"/>
      <p:bldP spid="108" grpId="0"/>
      <p:bldP spid="109" grpId="0"/>
      <p:bldP spid="110" grpId="0" animBg="1"/>
      <p:bldP spid="111" grpId="0"/>
      <p:bldP spid="112" grpId="0" animBg="1"/>
      <p:bldP spid="113" grpId="0" animBg="1"/>
      <p:bldP spid="114" grpId="0"/>
      <p:bldP spid="115" grpId="0"/>
      <p:bldP spid="116" grpId="0" animBg="1"/>
      <p:bldP spid="117" grpId="0"/>
      <p:bldP spid="118" grpId="0" animBg="1"/>
      <p:bldP spid="119" grpId="0" animBg="1"/>
      <p:bldP spid="120" grpId="0"/>
      <p:bldP spid="121" grpId="0"/>
      <p:bldP spid="122" grpId="0" animBg="1"/>
      <p:bldP spid="123" grpId="0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4" grpId="0" animBg="1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 animBg="1"/>
      <p:bldP spid="144" grpId="0" animBg="1"/>
      <p:bldP spid="34" grpId="0" animBg="1"/>
      <p:bldP spid="37" grpId="0" animBg="1"/>
      <p:bldP spid="38" grpId="0" animBg="1"/>
      <p:bldP spid="132" grpId="0" animBg="1"/>
      <p:bldP spid="145" grpId="0" animBg="1"/>
      <p:bldP spid="146" grpId="0" animBg="1"/>
      <p:bldP spid="1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B1879-FF4C-5537-0E06-1E493F8B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97F24-A0F2-D790-3396-6AADA2D3B24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8C1698-A3D9-47F0-9199-711ECD47ED75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D363E3B-0A8F-784C-9BEB-68833A61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84" y="576139"/>
            <a:ext cx="10401300" cy="1325563"/>
          </a:xfrm>
        </p:spPr>
        <p:txBody>
          <a:bodyPr/>
          <a:lstStyle/>
          <a:p>
            <a:r>
              <a:rPr lang="en-US" dirty="0"/>
              <a:t>Variable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11C2C7-625A-8492-FE5D-4408A5AE4C28}"/>
              </a:ext>
            </a:extLst>
          </p:cNvPr>
          <p:cNvSpPr txBox="1">
            <a:spLocks/>
          </p:cNvSpPr>
          <p:nvPr/>
        </p:nvSpPr>
        <p:spPr>
          <a:xfrm>
            <a:off x="567985" y="2230068"/>
            <a:ext cx="6975816" cy="4051793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 named memory location.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Modifiers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applied on variable: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signed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(can store both positive &amp; negative values)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unsigned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(can store only positive values)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Size of Values that can be stored in a variable: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signed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variable can store.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	-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 to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-1 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unsigned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variable can store. 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	0   to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-1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D5A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	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D5A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D5A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7EBC8722-C246-8ADA-4035-4624D6492C6F}"/>
              </a:ext>
            </a:extLst>
          </p:cNvPr>
          <p:cNvSpPr/>
          <p:nvPr/>
        </p:nvSpPr>
        <p:spPr>
          <a:xfrm>
            <a:off x="4499152" y="5033357"/>
            <a:ext cx="688623" cy="1248504"/>
          </a:xfrm>
          <a:prstGeom prst="rightBrac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614303-9C31-EF81-12C7-1B6AD5DEA4FB}"/>
              </a:ext>
            </a:extLst>
          </p:cNvPr>
          <p:cNvSpPr/>
          <p:nvPr/>
        </p:nvSpPr>
        <p:spPr>
          <a:xfrm>
            <a:off x="5221959" y="5117611"/>
            <a:ext cx="2206556" cy="834782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/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 is the number of bits for data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963D6D-5A66-FEB3-E0E1-EC3AFA9577C2}"/>
              </a:ext>
            </a:extLst>
          </p:cNvPr>
          <p:cNvSpPr txBox="1">
            <a:spLocks/>
          </p:cNvSpPr>
          <p:nvPr/>
        </p:nvSpPr>
        <p:spPr>
          <a:xfrm>
            <a:off x="8239377" y="2841674"/>
            <a:ext cx="2487237" cy="196800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short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&amp;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long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are also modifiers that can shorten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(reduces in half)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or extend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(doubles)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the size of a variable, as the name suggests.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(on most compilers)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880D63-2D8D-947B-DE74-786A052AA412}"/>
              </a:ext>
            </a:extLst>
          </p:cNvPr>
          <p:cNvSpPr txBox="1">
            <a:spLocks/>
          </p:cNvSpPr>
          <p:nvPr/>
        </p:nvSpPr>
        <p:spPr>
          <a:xfrm>
            <a:off x="2875085" y="563203"/>
            <a:ext cx="5996353" cy="148511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Rules: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variable name can :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arenBoth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contain only alphabets, digits &amp; underscore ( _ )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arenBoth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begin with an alphabet or underscore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arenBoth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not contain space or any special symbol (except underscore)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arenBoth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not have same name incase of multiple variables.</a:t>
            </a:r>
          </a:p>
        </p:txBody>
      </p:sp>
    </p:spTree>
    <p:extLst>
      <p:ext uri="{BB962C8B-B14F-4D97-AF65-F5344CB8AC3E}">
        <p14:creationId xmlns:p14="http://schemas.microsoft.com/office/powerpoint/2010/main" val="15124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  <p:bldP spid="3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B1879-FF4C-5537-0E06-1E493F8B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97F24-A0F2-D790-3396-6AADA2D3B24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8C1698-A3D9-47F0-9199-711ECD47ED75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D363E3B-0A8F-784C-9BEB-68833A61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84" y="576139"/>
            <a:ext cx="10401300" cy="1325563"/>
          </a:xfrm>
        </p:spPr>
        <p:txBody>
          <a:bodyPr/>
          <a:lstStyle/>
          <a:p>
            <a:r>
              <a:rPr lang="en-US" dirty="0"/>
              <a:t>Declaration Instruction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911C2C7-625A-8492-FE5D-4408A5AE4C28}"/>
              </a:ext>
            </a:extLst>
          </p:cNvPr>
          <p:cNvSpPr txBox="1">
            <a:spLocks/>
          </p:cNvSpPr>
          <p:nvPr/>
        </p:nvSpPr>
        <p:spPr>
          <a:xfrm>
            <a:off x="567984" y="2230068"/>
            <a:ext cx="7037361" cy="4102151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Are used to declare a variable.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D5A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Syntax:      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D5A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modifier    data-type   variable-name;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Default modifier is signed.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“char” can store characters (a single character in single quotes).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“int” can store integers (numbers without decimal point)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“float” &amp; “double” can store real numbers or floating-point numbers (with decimal point)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D5A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D5A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0BEF82-3723-5626-9E53-F5DC94E04132}"/>
              </a:ext>
            </a:extLst>
          </p:cNvPr>
          <p:cNvSpPr/>
          <p:nvPr/>
        </p:nvSpPr>
        <p:spPr>
          <a:xfrm>
            <a:off x="7459011" y="2792601"/>
            <a:ext cx="1438812" cy="4048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char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EB0D69-1B87-9171-30DD-B6560026E62B}"/>
              </a:ext>
            </a:extLst>
          </p:cNvPr>
          <p:cNvSpPr/>
          <p:nvPr/>
        </p:nvSpPr>
        <p:spPr>
          <a:xfrm>
            <a:off x="7459011" y="3244367"/>
            <a:ext cx="1438812" cy="4048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int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23D0BF-1FC5-213D-F10C-4F7F12F78F62}"/>
              </a:ext>
            </a:extLst>
          </p:cNvPr>
          <p:cNvSpPr/>
          <p:nvPr/>
        </p:nvSpPr>
        <p:spPr>
          <a:xfrm>
            <a:off x="7459011" y="3718411"/>
            <a:ext cx="1438812" cy="4048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float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8E4076-4491-2C9F-C259-3B43C7A44281}"/>
              </a:ext>
            </a:extLst>
          </p:cNvPr>
          <p:cNvSpPr/>
          <p:nvPr/>
        </p:nvSpPr>
        <p:spPr>
          <a:xfrm>
            <a:off x="7459011" y="4202310"/>
            <a:ext cx="1438812" cy="4048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 w="9525">
                  <a:solidFill>
                    <a:srgbClr val="000000"/>
                  </a:solidFill>
                  <a:prstDash val="solid"/>
                </a:ln>
                <a:solidFill>
                  <a:srgbClr val="A9D4DB">
                    <a:lumMod val="60000"/>
                    <a:lumOff val="40000"/>
                  </a:srgbClr>
                </a:solidFill>
                <a:effectLst>
                  <a:outerShdw blurRad="12700" dist="38100" dir="2700000" algn="tl" rotWithShape="0">
                    <a:srgbClr val="000000">
                      <a:lumMod val="50000"/>
                    </a:srgbClr>
                  </a:outerShdw>
                </a:effectLst>
                <a:uLnTx/>
                <a:uFillTx/>
                <a:latin typeface="Franklin Gothic Book"/>
                <a:ea typeface="+mn-ea"/>
                <a:cs typeface="+mn-cs"/>
              </a:rPr>
              <a:t>double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C7311DDA-1AFC-A6B8-5D1A-E1E3E8DD92F8}"/>
              </a:ext>
            </a:extLst>
          </p:cNvPr>
          <p:cNvSpPr/>
          <p:nvPr/>
        </p:nvSpPr>
        <p:spPr>
          <a:xfrm>
            <a:off x="3736731" y="2567354"/>
            <a:ext cx="1406769" cy="53633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A31308B-E191-F64C-1445-291FD3DAA3D6}"/>
              </a:ext>
            </a:extLst>
          </p:cNvPr>
          <p:cNvSpPr/>
          <p:nvPr/>
        </p:nvSpPr>
        <p:spPr>
          <a:xfrm>
            <a:off x="5161084" y="2504425"/>
            <a:ext cx="2175214" cy="2268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10E7B6-D7A6-9BC2-83B7-D2BF782A19CB}"/>
              </a:ext>
            </a:extLst>
          </p:cNvPr>
          <p:cNvSpPr/>
          <p:nvPr/>
        </p:nvSpPr>
        <p:spPr>
          <a:xfrm>
            <a:off x="7353882" y="2361561"/>
            <a:ext cx="3812346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4 primitive types available in C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85E87F-2A31-1671-6C79-914EF5584545}"/>
              </a:ext>
            </a:extLst>
          </p:cNvPr>
          <p:cNvSpPr/>
          <p:nvPr/>
        </p:nvSpPr>
        <p:spPr>
          <a:xfrm>
            <a:off x="8980465" y="2810186"/>
            <a:ext cx="1104125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1Byte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F320958-0EE1-8417-4BFD-ABFECDFC0AA4}"/>
              </a:ext>
            </a:extLst>
          </p:cNvPr>
          <p:cNvSpPr/>
          <p:nvPr/>
        </p:nvSpPr>
        <p:spPr>
          <a:xfrm>
            <a:off x="8980465" y="3273410"/>
            <a:ext cx="1104125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4Bytes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F6114D-44F8-2834-1144-031DA0EAEA4E}"/>
              </a:ext>
            </a:extLst>
          </p:cNvPr>
          <p:cNvSpPr/>
          <p:nvPr/>
        </p:nvSpPr>
        <p:spPr>
          <a:xfrm>
            <a:off x="8980274" y="3736634"/>
            <a:ext cx="1104125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4Bytes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5EE0C2-4005-1D0E-5FBF-8D5308CC08FD}"/>
              </a:ext>
            </a:extLst>
          </p:cNvPr>
          <p:cNvSpPr/>
          <p:nvPr/>
        </p:nvSpPr>
        <p:spPr>
          <a:xfrm>
            <a:off x="8980274" y="4211634"/>
            <a:ext cx="1104125" cy="40119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8Bytes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660BDD-8DE3-38D4-6E16-F53D2060DBDB}"/>
              </a:ext>
            </a:extLst>
          </p:cNvPr>
          <p:cNvSpPr/>
          <p:nvPr/>
        </p:nvSpPr>
        <p:spPr>
          <a:xfrm>
            <a:off x="10121119" y="2810186"/>
            <a:ext cx="1304381" cy="18614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On most compilers</a:t>
            </a:r>
          </a:p>
        </p:txBody>
      </p:sp>
      <p:sp>
        <p:nvSpPr>
          <p:cNvPr id="22" name="Frame 21">
            <a:extLst>
              <a:ext uri="{FF2B5EF4-FFF2-40B4-BE49-F238E27FC236}">
                <a16:creationId xmlns:a16="http://schemas.microsoft.com/office/drawing/2014/main" id="{C0821664-BB03-AAAF-6BCC-0978E7622CF8}"/>
              </a:ext>
            </a:extLst>
          </p:cNvPr>
          <p:cNvSpPr/>
          <p:nvPr/>
        </p:nvSpPr>
        <p:spPr>
          <a:xfrm>
            <a:off x="2420452" y="2591468"/>
            <a:ext cx="1218403" cy="53633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63B77DA9-4E35-41A0-57C9-BB34CB89E28F}"/>
              </a:ext>
            </a:extLst>
          </p:cNvPr>
          <p:cNvSpPr txBox="1">
            <a:spLocks/>
          </p:cNvSpPr>
          <p:nvPr/>
        </p:nvSpPr>
        <p:spPr>
          <a:xfrm>
            <a:off x="7459011" y="4791083"/>
            <a:ext cx="2453054" cy="187276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short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can be applied to only integers, reduces size in half.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long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can be applied to double and integer, doubles the size of double data type.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7ACA4DB-F55F-F705-0F1E-C3CC893106CF}"/>
              </a:ext>
            </a:extLst>
          </p:cNvPr>
          <p:cNvSpPr txBox="1">
            <a:spLocks/>
          </p:cNvSpPr>
          <p:nvPr/>
        </p:nvSpPr>
        <p:spPr>
          <a:xfrm>
            <a:off x="9939701" y="4791083"/>
            <a:ext cx="1982668" cy="187276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06742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signed &amp; unsigned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can only be applied to “int“ &amp; “char”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338BD-41B8-4B3E-AC37-E804A5C213B3}"/>
              </a:ext>
            </a:extLst>
          </p:cNvPr>
          <p:cNvSpPr txBox="1">
            <a:spLocks/>
          </p:cNvSpPr>
          <p:nvPr/>
        </p:nvSpPr>
        <p:spPr>
          <a:xfrm>
            <a:off x="2870688" y="832706"/>
            <a:ext cx="6211766" cy="38319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The order of the modifier and datatype can be changed.</a:t>
            </a:r>
          </a:p>
        </p:txBody>
      </p:sp>
    </p:spTree>
    <p:extLst>
      <p:ext uri="{BB962C8B-B14F-4D97-AF65-F5344CB8AC3E}">
        <p14:creationId xmlns:p14="http://schemas.microsoft.com/office/powerpoint/2010/main" val="341385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8" grpId="0" animBg="1"/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7619-E32F-4362-7876-E0933C93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 Instruction (examples)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9D408-B92B-A6EC-A050-6FB59F1304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280875"/>
            <a:ext cx="5595425" cy="35974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 x;   signed int X;</a:t>
            </a:r>
          </a:p>
          <a:p>
            <a:r>
              <a:rPr lang="en-US" dirty="0"/>
              <a:t>unsigned int y;    int unsigned Y; </a:t>
            </a:r>
          </a:p>
          <a:p>
            <a:r>
              <a:rPr lang="en-US" dirty="0"/>
              <a:t>float number; </a:t>
            </a:r>
          </a:p>
          <a:p>
            <a:r>
              <a:rPr lang="en-US" dirty="0"/>
              <a:t>double </a:t>
            </a:r>
            <a:r>
              <a:rPr lang="en-US" dirty="0" err="1"/>
              <a:t>abc</a:t>
            </a:r>
            <a:r>
              <a:rPr lang="en-US" dirty="0"/>
              <a:t>; </a:t>
            </a:r>
          </a:p>
          <a:p>
            <a:r>
              <a:rPr lang="en-US" dirty="0"/>
              <a:t>short int  _name </a:t>
            </a:r>
            <a:r>
              <a:rPr lang="en-US" b="1" dirty="0"/>
              <a:t>or</a:t>
            </a:r>
            <a:r>
              <a:rPr lang="en-US" dirty="0"/>
              <a:t> signed short int  _Name; unsigned short int  _Name;</a:t>
            </a:r>
          </a:p>
          <a:p>
            <a:r>
              <a:rPr lang="en-US" dirty="0"/>
              <a:t>long int Big_number9; </a:t>
            </a:r>
          </a:p>
          <a:p>
            <a:r>
              <a:rPr lang="en-US" dirty="0"/>
              <a:t>long double BIg_number9;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4DF9A-C083-8396-48E8-4CCD59125CA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884377" y="2521586"/>
            <a:ext cx="4490827" cy="3293402"/>
          </a:xfrm>
        </p:spPr>
        <p:txBody>
          <a:bodyPr/>
          <a:lstStyle/>
          <a:p>
            <a:r>
              <a:rPr lang="en-US" dirty="0"/>
              <a:t>int 9xxa, #bat;</a:t>
            </a:r>
          </a:p>
          <a:p>
            <a:r>
              <a:rPr lang="en-US" dirty="0"/>
              <a:t>float obtained marks;</a:t>
            </a:r>
          </a:p>
          <a:p>
            <a:r>
              <a:rPr lang="en-US" dirty="0"/>
              <a:t>char </a:t>
            </a:r>
            <a:r>
              <a:rPr lang="en-US" dirty="0" err="1"/>
              <a:t>bec</a:t>
            </a:r>
            <a:r>
              <a:rPr lang="en-US" dirty="0"/>
              <a:t>*d;</a:t>
            </a:r>
          </a:p>
          <a:p>
            <a:r>
              <a:rPr lang="en-US" dirty="0"/>
              <a:t>unsigned short char name;</a:t>
            </a:r>
          </a:p>
          <a:p>
            <a:r>
              <a:rPr lang="en-US" dirty="0"/>
              <a:t>long float </a:t>
            </a:r>
            <a:r>
              <a:rPr lang="en-US" dirty="0" err="1"/>
              <a:t>abc</a:t>
            </a:r>
            <a:r>
              <a:rPr lang="en-US" dirty="0"/>
              <a:t>;</a:t>
            </a:r>
          </a:p>
          <a:p>
            <a:r>
              <a:rPr lang="en-US" dirty="0"/>
              <a:t>unsigned double </a:t>
            </a:r>
            <a:r>
              <a:rPr lang="en-US" dirty="0" err="1"/>
              <a:t>Qq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7F2F2-3AD8-0E21-4AD6-86008637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BD613F-5E6C-E144-4A24-289EA27F54A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5FDDE-4FCE-46FC-9D1E-82E2067BF07D}" type="datetime1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1/20/2025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18C825-6A75-45C5-110A-8311D38AA206}"/>
              </a:ext>
            </a:extLst>
          </p:cNvPr>
          <p:cNvSpPr txBox="1">
            <a:spLocks/>
          </p:cNvSpPr>
          <p:nvPr/>
        </p:nvSpPr>
        <p:spPr>
          <a:xfrm>
            <a:off x="386861" y="5873459"/>
            <a:ext cx="8039292" cy="38319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Multiple variables of same type are separated by comma; e.g. int x, y , z 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302E53-1BC0-D642-6292-0587186EF312}"/>
              </a:ext>
            </a:extLst>
          </p:cNvPr>
          <p:cNvSpPr txBox="1">
            <a:spLocks/>
          </p:cNvSpPr>
          <p:nvPr/>
        </p:nvSpPr>
        <p:spPr>
          <a:xfrm>
            <a:off x="6796683" y="2136558"/>
            <a:ext cx="2083704" cy="38319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Invalid variables?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ED36140-D6D7-37FC-24A3-189E7DDE56FE}"/>
              </a:ext>
            </a:extLst>
          </p:cNvPr>
          <p:cNvSpPr txBox="1">
            <a:spLocks/>
          </p:cNvSpPr>
          <p:nvPr/>
        </p:nvSpPr>
        <p:spPr>
          <a:xfrm>
            <a:off x="594360" y="1772725"/>
            <a:ext cx="2083704" cy="38319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valid variables</a:t>
            </a:r>
          </a:p>
        </p:txBody>
      </p:sp>
    </p:spTree>
    <p:extLst>
      <p:ext uri="{BB962C8B-B14F-4D97-AF65-F5344CB8AC3E}">
        <p14:creationId xmlns:p14="http://schemas.microsoft.com/office/powerpoint/2010/main" val="140713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DE3B-0622-3684-611A-661DC49A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80752"/>
            <a:ext cx="10401300" cy="58028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sizeof</a:t>
            </a:r>
            <a:r>
              <a:rPr lang="en-US" dirty="0"/>
              <a:t> Operator (tells the size of datatype)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05D6C-6C8E-6F6E-F6DE-442487A7A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330" y="691019"/>
            <a:ext cx="8233117" cy="61051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 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int: “&lt;&lt; </a:t>
            </a:r>
            <a:r>
              <a:rPr lang="en-US" dirty="0" err="1"/>
              <a:t>sizeof</a:t>
            </a:r>
            <a:r>
              <a:rPr lang="en-US" dirty="0"/>
              <a:t>(int);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float: “&lt;&lt; </a:t>
            </a:r>
            <a:r>
              <a:rPr lang="en-US" dirty="0" err="1"/>
              <a:t>sizeof</a:t>
            </a:r>
            <a:r>
              <a:rPr lang="en-US" dirty="0"/>
              <a:t>(float);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double: “&lt;&lt; </a:t>
            </a:r>
            <a:r>
              <a:rPr lang="en-US" dirty="0" err="1"/>
              <a:t>sizeof</a:t>
            </a:r>
            <a:r>
              <a:rPr lang="en-US" dirty="0"/>
              <a:t>(double);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char: “&lt;&lt; </a:t>
            </a:r>
            <a:r>
              <a:rPr lang="en-US" dirty="0" err="1"/>
              <a:t>sizeof</a:t>
            </a:r>
            <a:r>
              <a:rPr lang="en-US" dirty="0"/>
              <a:t>(char);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int: “&lt;&lt; </a:t>
            </a:r>
            <a:r>
              <a:rPr lang="en-US" dirty="0" err="1"/>
              <a:t>sizeof</a:t>
            </a:r>
            <a:r>
              <a:rPr lang="en-US" dirty="0"/>
              <a:t>(short int);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long int: “&lt;&lt; </a:t>
            </a:r>
            <a:r>
              <a:rPr lang="en-US" dirty="0" err="1"/>
              <a:t>sizeof</a:t>
            </a:r>
            <a:r>
              <a:rPr lang="en-US" dirty="0"/>
              <a:t>(long int);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long </a:t>
            </a:r>
            <a:r>
              <a:rPr lang="en-US" dirty="0" err="1"/>
              <a:t>long</a:t>
            </a:r>
            <a:r>
              <a:rPr lang="en-US" dirty="0"/>
              <a:t> int: “&lt;&lt;</a:t>
            </a:r>
            <a:r>
              <a:rPr lang="en-US" dirty="0" err="1"/>
              <a:t>sizeof</a:t>
            </a:r>
            <a:r>
              <a:rPr lang="en-US" dirty="0"/>
              <a:t>(long </a:t>
            </a:r>
            <a:r>
              <a:rPr lang="en-US" dirty="0" err="1"/>
              <a:t>long</a:t>
            </a:r>
            <a:r>
              <a:rPr lang="en-US" dirty="0"/>
              <a:t> int);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&lt;&lt;"size of long double: “&lt;&lt; </a:t>
            </a:r>
            <a:r>
              <a:rPr lang="en-US" dirty="0" err="1"/>
              <a:t>sizeof</a:t>
            </a:r>
            <a:r>
              <a:rPr lang="en-US" dirty="0"/>
              <a:t>(long double);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63CF-B64C-5BB4-3127-AB3E95363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Samin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6E1C7-EC4A-EC1C-578F-76DBED43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860" y="6548492"/>
            <a:ext cx="523240" cy="247651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E8283B-55A7-4531-B812-042440F64485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04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rray_Castle">
            <a:hlinkClick r:id="" action="ppaction://media"/>
            <a:extLst>
              <a:ext uri="{FF2B5EF4-FFF2-40B4-BE49-F238E27FC236}">
                <a16:creationId xmlns:a16="http://schemas.microsoft.com/office/drawing/2014/main" id="{2773BAC8-8EE9-BDD1-DB5D-98FE7BBC1A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1272"/>
            <a:ext cx="12192000" cy="6857999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  <a:noFill/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AF5C2C9D-4743-5C78-7733-EC1A0F93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 anchor="b">
            <a:normAutofit/>
          </a:bodyPr>
          <a:lstStyle/>
          <a:p>
            <a:r>
              <a:rPr lang="en-US" dirty="0"/>
              <a:t>1-D Arrays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6A7885CD-1017-E5E5-9320-164F3F4F84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94360" y="6332221"/>
            <a:ext cx="523240" cy="247651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>
              <a:latin typeface="+mn-lt"/>
            </a:endParaRPr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79F259B4-3F2A-165D-B0A9-C530E7853ED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133648" y="6332221"/>
            <a:ext cx="1313180" cy="247651"/>
          </a:xfrm>
        </p:spPr>
        <p:txBody>
          <a:bodyPr/>
          <a:lstStyle/>
          <a:p>
            <a:pPr>
              <a:spcAft>
                <a:spcPts val="600"/>
              </a:spcAft>
            </a:pPr>
            <a:fld id="{AE7A3BE3-A3A4-4A31-B2D1-5C953E9DC527}" type="datetime1">
              <a:rPr lang="en-US" smtClean="0">
                <a:latin typeface="+mn-lt"/>
              </a:rPr>
              <a:pPr>
                <a:spcAft>
                  <a:spcPts val="600"/>
                </a:spcAft>
              </a:pPr>
              <a:t>1/20/2025</a:t>
            </a:fld>
            <a:endParaRPr lang="en-US">
              <a:latin typeface="+mn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4388FE-F46B-7CD5-E235-2D7857F01BF6}"/>
              </a:ext>
            </a:extLst>
          </p:cNvPr>
          <p:cNvGraphicFramePr>
            <a:graphicFrameLocks noGrp="1"/>
          </p:cNvGraphicFramePr>
          <p:nvPr/>
        </p:nvGraphicFramePr>
        <p:xfrm>
          <a:off x="7951314" y="6012552"/>
          <a:ext cx="3997851" cy="539743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355119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1419314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1223418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3974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1426B081-70AB-EA78-B0ED-39F4D1B7B50F}"/>
              </a:ext>
            </a:extLst>
          </p:cNvPr>
          <p:cNvGrpSpPr/>
          <p:nvPr/>
        </p:nvGrpSpPr>
        <p:grpSpPr>
          <a:xfrm>
            <a:off x="7152968" y="5861753"/>
            <a:ext cx="660406" cy="78450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7AD8603-3C52-D3C6-9417-2D9927D5FC23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800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D52B817A-45EC-02DF-E83D-1CD8257E2639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A</a:t>
              </a:r>
              <a:endParaRPr lang="en-PK" sz="2800" b="1" kern="1200" dirty="0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3F7084-16EB-641D-ABAE-3A83B37417D7}"/>
              </a:ext>
            </a:extLst>
          </p:cNvPr>
          <p:cNvSpPr/>
          <p:nvPr/>
        </p:nvSpPr>
        <p:spPr>
          <a:xfrm>
            <a:off x="8227195" y="5431543"/>
            <a:ext cx="803783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6E6171-2B56-74AF-807C-A9DAD2332AC3}"/>
              </a:ext>
            </a:extLst>
          </p:cNvPr>
          <p:cNvSpPr/>
          <p:nvPr/>
        </p:nvSpPr>
        <p:spPr>
          <a:xfrm>
            <a:off x="9548347" y="5475771"/>
            <a:ext cx="803783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25F175-F711-4EF4-4F53-A5A0AFDA1A05}"/>
              </a:ext>
            </a:extLst>
          </p:cNvPr>
          <p:cNvSpPr/>
          <p:nvPr/>
        </p:nvSpPr>
        <p:spPr>
          <a:xfrm>
            <a:off x="10869499" y="5494684"/>
            <a:ext cx="803783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846F35-53BC-1CE0-2865-BB9C728D3513}"/>
              </a:ext>
            </a:extLst>
          </p:cNvPr>
          <p:cNvSpPr/>
          <p:nvPr/>
        </p:nvSpPr>
        <p:spPr>
          <a:xfrm>
            <a:off x="8218142" y="6126810"/>
            <a:ext cx="870234" cy="2935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27C51-F769-A1E7-714A-008807894D3D}"/>
              </a:ext>
            </a:extLst>
          </p:cNvPr>
          <p:cNvSpPr/>
          <p:nvPr/>
        </p:nvSpPr>
        <p:spPr>
          <a:xfrm>
            <a:off x="9601191" y="6122342"/>
            <a:ext cx="870234" cy="2935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764631-BADE-C4EF-EDA8-1C8DE3F18E79}"/>
              </a:ext>
            </a:extLst>
          </p:cNvPr>
          <p:cNvSpPr/>
          <p:nvPr/>
        </p:nvSpPr>
        <p:spPr>
          <a:xfrm>
            <a:off x="10916405" y="6126810"/>
            <a:ext cx="870234" cy="2935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16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6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44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9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5327396-DEA3-95A8-BF76-BC8C33ADC588}"/>
              </a:ext>
            </a:extLst>
          </p:cNvPr>
          <p:cNvGraphicFramePr>
            <a:graphicFrameLocks noGrp="1"/>
          </p:cNvGraphicFramePr>
          <p:nvPr/>
        </p:nvGraphicFramePr>
        <p:xfrm>
          <a:off x="85438" y="2338745"/>
          <a:ext cx="12097012" cy="234740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3024253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3024253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3024253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  <a:gridCol w="3024253">
                  <a:extLst>
                    <a:ext uri="{9D8B030D-6E8A-4147-A177-3AD203B41FA5}">
                      <a16:colId xmlns:a16="http://schemas.microsoft.com/office/drawing/2014/main" val="3438717862"/>
                    </a:ext>
                  </a:extLst>
                </a:gridCol>
              </a:tblGrid>
              <a:tr h="234740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E49CA-41A7-D1FE-DED5-6885BFEC6A6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6A0C8-8CEF-46B3-788D-8C17D73AD9E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Design a room">
                <a:extLst>
                  <a:ext uri="{FF2B5EF4-FFF2-40B4-BE49-F238E27FC236}">
                    <a16:creationId xmlns:a16="http://schemas.microsoft.com/office/drawing/2014/main" id="{0F846B5F-D0BA-CDC4-FADD-50FD2F0011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3521" y="2171236"/>
              <a:ext cx="3176274" cy="235406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176274" cy="2354066"/>
                    </a:xfrm>
                    <a:prstGeom prst="rect">
                      <a:avLst/>
                    </a:prstGeom>
                  </am3d:spPr>
                  <am3d:camera>
                    <am3d:pos x="0" y="0" z="729086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28146" d="1000000"/>
                    <am3d:preTrans dx="390111" dy="-11963468" dz="30920"/>
                    <am3d:scale>
                      <am3d:sx n="1000000" d="1000000"/>
                      <am3d:sy n="1000000" d="1000000"/>
                      <am3d:sz n="1000000" d="1000000"/>
                    </am3d:scale>
                    <am3d:rot ax="420218" ay="-912738" az="-11077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55666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Design a room">
                <a:extLst>
                  <a:ext uri="{FF2B5EF4-FFF2-40B4-BE49-F238E27FC236}">
                    <a16:creationId xmlns:a16="http://schemas.microsoft.com/office/drawing/2014/main" id="{0F846B5F-D0BA-CDC4-FADD-50FD2F0011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521" y="2171236"/>
                <a:ext cx="3176274" cy="2354066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F6C65A8A-81F2-A7EA-9CE8-50D6973224DC}"/>
              </a:ext>
            </a:extLst>
          </p:cNvPr>
          <p:cNvSpPr txBox="1">
            <a:spLocks/>
          </p:cNvSpPr>
          <p:nvPr/>
        </p:nvSpPr>
        <p:spPr>
          <a:xfrm>
            <a:off x="333567" y="1207518"/>
            <a:ext cx="2528239" cy="642471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dirty="0">
                <a:solidFill>
                  <a:schemeClr val="tx1"/>
                </a:solidFill>
              </a:rPr>
              <a:t>Arrays: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352FD66-4FE1-F27D-F1F5-1D7B88F272C7}"/>
              </a:ext>
            </a:extLst>
          </p:cNvPr>
          <p:cNvSpPr txBox="1">
            <a:spLocks/>
          </p:cNvSpPr>
          <p:nvPr/>
        </p:nvSpPr>
        <p:spPr>
          <a:xfrm>
            <a:off x="3511904" y="1367755"/>
            <a:ext cx="8346529" cy="64247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400" b="1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dirty="0"/>
              <a:t>Named collection of contiguous memory locations, </a:t>
            </a:r>
            <a:endParaRPr lang="en-PK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Model 11" descr="Design a room">
                <a:extLst>
                  <a:ext uri="{FF2B5EF4-FFF2-40B4-BE49-F238E27FC236}">
                    <a16:creationId xmlns:a16="http://schemas.microsoft.com/office/drawing/2014/main" id="{86AA601D-AFEB-87AA-EF95-0195EB9ACB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07101" y="2332086"/>
              <a:ext cx="3100197" cy="219382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100197" cy="2193828"/>
                    </a:xfrm>
                    <a:prstGeom prst="rect">
                      <a:avLst/>
                    </a:prstGeom>
                  </am3d:spPr>
                  <am3d:camera>
                    <am3d:pos x="0" y="0" z="729086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28146" d="1000000"/>
                    <am3d:preTrans dx="390111" dy="-11963468" dz="30920"/>
                    <am3d:scale>
                      <am3d:sx n="1000000" d="1000000"/>
                      <am3d:sy n="1000000" d="1000000"/>
                      <am3d:sz n="1000000" d="1000000"/>
                    </am3d:scale>
                    <am3d:rot ax="251987" ay="-761037" az="-5540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556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Model 11" descr="Design a room">
                <a:extLst>
                  <a:ext uri="{FF2B5EF4-FFF2-40B4-BE49-F238E27FC236}">
                    <a16:creationId xmlns:a16="http://schemas.microsoft.com/office/drawing/2014/main" id="{86AA601D-AFEB-87AA-EF95-0195EB9ACB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7101" y="2332086"/>
                <a:ext cx="3100197" cy="2193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Design a room">
                <a:extLst>
                  <a:ext uri="{FF2B5EF4-FFF2-40B4-BE49-F238E27FC236}">
                    <a16:creationId xmlns:a16="http://schemas.microsoft.com/office/drawing/2014/main" id="{E6AA8B53-3AAC-4F91-048B-EAC4E7448D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22851" y="2326492"/>
              <a:ext cx="2921549" cy="220501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21549" cy="2205016"/>
                    </a:xfrm>
                    <a:prstGeom prst="rect">
                      <a:avLst/>
                    </a:prstGeom>
                  </am3d:spPr>
                  <am3d:camera>
                    <am3d:pos x="0" y="0" z="729086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28146" d="1000000"/>
                    <am3d:preTrans dx="390111" dy="-11963468" dz="30920"/>
                    <am3d:scale>
                      <am3d:sx n="1000000" d="1000000"/>
                      <am3d:sy n="1000000" d="1000000"/>
                      <am3d:sz n="1000000" d="1000000"/>
                    </am3d:scale>
                    <am3d:rot ax="406377" ay="-234857" az="-2787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556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Design a room">
                <a:extLst>
                  <a:ext uri="{FF2B5EF4-FFF2-40B4-BE49-F238E27FC236}">
                    <a16:creationId xmlns:a16="http://schemas.microsoft.com/office/drawing/2014/main" id="{E6AA8B53-3AAC-4F91-048B-EAC4E7448D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2851" y="2326492"/>
                <a:ext cx="2921549" cy="2205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 descr="Design a room">
                <a:extLst>
                  <a:ext uri="{FF2B5EF4-FFF2-40B4-BE49-F238E27FC236}">
                    <a16:creationId xmlns:a16="http://schemas.microsoft.com/office/drawing/2014/main" id="{CD0D8696-571E-B8EC-D19B-D2C45F2C95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260901" y="2326492"/>
              <a:ext cx="2921549" cy="220501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921549" cy="2205016"/>
                    </a:xfrm>
                    <a:prstGeom prst="rect">
                      <a:avLst/>
                    </a:prstGeom>
                  </am3d:spPr>
                  <am3d:camera>
                    <am3d:pos x="0" y="0" z="729086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28146" d="1000000"/>
                    <am3d:preTrans dx="390111" dy="-11963468" dz="30920"/>
                    <am3d:scale>
                      <am3d:sx n="1000000" d="1000000"/>
                      <am3d:sy n="1000000" d="1000000"/>
                      <am3d:sz n="1000000" d="1000000"/>
                    </am3d:scale>
                    <am3d:rot ax="406377" ay="-234857" az="-2787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556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 descr="Design a room">
                <a:extLst>
                  <a:ext uri="{FF2B5EF4-FFF2-40B4-BE49-F238E27FC236}">
                    <a16:creationId xmlns:a16="http://schemas.microsoft.com/office/drawing/2014/main" id="{CD0D8696-571E-B8EC-D19B-D2C45F2C95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60901" y="2326492"/>
                <a:ext cx="2921549" cy="2205016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677F42-2E73-872C-7C9D-63ABEA2C55AC}"/>
              </a:ext>
            </a:extLst>
          </p:cNvPr>
          <p:cNvSpPr txBox="1">
            <a:spLocks/>
          </p:cNvSpPr>
          <p:nvPr/>
        </p:nvSpPr>
        <p:spPr>
          <a:xfrm>
            <a:off x="3511903" y="825045"/>
            <a:ext cx="8346529" cy="470925"/>
          </a:xfrm>
          <a:prstGeom prst="rect">
            <a:avLst/>
          </a:prstGeom>
        </p:spPr>
        <p:txBody>
          <a:bodyPr vert="horz" lIns="0" tIns="45720" rIns="91440" bIns="45720" rtlCol="0">
            <a:normAutofit fontScale="92500"/>
          </a:bodyPr>
          <a:lstStyle>
            <a:defPPr>
              <a:defRPr lang="en-PK"/>
            </a:defPPr>
            <a:lvl1pPr marL="342900" indent="-342900" defTabSz="812810">
              <a:lnSpc>
                <a:spcPct val="9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2400" b="1" i="0">
                <a:solidFill>
                  <a:schemeClr val="bg1"/>
                </a:solidFill>
              </a:defRPr>
            </a:lvl1pPr>
            <a:lvl2pPr marL="609608" indent="-251971" defTabSz="812810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2pPr>
            <a:lvl3pPr marL="101601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3pPr>
            <a:lvl4pPr marL="1422418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4pPr>
            <a:lvl5pPr marL="1828823" indent="-251971" defTabSz="812810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>
                <a:solidFill>
                  <a:schemeClr val="bg1"/>
                </a:solidFill>
              </a:defRPr>
            </a:lvl5pPr>
            <a:lvl6pPr marL="223522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6pPr>
            <a:lvl7pPr marL="264163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7pPr>
            <a:lvl8pPr marL="3048038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8pPr>
            <a:lvl9pPr marL="3454443" indent="-203203" defTabSz="812810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/>
            </a:lvl9pPr>
          </a:lstStyle>
          <a:p>
            <a:r>
              <a:rPr lang="en-US" dirty="0"/>
              <a:t>Each location is numbered, and the numbering starts from zero.</a:t>
            </a:r>
            <a:endParaRPr lang="en-PK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B50FA1-C5F6-63EB-176E-DA4A27ADE8E6}"/>
              </a:ext>
            </a:extLst>
          </p:cNvPr>
          <p:cNvSpPr/>
          <p:nvPr/>
        </p:nvSpPr>
        <p:spPr>
          <a:xfrm>
            <a:off x="1302965" y="4866172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8764172-5BD4-6C00-C51D-00A74A36113C}"/>
              </a:ext>
            </a:extLst>
          </p:cNvPr>
          <p:cNvSpPr/>
          <p:nvPr/>
        </p:nvSpPr>
        <p:spPr>
          <a:xfrm>
            <a:off x="4046952" y="4866172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16F716-C6DC-F9AC-7DA2-DA5F1DF0257A}"/>
              </a:ext>
            </a:extLst>
          </p:cNvPr>
          <p:cNvSpPr/>
          <p:nvPr/>
        </p:nvSpPr>
        <p:spPr>
          <a:xfrm>
            <a:off x="6954080" y="4866172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CF9218-9264-6166-D396-838EBC894E57}"/>
              </a:ext>
            </a:extLst>
          </p:cNvPr>
          <p:cNvSpPr/>
          <p:nvPr/>
        </p:nvSpPr>
        <p:spPr>
          <a:xfrm>
            <a:off x="9861208" y="4847774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5D9C7B-5F3F-BA9A-5B84-9933A9D47991}"/>
              </a:ext>
            </a:extLst>
          </p:cNvPr>
          <p:cNvSpPr/>
          <p:nvPr/>
        </p:nvSpPr>
        <p:spPr>
          <a:xfrm>
            <a:off x="1133648" y="319695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6231A8-217B-5789-846B-A1ED8BAD3AAE}"/>
              </a:ext>
            </a:extLst>
          </p:cNvPr>
          <p:cNvSpPr/>
          <p:nvPr/>
        </p:nvSpPr>
        <p:spPr>
          <a:xfrm>
            <a:off x="4149439" y="319695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C3124-FA12-8E76-BF68-CBC8D5FB5846}"/>
              </a:ext>
            </a:extLst>
          </p:cNvPr>
          <p:cNvSpPr/>
          <p:nvPr/>
        </p:nvSpPr>
        <p:spPr>
          <a:xfrm>
            <a:off x="6954080" y="319695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14505D-BB4D-E9BF-1A24-04AEC5C2810B}"/>
              </a:ext>
            </a:extLst>
          </p:cNvPr>
          <p:cNvSpPr/>
          <p:nvPr/>
        </p:nvSpPr>
        <p:spPr>
          <a:xfrm>
            <a:off x="10188212" y="319695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A0B8BB-3233-E12A-98EE-905AB7C2C00F}"/>
              </a:ext>
            </a:extLst>
          </p:cNvPr>
          <p:cNvSpPr/>
          <p:nvPr/>
        </p:nvSpPr>
        <p:spPr>
          <a:xfrm>
            <a:off x="1133648" y="320878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2.1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F601-3C43-9B14-368B-E90F50276CB9}"/>
              </a:ext>
            </a:extLst>
          </p:cNvPr>
          <p:cNvSpPr/>
          <p:nvPr/>
        </p:nvSpPr>
        <p:spPr>
          <a:xfrm>
            <a:off x="4149439" y="320878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3.5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236553-23AC-D381-026E-9164CFA634B1}"/>
              </a:ext>
            </a:extLst>
          </p:cNvPr>
          <p:cNvSpPr/>
          <p:nvPr/>
        </p:nvSpPr>
        <p:spPr>
          <a:xfrm>
            <a:off x="6954080" y="320878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4.0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35D294-755B-9318-5FE4-33C7B186D473}"/>
              </a:ext>
            </a:extLst>
          </p:cNvPr>
          <p:cNvSpPr/>
          <p:nvPr/>
        </p:nvSpPr>
        <p:spPr>
          <a:xfrm>
            <a:off x="10188212" y="3208781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0.5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513BD5-D0F5-7837-3E98-89FEBBE85D09}"/>
              </a:ext>
            </a:extLst>
          </p:cNvPr>
          <p:cNvGrpSpPr/>
          <p:nvPr/>
        </p:nvGrpSpPr>
        <p:grpSpPr>
          <a:xfrm>
            <a:off x="4757199" y="5940066"/>
            <a:ext cx="1957334" cy="784310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0211E3F-927A-D1D9-CED7-B3427C71E881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292CA139-2C42-10FF-4490-2E32CE6C207E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b="1" kern="1200" dirty="0"/>
                <a:t>A</a:t>
              </a:r>
              <a:endParaRPr lang="en-PK" sz="6600" b="1" kern="1200" dirty="0"/>
            </a:p>
          </p:txBody>
        </p:sp>
      </p:grp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DFC1FB95-BABE-37C5-F6CF-C172C0137AB3}"/>
              </a:ext>
            </a:extLst>
          </p:cNvPr>
          <p:cNvSpPr txBox="1">
            <a:spLocks/>
          </p:cNvSpPr>
          <p:nvPr/>
        </p:nvSpPr>
        <p:spPr>
          <a:xfrm>
            <a:off x="3511903" y="337233"/>
            <a:ext cx="8346529" cy="48523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81281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778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8" indent="-251971" algn="l" defTabSz="81281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778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16013" indent="-251971" algn="l" defTabSz="81281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2418" indent="-251971" algn="l" defTabSz="81281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23" indent="-251971" algn="l" defTabSz="812810" rtl="0" eaLnBrk="1" latinLnBrk="0" hangingPunct="1">
              <a:lnSpc>
                <a:spcPct val="90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1778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35228" indent="-203203" algn="l" defTabSz="812810" rtl="0" eaLnBrk="1" latinLnBrk="0" hangingPunct="1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41633" indent="-203203" algn="l" defTabSz="812810" rtl="0" eaLnBrk="1" latinLnBrk="0" hangingPunct="1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48038" indent="-203203" algn="l" defTabSz="812810" rtl="0" eaLnBrk="1" latinLnBrk="0" hangingPunct="1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4443" indent="-203203" algn="l" defTabSz="812810" rtl="0" eaLnBrk="1" latinLnBrk="0" hangingPunct="1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Each location can hold a value of same data type.</a:t>
            </a:r>
            <a:endParaRPr lang="en-PK" sz="2400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608384-F7C3-0A7E-1845-30BBED7DC9B0}"/>
              </a:ext>
            </a:extLst>
          </p:cNvPr>
          <p:cNvSpPr/>
          <p:nvPr/>
        </p:nvSpPr>
        <p:spPr>
          <a:xfrm>
            <a:off x="1133648" y="3211354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‘a’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C9CF02-66A6-F117-4CFD-D5C30B953DE2}"/>
              </a:ext>
            </a:extLst>
          </p:cNvPr>
          <p:cNvSpPr/>
          <p:nvPr/>
        </p:nvSpPr>
        <p:spPr>
          <a:xfrm>
            <a:off x="4149439" y="3211354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‘b’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A9D4E9-6932-AA15-BAF6-6DC15F0B4DFB}"/>
              </a:ext>
            </a:extLst>
          </p:cNvPr>
          <p:cNvSpPr/>
          <p:nvPr/>
        </p:nvSpPr>
        <p:spPr>
          <a:xfrm>
            <a:off x="6954080" y="3211354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‘c’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2F6975-EAEF-15DD-8D10-75DA2C05A721}"/>
              </a:ext>
            </a:extLst>
          </p:cNvPr>
          <p:cNvSpPr/>
          <p:nvPr/>
        </p:nvSpPr>
        <p:spPr>
          <a:xfrm>
            <a:off x="10188212" y="3211354"/>
            <a:ext cx="1066926" cy="75735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‘d’</a:t>
            </a:r>
          </a:p>
        </p:txBody>
      </p:sp>
    </p:spTree>
    <p:extLst>
      <p:ext uri="{BB962C8B-B14F-4D97-AF65-F5344CB8AC3E}">
        <p14:creationId xmlns:p14="http://schemas.microsoft.com/office/powerpoint/2010/main" val="194606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7" presetClass="emph" presetSubtype="128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0"/>
                            </p:stCondLst>
                            <p:childTnLst>
                              <p:par>
                                <p:cTn id="23" presetID="37" presetClass="emph" presetSubtype="128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1000"/>
                            </p:stCondLst>
                            <p:childTnLst>
                              <p:par>
                                <p:cTn id="33" presetID="37" presetClass="emph" presetSubtype="128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1000"/>
                            </p:stCondLst>
                            <p:childTnLst>
                              <p:par>
                                <p:cTn id="43" presetID="37" presetClass="emph" presetSubtype="128" accel="1000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500"/>
                            </p:stCondLst>
                            <p:childTnLst>
                              <p:par>
                                <p:cTn id="182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500"/>
                            </p:stCondLst>
                            <p:childTnLst>
                              <p:par>
                                <p:cTn id="20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20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5" grpId="0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C2B5-076A-51BB-9226-4695817B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62" y="435463"/>
            <a:ext cx="3760426" cy="1593507"/>
          </a:xfrm>
        </p:spPr>
        <p:txBody>
          <a:bodyPr/>
          <a:lstStyle/>
          <a:p>
            <a:r>
              <a:rPr lang="en-US" dirty="0"/>
              <a:t>Array Declaration Syntax, Example1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E653B-7C75-BF5C-8F56-91977717642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F62D0-D7C8-D7F4-C545-36EFE326F9F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3B9CA7-2F0C-F233-69E1-DF472350CFC7}"/>
              </a:ext>
            </a:extLst>
          </p:cNvPr>
          <p:cNvSpPr/>
          <p:nvPr/>
        </p:nvSpPr>
        <p:spPr>
          <a:xfrm>
            <a:off x="264647" y="2396278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Data type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A7F577-8E1D-6C74-DE48-DC234A4619DF}"/>
              </a:ext>
            </a:extLst>
          </p:cNvPr>
          <p:cNvSpPr/>
          <p:nvPr/>
        </p:nvSpPr>
        <p:spPr>
          <a:xfrm>
            <a:off x="5091344" y="2396278"/>
            <a:ext cx="50966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7CAD30-DBBB-F143-7D4F-3EC33251A8D6}"/>
              </a:ext>
            </a:extLst>
          </p:cNvPr>
          <p:cNvSpPr/>
          <p:nvPr/>
        </p:nvSpPr>
        <p:spPr>
          <a:xfrm>
            <a:off x="5652229" y="2396278"/>
            <a:ext cx="140009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58380E-6AA3-077D-0948-916BAC1CB8B7}"/>
              </a:ext>
            </a:extLst>
          </p:cNvPr>
          <p:cNvSpPr/>
          <p:nvPr/>
        </p:nvSpPr>
        <p:spPr>
          <a:xfrm>
            <a:off x="7112287" y="2403842"/>
            <a:ext cx="697587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255B2C-E874-5729-301E-9036E0D0E824}"/>
              </a:ext>
            </a:extLst>
          </p:cNvPr>
          <p:cNvSpPr/>
          <p:nvPr/>
        </p:nvSpPr>
        <p:spPr>
          <a:xfrm>
            <a:off x="2771431" y="2396278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Array 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C2C7DB-D028-C370-010B-F4169920BAE5}"/>
              </a:ext>
            </a:extLst>
          </p:cNvPr>
          <p:cNvSpPr/>
          <p:nvPr/>
        </p:nvSpPr>
        <p:spPr>
          <a:xfrm>
            <a:off x="264647" y="3292800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97238C-AE31-9651-0891-361BD4062439}"/>
              </a:ext>
            </a:extLst>
          </p:cNvPr>
          <p:cNvSpPr/>
          <p:nvPr/>
        </p:nvSpPr>
        <p:spPr>
          <a:xfrm>
            <a:off x="5091344" y="3292800"/>
            <a:ext cx="50966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65AA99-A1A2-B922-CB28-9535592A7C66}"/>
              </a:ext>
            </a:extLst>
          </p:cNvPr>
          <p:cNvSpPr/>
          <p:nvPr/>
        </p:nvSpPr>
        <p:spPr>
          <a:xfrm>
            <a:off x="5652229" y="3292800"/>
            <a:ext cx="140009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AECAB2-0B63-21AD-CB58-FCC7EA4E8541}"/>
              </a:ext>
            </a:extLst>
          </p:cNvPr>
          <p:cNvSpPr/>
          <p:nvPr/>
        </p:nvSpPr>
        <p:spPr>
          <a:xfrm>
            <a:off x="7112287" y="3300364"/>
            <a:ext cx="697587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A5FEA6-BBE5-1F5F-D950-9DB8D8825F04}"/>
              </a:ext>
            </a:extLst>
          </p:cNvPr>
          <p:cNvSpPr/>
          <p:nvPr/>
        </p:nvSpPr>
        <p:spPr>
          <a:xfrm>
            <a:off x="2771431" y="3292800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B0D053-3B60-D928-0D55-E611F4E64E1D}"/>
              </a:ext>
            </a:extLst>
          </p:cNvPr>
          <p:cNvGraphicFramePr>
            <a:graphicFrameLocks noGrp="1"/>
          </p:cNvGraphicFramePr>
          <p:nvPr/>
        </p:nvGraphicFramePr>
        <p:xfrm>
          <a:off x="5610018" y="4145896"/>
          <a:ext cx="5598912" cy="9900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399728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3438717862"/>
                    </a:ext>
                  </a:extLst>
                </a:gridCol>
              </a:tblGrid>
              <a:tr h="9900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FB3EFD63-34DE-7675-DE3B-D48C8D1C5837}"/>
              </a:ext>
            </a:extLst>
          </p:cNvPr>
          <p:cNvGrpSpPr/>
          <p:nvPr/>
        </p:nvGrpSpPr>
        <p:grpSpPr>
          <a:xfrm>
            <a:off x="4067645" y="3996356"/>
            <a:ext cx="1338801" cy="143905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82B29AB-7760-10DF-4251-C339AF472257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88AAAFE5-EDBF-16B9-B80B-C6059E377FF1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b="1" kern="1200" dirty="0"/>
                <a:t>A</a:t>
              </a:r>
              <a:endParaRPr lang="en-PK" sz="6600" b="1" kern="1200" dirty="0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E56284-3A0A-6AC5-FC63-596E484B80DB}"/>
              </a:ext>
            </a:extLst>
          </p:cNvPr>
          <p:cNvSpPr/>
          <p:nvPr/>
        </p:nvSpPr>
        <p:spPr>
          <a:xfrm>
            <a:off x="5873586" y="5239928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8F8C5D-C3C3-ADB3-8F69-BAB86E7A3EA9}"/>
              </a:ext>
            </a:extLst>
          </p:cNvPr>
          <p:cNvSpPr/>
          <p:nvPr/>
        </p:nvSpPr>
        <p:spPr>
          <a:xfrm>
            <a:off x="7219829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730428-2D0C-2BD0-76BD-31A847717C29}"/>
              </a:ext>
            </a:extLst>
          </p:cNvPr>
          <p:cNvSpPr/>
          <p:nvPr/>
        </p:nvSpPr>
        <p:spPr>
          <a:xfrm>
            <a:off x="8675729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055B711-169F-ECBA-0E5F-5D53D359C11C}"/>
              </a:ext>
            </a:extLst>
          </p:cNvPr>
          <p:cNvSpPr/>
          <p:nvPr/>
        </p:nvSpPr>
        <p:spPr>
          <a:xfrm>
            <a:off x="10160691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173EA9-8663-C3E0-4A0C-AAC7F4FB9175}"/>
              </a:ext>
            </a:extLst>
          </p:cNvPr>
          <p:cNvGrpSpPr/>
          <p:nvPr/>
        </p:nvGrpSpPr>
        <p:grpSpPr>
          <a:xfrm>
            <a:off x="251786" y="4004098"/>
            <a:ext cx="3396939" cy="1593507"/>
            <a:chOff x="1151362" y="879116"/>
            <a:chExt cx="2145283" cy="1367627"/>
          </a:xfrm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966057A-BF39-B280-E9B4-7C52741D00F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E7A0153E-37D2-01F6-86D2-6D4429B2CAC4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Size In Bytes = 4 * 4 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Size = 16 bytes</a:t>
              </a:r>
              <a:endParaRPr lang="en-PK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5376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C2B5-076A-51BB-9226-4695817B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3"/>
            <a:ext cx="8699542" cy="1593507"/>
          </a:xfrm>
        </p:spPr>
        <p:txBody>
          <a:bodyPr/>
          <a:lstStyle/>
          <a:p>
            <a:r>
              <a:rPr lang="en-US" dirty="0"/>
              <a:t>Array Declaration Syntax: Example2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E653B-7C75-BF5C-8F56-91977717642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F62D0-D7C8-D7F4-C545-36EFE326F9F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3B9CA7-2F0C-F233-69E1-DF472350CFC7}"/>
              </a:ext>
            </a:extLst>
          </p:cNvPr>
          <p:cNvSpPr/>
          <p:nvPr/>
        </p:nvSpPr>
        <p:spPr>
          <a:xfrm>
            <a:off x="264647" y="2396278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Data type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A7F577-8E1D-6C74-DE48-DC234A4619DF}"/>
              </a:ext>
            </a:extLst>
          </p:cNvPr>
          <p:cNvSpPr/>
          <p:nvPr/>
        </p:nvSpPr>
        <p:spPr>
          <a:xfrm>
            <a:off x="5091344" y="2396278"/>
            <a:ext cx="50966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7CAD30-DBBB-F143-7D4F-3EC33251A8D6}"/>
              </a:ext>
            </a:extLst>
          </p:cNvPr>
          <p:cNvSpPr/>
          <p:nvPr/>
        </p:nvSpPr>
        <p:spPr>
          <a:xfrm>
            <a:off x="5652229" y="2396278"/>
            <a:ext cx="140009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58380E-6AA3-077D-0948-916BAC1CB8B7}"/>
              </a:ext>
            </a:extLst>
          </p:cNvPr>
          <p:cNvSpPr/>
          <p:nvPr/>
        </p:nvSpPr>
        <p:spPr>
          <a:xfrm>
            <a:off x="7112287" y="2403842"/>
            <a:ext cx="697587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255B2C-E874-5729-301E-9036E0D0E824}"/>
              </a:ext>
            </a:extLst>
          </p:cNvPr>
          <p:cNvSpPr/>
          <p:nvPr/>
        </p:nvSpPr>
        <p:spPr>
          <a:xfrm>
            <a:off x="2771431" y="2396278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Array 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C2C7DB-D028-C370-010B-F4169920BAE5}"/>
              </a:ext>
            </a:extLst>
          </p:cNvPr>
          <p:cNvSpPr/>
          <p:nvPr/>
        </p:nvSpPr>
        <p:spPr>
          <a:xfrm>
            <a:off x="264647" y="3292800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double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97238C-AE31-9651-0891-361BD4062439}"/>
              </a:ext>
            </a:extLst>
          </p:cNvPr>
          <p:cNvSpPr/>
          <p:nvPr/>
        </p:nvSpPr>
        <p:spPr>
          <a:xfrm>
            <a:off x="5091344" y="3292800"/>
            <a:ext cx="50966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65AA99-A1A2-B922-CB28-9535592A7C66}"/>
              </a:ext>
            </a:extLst>
          </p:cNvPr>
          <p:cNvSpPr/>
          <p:nvPr/>
        </p:nvSpPr>
        <p:spPr>
          <a:xfrm>
            <a:off x="5652229" y="3292800"/>
            <a:ext cx="140009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AECAB2-0B63-21AD-CB58-FCC7EA4E8541}"/>
              </a:ext>
            </a:extLst>
          </p:cNvPr>
          <p:cNvSpPr/>
          <p:nvPr/>
        </p:nvSpPr>
        <p:spPr>
          <a:xfrm>
            <a:off x="7112287" y="3300364"/>
            <a:ext cx="697587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A5FEA6-BBE5-1F5F-D950-9DB8D8825F04}"/>
              </a:ext>
            </a:extLst>
          </p:cNvPr>
          <p:cNvSpPr/>
          <p:nvPr/>
        </p:nvSpPr>
        <p:spPr>
          <a:xfrm>
            <a:off x="2771431" y="3292800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b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B0D053-3B60-D928-0D55-E611F4E64E1D}"/>
              </a:ext>
            </a:extLst>
          </p:cNvPr>
          <p:cNvGraphicFramePr>
            <a:graphicFrameLocks noGrp="1"/>
          </p:cNvGraphicFramePr>
          <p:nvPr/>
        </p:nvGraphicFramePr>
        <p:xfrm>
          <a:off x="6464461" y="4145896"/>
          <a:ext cx="4223524" cy="9900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420363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1379095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1424066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990077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FB3EFD63-34DE-7675-DE3B-D48C8D1C5837}"/>
              </a:ext>
            </a:extLst>
          </p:cNvPr>
          <p:cNvGrpSpPr/>
          <p:nvPr/>
        </p:nvGrpSpPr>
        <p:grpSpPr>
          <a:xfrm>
            <a:off x="4922088" y="3996356"/>
            <a:ext cx="1338801" cy="143905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82B29AB-7760-10DF-4251-C339AF472257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88AAAFE5-EDBF-16B9-B80B-C6059E377FF1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b="1" dirty="0"/>
                <a:t>b</a:t>
              </a:r>
              <a:endParaRPr lang="en-PK" sz="6600" b="1" kern="1200" dirty="0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E56284-3A0A-6AC5-FC63-596E484B80DB}"/>
              </a:ext>
            </a:extLst>
          </p:cNvPr>
          <p:cNvSpPr/>
          <p:nvPr/>
        </p:nvSpPr>
        <p:spPr>
          <a:xfrm>
            <a:off x="6728029" y="5239928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8F8C5D-C3C3-ADB3-8F69-BAB86E7A3EA9}"/>
              </a:ext>
            </a:extLst>
          </p:cNvPr>
          <p:cNvSpPr/>
          <p:nvPr/>
        </p:nvSpPr>
        <p:spPr>
          <a:xfrm>
            <a:off x="8074272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730428-2D0C-2BD0-76BD-31A847717C29}"/>
              </a:ext>
            </a:extLst>
          </p:cNvPr>
          <p:cNvSpPr/>
          <p:nvPr/>
        </p:nvSpPr>
        <p:spPr>
          <a:xfrm>
            <a:off x="9530172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173EA9-8663-C3E0-4A0C-AAC7F4FB9175}"/>
              </a:ext>
            </a:extLst>
          </p:cNvPr>
          <p:cNvGrpSpPr/>
          <p:nvPr/>
        </p:nvGrpSpPr>
        <p:grpSpPr>
          <a:xfrm>
            <a:off x="251786" y="4004098"/>
            <a:ext cx="3720607" cy="1593507"/>
            <a:chOff x="1151362" y="879116"/>
            <a:chExt cx="2145283" cy="1367627"/>
          </a:xfrm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966057A-BF39-B280-E9B4-7C52741D00F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E7A0153E-37D2-01F6-86D2-6D4429B2CAC4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Size </a:t>
              </a:r>
              <a:r>
                <a:rPr lang="en-US" sz="2600" b="1" dirty="0"/>
                <a:t>In Bytes</a:t>
              </a:r>
              <a:r>
                <a:rPr lang="en-US" sz="2600" b="1" kern="1200" dirty="0"/>
                <a:t> = 8 * 3 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Size = 24 bytes</a:t>
              </a:r>
              <a:endParaRPr lang="en-PK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812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C2B5-076A-51BB-9226-4695817B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3"/>
            <a:ext cx="8699542" cy="1593507"/>
          </a:xfrm>
        </p:spPr>
        <p:txBody>
          <a:bodyPr/>
          <a:lstStyle/>
          <a:p>
            <a:r>
              <a:rPr lang="en-US" dirty="0"/>
              <a:t>Array Declaration Syntax: Example3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E653B-7C75-BF5C-8F56-91977717642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F62D0-D7C8-D7F4-C545-36EFE326F9F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3B9CA7-2F0C-F233-69E1-DF472350CFC7}"/>
              </a:ext>
            </a:extLst>
          </p:cNvPr>
          <p:cNvSpPr/>
          <p:nvPr/>
        </p:nvSpPr>
        <p:spPr>
          <a:xfrm>
            <a:off x="264647" y="2396278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Data type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A7F577-8E1D-6C74-DE48-DC234A4619DF}"/>
              </a:ext>
            </a:extLst>
          </p:cNvPr>
          <p:cNvSpPr/>
          <p:nvPr/>
        </p:nvSpPr>
        <p:spPr>
          <a:xfrm>
            <a:off x="5091344" y="2396278"/>
            <a:ext cx="50966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7CAD30-DBBB-F143-7D4F-3EC33251A8D6}"/>
              </a:ext>
            </a:extLst>
          </p:cNvPr>
          <p:cNvSpPr/>
          <p:nvPr/>
        </p:nvSpPr>
        <p:spPr>
          <a:xfrm>
            <a:off x="5652229" y="2396278"/>
            <a:ext cx="140009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size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58380E-6AA3-077D-0948-916BAC1CB8B7}"/>
              </a:ext>
            </a:extLst>
          </p:cNvPr>
          <p:cNvSpPr/>
          <p:nvPr/>
        </p:nvSpPr>
        <p:spPr>
          <a:xfrm>
            <a:off x="7112287" y="2403842"/>
            <a:ext cx="697587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255B2C-E874-5729-301E-9036E0D0E824}"/>
              </a:ext>
            </a:extLst>
          </p:cNvPr>
          <p:cNvSpPr/>
          <p:nvPr/>
        </p:nvSpPr>
        <p:spPr>
          <a:xfrm>
            <a:off x="2771431" y="2396278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Array Name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C2C7DB-D028-C370-010B-F4169920BAE5}"/>
              </a:ext>
            </a:extLst>
          </p:cNvPr>
          <p:cNvSpPr/>
          <p:nvPr/>
        </p:nvSpPr>
        <p:spPr>
          <a:xfrm>
            <a:off x="264647" y="3292800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char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97238C-AE31-9651-0891-361BD4062439}"/>
              </a:ext>
            </a:extLst>
          </p:cNvPr>
          <p:cNvSpPr/>
          <p:nvPr/>
        </p:nvSpPr>
        <p:spPr>
          <a:xfrm>
            <a:off x="5091344" y="3292800"/>
            <a:ext cx="50966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65AA99-A1A2-B922-CB28-9535592A7C66}"/>
              </a:ext>
            </a:extLst>
          </p:cNvPr>
          <p:cNvSpPr/>
          <p:nvPr/>
        </p:nvSpPr>
        <p:spPr>
          <a:xfrm>
            <a:off x="5652229" y="3292800"/>
            <a:ext cx="140009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AECAB2-0B63-21AD-CB58-FCC7EA4E8541}"/>
              </a:ext>
            </a:extLst>
          </p:cNvPr>
          <p:cNvSpPr/>
          <p:nvPr/>
        </p:nvSpPr>
        <p:spPr>
          <a:xfrm>
            <a:off x="7112287" y="3300364"/>
            <a:ext cx="697587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A5FEA6-BBE5-1F5F-D950-9DB8D8825F04}"/>
              </a:ext>
            </a:extLst>
          </p:cNvPr>
          <p:cNvSpPr/>
          <p:nvPr/>
        </p:nvSpPr>
        <p:spPr>
          <a:xfrm>
            <a:off x="2771431" y="3292800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c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AB0D053-3B60-D928-0D55-E611F4E64E1D}"/>
              </a:ext>
            </a:extLst>
          </p:cNvPr>
          <p:cNvGraphicFramePr>
            <a:graphicFrameLocks noGrp="1"/>
          </p:cNvGraphicFramePr>
          <p:nvPr/>
        </p:nvGraphicFramePr>
        <p:xfrm>
          <a:off x="5804894" y="4145896"/>
          <a:ext cx="5598912" cy="9900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399728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3438717862"/>
                    </a:ext>
                  </a:extLst>
                </a:gridCol>
              </a:tblGrid>
              <a:tr h="9900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FB3EFD63-34DE-7675-DE3B-D48C8D1C5837}"/>
              </a:ext>
            </a:extLst>
          </p:cNvPr>
          <p:cNvGrpSpPr/>
          <p:nvPr/>
        </p:nvGrpSpPr>
        <p:grpSpPr>
          <a:xfrm>
            <a:off x="4465743" y="4044310"/>
            <a:ext cx="1178744" cy="1729887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82B29AB-7760-10DF-4251-C339AF472257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88AAAFE5-EDBF-16B9-B80B-C6059E377FF1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b="1" kern="1200" dirty="0"/>
                <a:t>c</a:t>
              </a:r>
              <a:endParaRPr lang="en-PK" sz="6600" b="1" kern="1200" dirty="0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E56284-3A0A-6AC5-FC63-596E484B80DB}"/>
              </a:ext>
            </a:extLst>
          </p:cNvPr>
          <p:cNvSpPr/>
          <p:nvPr/>
        </p:nvSpPr>
        <p:spPr>
          <a:xfrm>
            <a:off x="6068462" y="5239928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8F8C5D-C3C3-ADB3-8F69-BAB86E7A3EA9}"/>
              </a:ext>
            </a:extLst>
          </p:cNvPr>
          <p:cNvSpPr/>
          <p:nvPr/>
        </p:nvSpPr>
        <p:spPr>
          <a:xfrm>
            <a:off x="7414705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730428-2D0C-2BD0-76BD-31A847717C29}"/>
              </a:ext>
            </a:extLst>
          </p:cNvPr>
          <p:cNvSpPr/>
          <p:nvPr/>
        </p:nvSpPr>
        <p:spPr>
          <a:xfrm>
            <a:off x="8870605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055B711-169F-ECBA-0E5F-5D53D359C11C}"/>
              </a:ext>
            </a:extLst>
          </p:cNvPr>
          <p:cNvSpPr/>
          <p:nvPr/>
        </p:nvSpPr>
        <p:spPr>
          <a:xfrm>
            <a:off x="10355567" y="5258326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173EA9-8663-C3E0-4A0C-AAC7F4FB9175}"/>
              </a:ext>
            </a:extLst>
          </p:cNvPr>
          <p:cNvGrpSpPr/>
          <p:nvPr/>
        </p:nvGrpSpPr>
        <p:grpSpPr>
          <a:xfrm>
            <a:off x="464061" y="4254443"/>
            <a:ext cx="3345852" cy="1593507"/>
            <a:chOff x="1151362" y="879116"/>
            <a:chExt cx="2145283" cy="1367627"/>
          </a:xfrm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966057A-BF39-B280-E9B4-7C52741D00F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E7A0153E-37D2-01F6-86D2-6D4429B2CAC4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Size in Bytes = 1 * 4 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Size = 4 bytes</a:t>
              </a:r>
              <a:endParaRPr lang="en-PK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381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7EBC0-5D80-CF69-74C3-40CBCF198AE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1C07F-43AA-C55A-0843-A542B4C2162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089722-DC4C-13F6-0242-4BD776FEAF1C}"/>
              </a:ext>
            </a:extLst>
          </p:cNvPr>
          <p:cNvGrpSpPr/>
          <p:nvPr/>
        </p:nvGrpSpPr>
        <p:grpSpPr>
          <a:xfrm>
            <a:off x="389743" y="524656"/>
            <a:ext cx="2564883" cy="1505290"/>
            <a:chOff x="1151362" y="879116"/>
            <a:chExt cx="2145283" cy="1367627"/>
          </a:xfrm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FBD8833-A8E0-17E7-BB40-4DB36F87ACC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68D902A-5EDA-A0F1-382B-F36ED4812EC2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Array Size in Bytes</a:t>
              </a:r>
              <a:endParaRPr lang="en-PK" sz="2600" b="1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FC41F93-98F8-8FC4-BBA7-0C201057E5B5}"/>
              </a:ext>
            </a:extLst>
          </p:cNvPr>
          <p:cNvGrpSpPr/>
          <p:nvPr/>
        </p:nvGrpSpPr>
        <p:grpSpPr>
          <a:xfrm>
            <a:off x="3361228" y="1815335"/>
            <a:ext cx="7033707" cy="108556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C688C86-AB4F-FD4C-8CC7-67DDD94E68CF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2CA8D3A3-49C5-D5B1-B39A-43892F7C1516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Array Size = size of data type * # of locations</a:t>
              </a:r>
              <a:endParaRPr lang="en-PK" sz="2600" b="1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F203BF-B970-4EC5-5E78-00DBCEE95A29}"/>
              </a:ext>
            </a:extLst>
          </p:cNvPr>
          <p:cNvGrpSpPr/>
          <p:nvPr/>
        </p:nvGrpSpPr>
        <p:grpSpPr>
          <a:xfrm>
            <a:off x="3361228" y="2953903"/>
            <a:ext cx="7033707" cy="108556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004D076-D5FA-5BD2-23CA-38F483AD40DE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921D8D7A-EF63-5645-E01E-607EDCDC5A9F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l</a:t>
              </a:r>
              <a:r>
                <a:rPr lang="en-US" sz="2600" b="1" kern="1200" dirty="0"/>
                <a:t>ong </a:t>
              </a:r>
              <a:r>
                <a:rPr lang="en-US" sz="2600" b="1" kern="1200" dirty="0" err="1"/>
                <a:t>long</a:t>
              </a:r>
              <a:r>
                <a:rPr lang="en-US" sz="2600" b="1" kern="1200" dirty="0"/>
                <a:t> int numbers[6];</a:t>
              </a:r>
              <a:endParaRPr lang="en-PK" sz="2600" b="1" kern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E9FA5D-9271-9B81-E9C2-DB339C6D87F5}"/>
              </a:ext>
            </a:extLst>
          </p:cNvPr>
          <p:cNvGrpSpPr/>
          <p:nvPr/>
        </p:nvGrpSpPr>
        <p:grpSpPr>
          <a:xfrm>
            <a:off x="3361227" y="4114459"/>
            <a:ext cx="7033707" cy="108556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60818DE-47D7-1E0D-1C5C-5AA10AFBB558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A9731C40-4970-351C-F366-F5509440B622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Array Size = 8 * 6</a:t>
              </a:r>
              <a:endParaRPr lang="en-PK" sz="2600" b="1" kern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B53916-33BD-8A90-33CE-B5E13C02529E}"/>
              </a:ext>
            </a:extLst>
          </p:cNvPr>
          <p:cNvGrpSpPr/>
          <p:nvPr/>
        </p:nvGrpSpPr>
        <p:grpSpPr>
          <a:xfrm>
            <a:off x="3358909" y="5253027"/>
            <a:ext cx="7033707" cy="1085566"/>
            <a:chOff x="1151362" y="879116"/>
            <a:chExt cx="2145283" cy="1367627"/>
          </a:xfrm>
          <a:solidFill>
            <a:srgbClr val="0070C0"/>
          </a:solidFill>
          <a:scene3d>
            <a:camera prst="orthographicFront"/>
            <a:lightRig rig="flat" dir="t"/>
          </a:scene3d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90EF78A-5D25-6C2C-A45F-AC0464D622F3}"/>
                </a:ext>
              </a:extLst>
            </p:cNvPr>
            <p:cNvSpPr/>
            <p:nvPr/>
          </p:nvSpPr>
          <p:spPr>
            <a:xfrm>
              <a:off x="1151362" y="87911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13CE91AF-EBD0-6104-79FF-80309230FA58}"/>
                </a:ext>
              </a:extLst>
            </p:cNvPr>
            <p:cNvSpPr txBox="1"/>
            <p:nvPr/>
          </p:nvSpPr>
          <p:spPr>
            <a:xfrm>
              <a:off x="1218136" y="945890"/>
              <a:ext cx="2011735" cy="1234079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Array Size = 48 bytes</a:t>
              </a:r>
              <a:endParaRPr lang="en-PK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703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4DFCED-2AED-F77B-779E-0266A568DAD1}"/>
              </a:ext>
            </a:extLst>
          </p:cNvPr>
          <p:cNvSpPr/>
          <p:nvPr/>
        </p:nvSpPr>
        <p:spPr>
          <a:xfrm>
            <a:off x="2342600" y="2190777"/>
            <a:ext cx="3532462" cy="80472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4187B46-81D7-9E21-2AFA-C20AC3DE1160}"/>
              </a:ext>
            </a:extLst>
          </p:cNvPr>
          <p:cNvSpPr txBox="1">
            <a:spLocks/>
          </p:cNvSpPr>
          <p:nvPr/>
        </p:nvSpPr>
        <p:spPr>
          <a:xfrm>
            <a:off x="2339035" y="2272188"/>
            <a:ext cx="3648286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Element Access 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33A63B7-5AE0-A903-5837-DB5069593845}"/>
              </a:ext>
            </a:extLst>
          </p:cNvPr>
          <p:cNvSpPr/>
          <p:nvPr/>
        </p:nvSpPr>
        <p:spPr>
          <a:xfrm>
            <a:off x="2605985" y="3159918"/>
            <a:ext cx="39599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E57B159-7229-9A0B-9F5B-4AB26DB14B87}"/>
              </a:ext>
            </a:extLst>
          </p:cNvPr>
          <p:cNvSpPr/>
          <p:nvPr/>
        </p:nvSpPr>
        <p:spPr>
          <a:xfrm>
            <a:off x="3005383" y="3173661"/>
            <a:ext cx="1615724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Location #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055B68-27E4-4B5A-502F-0AB58FD73855}"/>
              </a:ext>
            </a:extLst>
          </p:cNvPr>
          <p:cNvSpPr/>
          <p:nvPr/>
        </p:nvSpPr>
        <p:spPr>
          <a:xfrm>
            <a:off x="4633630" y="3173661"/>
            <a:ext cx="31602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4CD0D5D-B69C-7B63-72B4-ED69F3025CCD}"/>
              </a:ext>
            </a:extLst>
          </p:cNvPr>
          <p:cNvSpPr/>
          <p:nvPr/>
        </p:nvSpPr>
        <p:spPr>
          <a:xfrm>
            <a:off x="317918" y="3173661"/>
            <a:ext cx="2268694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Array Name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C24A836-4F4E-EDD0-5624-19E04EA8EB10}"/>
              </a:ext>
            </a:extLst>
          </p:cNvPr>
          <p:cNvSpPr/>
          <p:nvPr/>
        </p:nvSpPr>
        <p:spPr>
          <a:xfrm>
            <a:off x="4990497" y="3200878"/>
            <a:ext cx="675790" cy="48411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=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895F5-A2EB-7DEB-3F55-040B7EB1AB8C}"/>
              </a:ext>
            </a:extLst>
          </p:cNvPr>
          <p:cNvSpPr/>
          <p:nvPr/>
        </p:nvSpPr>
        <p:spPr>
          <a:xfrm>
            <a:off x="5696266" y="3173660"/>
            <a:ext cx="1358705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Value ;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131F8C-7A6E-BBF0-C27B-C77F1A14274D}"/>
              </a:ext>
            </a:extLst>
          </p:cNvPr>
          <p:cNvGraphicFramePr>
            <a:graphicFrameLocks noGrp="1"/>
          </p:cNvGraphicFramePr>
          <p:nvPr/>
        </p:nvGraphicFramePr>
        <p:xfrm>
          <a:off x="6232565" y="349852"/>
          <a:ext cx="5598912" cy="9900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399728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  <a:gridCol w="1399728">
                  <a:extLst>
                    <a:ext uri="{9D8B030D-6E8A-4147-A177-3AD203B41FA5}">
                      <a16:colId xmlns:a16="http://schemas.microsoft.com/office/drawing/2014/main" val="3438717862"/>
                    </a:ext>
                  </a:extLst>
                </a:gridCol>
              </a:tblGrid>
              <a:tr h="9900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lumMod val="0"/>
                            <a:lumOff val="100000"/>
                          </a:schemeClr>
                        </a:gs>
                        <a:gs pos="35000">
                          <a:schemeClr val="accent1">
                            <a:lumMod val="0"/>
                            <a:lumOff val="100000"/>
                          </a:schemeClr>
                        </a:gs>
                        <a:gs pos="100000">
                          <a:schemeClr val="accent1">
                            <a:lumMod val="100000"/>
                          </a:schemeClr>
                        </a:gs>
                      </a:gsLst>
                      <a:path path="rect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9A22412-C497-7A01-308D-92AB3496AD6D}"/>
              </a:ext>
            </a:extLst>
          </p:cNvPr>
          <p:cNvGrpSpPr/>
          <p:nvPr/>
        </p:nvGrpSpPr>
        <p:grpSpPr>
          <a:xfrm>
            <a:off x="4690192" y="200312"/>
            <a:ext cx="1338801" cy="143905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2D9F2B3-96E6-0EBF-2575-D0430F327548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E31F0FED-4E7E-68C9-56B4-851A5A7E37A8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b="1" kern="1200" dirty="0"/>
                <a:t>A</a:t>
              </a:r>
              <a:endParaRPr lang="en-PK" sz="6600" b="1" kern="1200" dirty="0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238448-9A2F-3931-F265-63358709B247}"/>
              </a:ext>
            </a:extLst>
          </p:cNvPr>
          <p:cNvSpPr/>
          <p:nvPr/>
        </p:nvSpPr>
        <p:spPr>
          <a:xfrm>
            <a:off x="6496133" y="1443884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7FCA15-766C-8976-E55C-01386D6A6DAA}"/>
              </a:ext>
            </a:extLst>
          </p:cNvPr>
          <p:cNvSpPr/>
          <p:nvPr/>
        </p:nvSpPr>
        <p:spPr>
          <a:xfrm>
            <a:off x="7842376" y="1462282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976FF1-BF3B-F51C-4C14-6EE29D10EB43}"/>
              </a:ext>
            </a:extLst>
          </p:cNvPr>
          <p:cNvSpPr/>
          <p:nvPr/>
        </p:nvSpPr>
        <p:spPr>
          <a:xfrm>
            <a:off x="9298276" y="1462282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A3BAB7-AFC8-C7FE-4110-99E1E7EF1F86}"/>
              </a:ext>
            </a:extLst>
          </p:cNvPr>
          <p:cNvSpPr/>
          <p:nvPr/>
        </p:nvSpPr>
        <p:spPr>
          <a:xfrm>
            <a:off x="10783238" y="1462282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2CCB2D-9E21-A5AF-E53E-8967993F3072}"/>
              </a:ext>
            </a:extLst>
          </p:cNvPr>
          <p:cNvSpPr/>
          <p:nvPr/>
        </p:nvSpPr>
        <p:spPr>
          <a:xfrm>
            <a:off x="148856" y="540258"/>
            <a:ext cx="85548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C83A1B-D388-6580-13EB-983EE92353EC}"/>
              </a:ext>
            </a:extLst>
          </p:cNvPr>
          <p:cNvSpPr/>
          <p:nvPr/>
        </p:nvSpPr>
        <p:spPr>
          <a:xfrm>
            <a:off x="1961062" y="540258"/>
            <a:ext cx="19218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C6851B-5DD8-4FDC-7596-A2BDB7CF9EDE}"/>
              </a:ext>
            </a:extLst>
          </p:cNvPr>
          <p:cNvSpPr/>
          <p:nvPr/>
        </p:nvSpPr>
        <p:spPr>
          <a:xfrm>
            <a:off x="2212813" y="540258"/>
            <a:ext cx="527953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D21842-35BA-D8CC-9979-7FEFEC5C87BB}"/>
              </a:ext>
            </a:extLst>
          </p:cNvPr>
          <p:cNvSpPr/>
          <p:nvPr/>
        </p:nvSpPr>
        <p:spPr>
          <a:xfrm>
            <a:off x="2791476" y="558117"/>
            <a:ext cx="69578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9B3FEB-AE8B-A506-72E5-A2FE3FE8E710}"/>
              </a:ext>
            </a:extLst>
          </p:cNvPr>
          <p:cNvSpPr/>
          <p:nvPr/>
        </p:nvSpPr>
        <p:spPr>
          <a:xfrm>
            <a:off x="1046012" y="547822"/>
            <a:ext cx="85548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5B9614-E186-547B-B5E3-CBBE36A267A5}"/>
              </a:ext>
            </a:extLst>
          </p:cNvPr>
          <p:cNvSpPr/>
          <p:nvPr/>
        </p:nvSpPr>
        <p:spPr>
          <a:xfrm>
            <a:off x="2625358" y="3988970"/>
            <a:ext cx="39599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EAD328-064C-92C4-FC9E-031BCAFF6766}"/>
              </a:ext>
            </a:extLst>
          </p:cNvPr>
          <p:cNvSpPr/>
          <p:nvPr/>
        </p:nvSpPr>
        <p:spPr>
          <a:xfrm>
            <a:off x="3024756" y="4002713"/>
            <a:ext cx="48654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DD9B24-F3A3-A71F-6753-7B8C4682261F}"/>
              </a:ext>
            </a:extLst>
          </p:cNvPr>
          <p:cNvSpPr/>
          <p:nvPr/>
        </p:nvSpPr>
        <p:spPr>
          <a:xfrm>
            <a:off x="3539129" y="4002713"/>
            <a:ext cx="31602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2C08722-0DFE-9EB4-CB05-02EFF61C03B8}"/>
              </a:ext>
            </a:extLst>
          </p:cNvPr>
          <p:cNvSpPr/>
          <p:nvPr/>
        </p:nvSpPr>
        <p:spPr>
          <a:xfrm>
            <a:off x="1922494" y="3974933"/>
            <a:ext cx="667050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5B987C0-AC12-29C0-B2F2-04E19D116CE3}"/>
              </a:ext>
            </a:extLst>
          </p:cNvPr>
          <p:cNvSpPr/>
          <p:nvPr/>
        </p:nvSpPr>
        <p:spPr>
          <a:xfrm>
            <a:off x="4056073" y="3999342"/>
            <a:ext cx="675790" cy="48411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=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C90367-292F-6AA6-8EDD-1A12D1196C4D}"/>
              </a:ext>
            </a:extLst>
          </p:cNvPr>
          <p:cNvSpPr/>
          <p:nvPr/>
        </p:nvSpPr>
        <p:spPr>
          <a:xfrm>
            <a:off x="4943850" y="4000726"/>
            <a:ext cx="1066926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30 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078A1B-9CA1-AAC5-0159-1E20F21A7AB5}"/>
              </a:ext>
            </a:extLst>
          </p:cNvPr>
          <p:cNvSpPr/>
          <p:nvPr/>
        </p:nvSpPr>
        <p:spPr>
          <a:xfrm>
            <a:off x="6513000" y="584080"/>
            <a:ext cx="910367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B8CF27-9AFB-DCCD-92D0-C04F28E4D96A}"/>
              </a:ext>
            </a:extLst>
          </p:cNvPr>
          <p:cNvSpPr/>
          <p:nvPr/>
        </p:nvSpPr>
        <p:spPr>
          <a:xfrm>
            <a:off x="2564314" y="4682162"/>
            <a:ext cx="39599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003D5F9-9B34-80C8-D53A-74842CBCB237}"/>
              </a:ext>
            </a:extLst>
          </p:cNvPr>
          <p:cNvSpPr/>
          <p:nvPr/>
        </p:nvSpPr>
        <p:spPr>
          <a:xfrm>
            <a:off x="2963712" y="4695905"/>
            <a:ext cx="48654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9B8ED68-580C-5765-E726-56848224673B}"/>
              </a:ext>
            </a:extLst>
          </p:cNvPr>
          <p:cNvSpPr/>
          <p:nvPr/>
        </p:nvSpPr>
        <p:spPr>
          <a:xfrm>
            <a:off x="3478085" y="4695905"/>
            <a:ext cx="31602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3FDEB88-66FF-5BC6-1900-7CB48C5FA131}"/>
              </a:ext>
            </a:extLst>
          </p:cNvPr>
          <p:cNvSpPr/>
          <p:nvPr/>
        </p:nvSpPr>
        <p:spPr>
          <a:xfrm>
            <a:off x="1861450" y="4668125"/>
            <a:ext cx="667050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0895736-F6B9-192B-D40E-C5ED050334A4}"/>
              </a:ext>
            </a:extLst>
          </p:cNvPr>
          <p:cNvSpPr/>
          <p:nvPr/>
        </p:nvSpPr>
        <p:spPr>
          <a:xfrm>
            <a:off x="3995029" y="4692534"/>
            <a:ext cx="675790" cy="48411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=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CB17ED-8F07-C732-43D6-B567634C0100}"/>
              </a:ext>
            </a:extLst>
          </p:cNvPr>
          <p:cNvSpPr/>
          <p:nvPr/>
        </p:nvSpPr>
        <p:spPr>
          <a:xfrm>
            <a:off x="4897796" y="4693918"/>
            <a:ext cx="1066926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40 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5F029A-EA64-263E-C295-6AA5E1930C23}"/>
              </a:ext>
            </a:extLst>
          </p:cNvPr>
          <p:cNvSpPr/>
          <p:nvPr/>
        </p:nvSpPr>
        <p:spPr>
          <a:xfrm>
            <a:off x="7875592" y="599578"/>
            <a:ext cx="910367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D80FD1E-878E-2E6C-3219-31BA657A1455}"/>
              </a:ext>
            </a:extLst>
          </p:cNvPr>
          <p:cNvSpPr/>
          <p:nvPr/>
        </p:nvSpPr>
        <p:spPr>
          <a:xfrm>
            <a:off x="2549604" y="5333353"/>
            <a:ext cx="39599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B1B38AF-5712-C76A-13D2-14021209C0E2}"/>
              </a:ext>
            </a:extLst>
          </p:cNvPr>
          <p:cNvSpPr/>
          <p:nvPr/>
        </p:nvSpPr>
        <p:spPr>
          <a:xfrm>
            <a:off x="2949002" y="5347096"/>
            <a:ext cx="48654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964EF93-524B-7C8A-3E27-DB9FC06EA2B8}"/>
              </a:ext>
            </a:extLst>
          </p:cNvPr>
          <p:cNvSpPr/>
          <p:nvPr/>
        </p:nvSpPr>
        <p:spPr>
          <a:xfrm>
            <a:off x="3463375" y="5347096"/>
            <a:ext cx="31602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0AF9A33-3E8E-61C4-CBE8-B05E2E441188}"/>
              </a:ext>
            </a:extLst>
          </p:cNvPr>
          <p:cNvSpPr/>
          <p:nvPr/>
        </p:nvSpPr>
        <p:spPr>
          <a:xfrm>
            <a:off x="1846740" y="5319316"/>
            <a:ext cx="667050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67D4B59-33BC-276A-412A-0BBF9B85D2E0}"/>
              </a:ext>
            </a:extLst>
          </p:cNvPr>
          <p:cNvSpPr/>
          <p:nvPr/>
        </p:nvSpPr>
        <p:spPr>
          <a:xfrm>
            <a:off x="3980319" y="5343725"/>
            <a:ext cx="675790" cy="48411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=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F3398B-897B-B3A4-FD8F-AA6F31628419}"/>
              </a:ext>
            </a:extLst>
          </p:cNvPr>
          <p:cNvSpPr/>
          <p:nvPr/>
        </p:nvSpPr>
        <p:spPr>
          <a:xfrm>
            <a:off x="4883086" y="5345109"/>
            <a:ext cx="1066926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50 ;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FBDCF56-89D7-8145-CCA9-2AF5A1343A35}"/>
              </a:ext>
            </a:extLst>
          </p:cNvPr>
          <p:cNvSpPr/>
          <p:nvPr/>
        </p:nvSpPr>
        <p:spPr>
          <a:xfrm>
            <a:off x="9285009" y="599578"/>
            <a:ext cx="910367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1BAB88C-E3D4-FAAA-0FAA-C062D37E90C2}"/>
              </a:ext>
            </a:extLst>
          </p:cNvPr>
          <p:cNvSpPr/>
          <p:nvPr/>
        </p:nvSpPr>
        <p:spPr>
          <a:xfrm>
            <a:off x="2548241" y="6006350"/>
            <a:ext cx="39599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6B9E769-A8FB-CDB2-9DF7-904C204BE289}"/>
              </a:ext>
            </a:extLst>
          </p:cNvPr>
          <p:cNvSpPr/>
          <p:nvPr/>
        </p:nvSpPr>
        <p:spPr>
          <a:xfrm>
            <a:off x="2947639" y="6020093"/>
            <a:ext cx="486549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8EEB4DA-63FC-F594-3402-1AD3E3EAE4E8}"/>
              </a:ext>
            </a:extLst>
          </p:cNvPr>
          <p:cNvSpPr/>
          <p:nvPr/>
        </p:nvSpPr>
        <p:spPr>
          <a:xfrm>
            <a:off x="3462012" y="6020093"/>
            <a:ext cx="316028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A8445CE-7962-F416-2910-4E94D1B7D9B9}"/>
              </a:ext>
            </a:extLst>
          </p:cNvPr>
          <p:cNvSpPr/>
          <p:nvPr/>
        </p:nvSpPr>
        <p:spPr>
          <a:xfrm>
            <a:off x="1845377" y="5992313"/>
            <a:ext cx="667050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EAB18ED-5EC0-7183-4817-C013515F16F7}"/>
              </a:ext>
            </a:extLst>
          </p:cNvPr>
          <p:cNvSpPr/>
          <p:nvPr/>
        </p:nvSpPr>
        <p:spPr>
          <a:xfrm>
            <a:off x="3978956" y="6016722"/>
            <a:ext cx="675790" cy="48411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=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E1C171-3E90-530E-F59E-6E4F854554F0}"/>
              </a:ext>
            </a:extLst>
          </p:cNvPr>
          <p:cNvSpPr/>
          <p:nvPr/>
        </p:nvSpPr>
        <p:spPr>
          <a:xfrm>
            <a:off x="4881723" y="6018106"/>
            <a:ext cx="1066926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55 ;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3B8BB4-8CF6-CEBC-B1BD-2B2D5F15DA11}"/>
              </a:ext>
            </a:extLst>
          </p:cNvPr>
          <p:cNvSpPr/>
          <p:nvPr/>
        </p:nvSpPr>
        <p:spPr>
          <a:xfrm>
            <a:off x="10694426" y="584080"/>
            <a:ext cx="910367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55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3D7825-C12C-2272-F3DD-2C485AA3DB51}"/>
              </a:ext>
            </a:extLst>
          </p:cNvPr>
          <p:cNvGrpSpPr/>
          <p:nvPr/>
        </p:nvGrpSpPr>
        <p:grpSpPr>
          <a:xfrm>
            <a:off x="7053695" y="5274101"/>
            <a:ext cx="3356219" cy="611575"/>
            <a:chOff x="642838" y="105735"/>
            <a:chExt cx="2251601" cy="1435404"/>
          </a:xfrm>
          <a:scene3d>
            <a:camera prst="orthographicFront"/>
            <a:lightRig rig="flat" dir="t"/>
          </a:scene3d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64788C6B-45A9-7C95-5882-7D788489291E}"/>
                </a:ext>
              </a:extLst>
            </p:cNvPr>
            <p:cNvSpPr/>
            <p:nvPr/>
          </p:nvSpPr>
          <p:spPr>
            <a:xfrm>
              <a:off x="642838" y="105735"/>
              <a:ext cx="2251601" cy="1435404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6C873535-EF47-EBE4-F025-8FE95B0151EE}"/>
                </a:ext>
              </a:extLst>
            </p:cNvPr>
            <p:cNvSpPr txBox="1"/>
            <p:nvPr/>
          </p:nvSpPr>
          <p:spPr>
            <a:xfrm>
              <a:off x="712921" y="175818"/>
              <a:ext cx="2111435" cy="129523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b="1" kern="1200" dirty="0" err="1"/>
                <a:t>cout</a:t>
              </a:r>
              <a:r>
                <a:rPr lang="en-US" sz="4000" b="1" kern="1200" dirty="0"/>
                <a:t>&lt;&lt;A[2];</a:t>
              </a:r>
              <a:endParaRPr lang="en-PK" sz="4000" b="1" kern="12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7D15B4E-4D78-D699-4FF1-772831E62F4C}"/>
              </a:ext>
            </a:extLst>
          </p:cNvPr>
          <p:cNvGrpSpPr/>
          <p:nvPr/>
        </p:nvGrpSpPr>
        <p:grpSpPr>
          <a:xfrm>
            <a:off x="7023535" y="3948628"/>
            <a:ext cx="3356219" cy="590649"/>
            <a:chOff x="642838" y="105735"/>
            <a:chExt cx="2251601" cy="1435404"/>
          </a:xfrm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EB4E6D63-BFC7-D302-285B-EFBB622FFA1A}"/>
                </a:ext>
              </a:extLst>
            </p:cNvPr>
            <p:cNvSpPr/>
            <p:nvPr/>
          </p:nvSpPr>
          <p:spPr>
            <a:xfrm>
              <a:off x="642838" y="105735"/>
              <a:ext cx="2251601" cy="1435404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C9D51AF8-A9E2-AFAE-CB4F-BFED6C8606F3}"/>
                </a:ext>
              </a:extLst>
            </p:cNvPr>
            <p:cNvSpPr txBox="1"/>
            <p:nvPr/>
          </p:nvSpPr>
          <p:spPr>
            <a:xfrm>
              <a:off x="712921" y="175818"/>
              <a:ext cx="2111435" cy="129523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b="1" kern="1200" dirty="0" err="1"/>
                <a:t>cout</a:t>
              </a:r>
              <a:r>
                <a:rPr lang="en-US" sz="4000" b="1" kern="1200" dirty="0"/>
                <a:t>&lt;&lt;A[0];</a:t>
              </a:r>
              <a:endParaRPr lang="en-PK" sz="4000" b="1" kern="12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A0FEF9E-A050-4213-818F-23A8FBBD90A9}"/>
              </a:ext>
            </a:extLst>
          </p:cNvPr>
          <p:cNvGrpSpPr/>
          <p:nvPr/>
        </p:nvGrpSpPr>
        <p:grpSpPr>
          <a:xfrm>
            <a:off x="7023535" y="4611364"/>
            <a:ext cx="3356219" cy="590649"/>
            <a:chOff x="642838" y="105735"/>
            <a:chExt cx="2251601" cy="1435404"/>
          </a:xfrm>
          <a:scene3d>
            <a:camera prst="orthographicFront"/>
            <a:lightRig rig="flat" dir="t"/>
          </a:scene3d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64039DE-F0C3-AB41-1096-DF7F7D0A31C2}"/>
                </a:ext>
              </a:extLst>
            </p:cNvPr>
            <p:cNvSpPr/>
            <p:nvPr/>
          </p:nvSpPr>
          <p:spPr>
            <a:xfrm>
              <a:off x="642838" y="105735"/>
              <a:ext cx="2251601" cy="1435404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C525A848-48FC-CE37-3362-38E08EDA45DF}"/>
                </a:ext>
              </a:extLst>
            </p:cNvPr>
            <p:cNvSpPr txBox="1"/>
            <p:nvPr/>
          </p:nvSpPr>
          <p:spPr>
            <a:xfrm>
              <a:off x="712921" y="175818"/>
              <a:ext cx="2111435" cy="129523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b="1" kern="1200" dirty="0" err="1"/>
                <a:t>cout</a:t>
              </a:r>
              <a:r>
                <a:rPr lang="en-US" sz="4000" b="1" kern="1200" dirty="0"/>
                <a:t>&lt;&lt;A[</a:t>
              </a:r>
              <a:r>
                <a:rPr lang="en-US" sz="4000" b="1" dirty="0"/>
                <a:t>1</a:t>
              </a:r>
              <a:r>
                <a:rPr lang="en-US" sz="4000" b="1" kern="1200" dirty="0"/>
                <a:t>];</a:t>
              </a:r>
              <a:endParaRPr lang="en-PK" sz="4000" b="1" kern="12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98DB257-4F86-05EC-C360-BBA90C84ACF2}"/>
              </a:ext>
            </a:extLst>
          </p:cNvPr>
          <p:cNvGrpSpPr/>
          <p:nvPr/>
        </p:nvGrpSpPr>
        <p:grpSpPr>
          <a:xfrm>
            <a:off x="7048955" y="5957764"/>
            <a:ext cx="3356219" cy="590649"/>
            <a:chOff x="642838" y="105735"/>
            <a:chExt cx="2251601" cy="1435404"/>
          </a:xfrm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A9FA7B02-045F-3C3C-9E30-897EE6D36838}"/>
                </a:ext>
              </a:extLst>
            </p:cNvPr>
            <p:cNvSpPr/>
            <p:nvPr/>
          </p:nvSpPr>
          <p:spPr>
            <a:xfrm>
              <a:off x="642838" y="105735"/>
              <a:ext cx="2251601" cy="1435404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B75E5B32-4E9D-96F6-719E-0F25A99AE599}"/>
                </a:ext>
              </a:extLst>
            </p:cNvPr>
            <p:cNvSpPr txBox="1"/>
            <p:nvPr/>
          </p:nvSpPr>
          <p:spPr>
            <a:xfrm>
              <a:off x="712921" y="175818"/>
              <a:ext cx="2111435" cy="129523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b="1" kern="1200" dirty="0" err="1"/>
                <a:t>cout</a:t>
              </a:r>
              <a:r>
                <a:rPr lang="en-US" sz="4000" b="1" kern="1200" dirty="0"/>
                <a:t>&lt;&lt;A[</a:t>
              </a:r>
              <a:r>
                <a:rPr lang="en-US" sz="4000" b="1" dirty="0"/>
                <a:t>3</a:t>
              </a:r>
              <a:r>
                <a:rPr lang="en-US" sz="4000" b="1" kern="1200" dirty="0"/>
                <a:t>];</a:t>
              </a:r>
              <a:endParaRPr lang="en-PK" sz="40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137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00"/>
                            </p:stCondLst>
                            <p:childTnLst>
                              <p:par>
                                <p:cTn id="1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500"/>
                            </p:stCondLst>
                            <p:childTnLst>
                              <p:par>
                                <p:cTn id="1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000"/>
                            </p:stCondLst>
                            <p:childTnLst>
                              <p:par>
                                <p:cTn id="19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500"/>
                            </p:stCondLst>
                            <p:childTnLst>
                              <p:par>
                                <p:cTn id="20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000"/>
                            </p:stCondLst>
                            <p:childTnLst>
                              <p:par>
                                <p:cTn id="2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500"/>
                            </p:stCondLst>
                            <p:childTnLst>
                              <p:par>
                                <p:cTn id="2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000"/>
                            </p:stCondLst>
                            <p:childTnLst>
                              <p:par>
                                <p:cTn id="2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500"/>
                            </p:stCondLst>
                            <p:childTnLst>
                              <p:par>
                                <p:cTn id="2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000"/>
                            </p:stCondLst>
                            <p:childTnLst>
                              <p:par>
                                <p:cTn id="2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2500"/>
                            </p:stCondLst>
                            <p:childTnLst>
                              <p:par>
                                <p:cTn id="2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4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4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000"/>
                            </p:stCondLst>
                            <p:childTnLst>
                              <p:par>
                                <p:cTn id="27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8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0A13D-747B-B925-237A-9E20291023B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594360" y="6332222"/>
            <a:ext cx="523240" cy="190158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A374C-806A-E15C-22A7-B8EE3D84BBB9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1133648" y="6332222"/>
            <a:ext cx="1313180" cy="190158"/>
          </a:xfrm>
        </p:spPr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1/20/2025</a:t>
            </a:fld>
            <a:endParaRPr lang="en-US" dirty="0"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81EA76-717E-D539-1961-FB014FD5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62" y="435463"/>
            <a:ext cx="3760426" cy="1593507"/>
          </a:xfrm>
        </p:spPr>
        <p:txBody>
          <a:bodyPr/>
          <a:lstStyle/>
          <a:p>
            <a:r>
              <a:rPr lang="en-US" dirty="0"/>
              <a:t>Using Loops for Element Access</a:t>
            </a:r>
            <a:endParaRPr lang="en-PK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1B36135-D9EB-D4EA-F477-C9B54263D5AF}"/>
              </a:ext>
            </a:extLst>
          </p:cNvPr>
          <p:cNvGraphicFramePr>
            <a:graphicFrameLocks noGrp="1"/>
          </p:cNvGraphicFramePr>
          <p:nvPr/>
        </p:nvGraphicFramePr>
        <p:xfrm>
          <a:off x="6350260" y="859569"/>
          <a:ext cx="4182220" cy="990077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417613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1484769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1279838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990077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4C76050-719D-A043-E8D5-08812CB70FB6}"/>
              </a:ext>
            </a:extLst>
          </p:cNvPr>
          <p:cNvGrpSpPr/>
          <p:nvPr/>
        </p:nvGrpSpPr>
        <p:grpSpPr>
          <a:xfrm>
            <a:off x="4807887" y="674149"/>
            <a:ext cx="1338801" cy="143905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56A2977-6671-D671-6A9D-093818A19AD7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FE5ADDE1-7DA2-0059-9AE9-3DF96C2E0B01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b="1" kern="1200" dirty="0"/>
                <a:t>A</a:t>
              </a:r>
              <a:endParaRPr lang="en-PK" sz="6600" b="1" kern="1200" dirty="0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42B447-2DE8-60D6-89F6-48AA0CB20A64}"/>
              </a:ext>
            </a:extLst>
          </p:cNvPr>
          <p:cNvSpPr/>
          <p:nvPr/>
        </p:nvSpPr>
        <p:spPr>
          <a:xfrm>
            <a:off x="6613828" y="1917721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018B7E-AA30-8291-2690-2B7D1053AE01}"/>
              </a:ext>
            </a:extLst>
          </p:cNvPr>
          <p:cNvSpPr/>
          <p:nvPr/>
        </p:nvSpPr>
        <p:spPr>
          <a:xfrm>
            <a:off x="7996283" y="1936119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49359C6-421C-5384-7A23-94B40CCE6629}"/>
              </a:ext>
            </a:extLst>
          </p:cNvPr>
          <p:cNvSpPr/>
          <p:nvPr/>
        </p:nvSpPr>
        <p:spPr>
          <a:xfrm>
            <a:off x="9415971" y="1936119"/>
            <a:ext cx="840851" cy="784309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FC57B8-6D6D-ABFB-FD03-088753635A2F}"/>
              </a:ext>
            </a:extLst>
          </p:cNvPr>
          <p:cNvSpPr/>
          <p:nvPr/>
        </p:nvSpPr>
        <p:spPr>
          <a:xfrm>
            <a:off x="7194074" y="258351"/>
            <a:ext cx="85548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5EB488-6C35-430C-23CC-B7C08168635C}"/>
              </a:ext>
            </a:extLst>
          </p:cNvPr>
          <p:cNvSpPr/>
          <p:nvPr/>
        </p:nvSpPr>
        <p:spPr>
          <a:xfrm>
            <a:off x="9006280" y="258351"/>
            <a:ext cx="19218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DCA19A-CD15-2037-57C5-FBF318144D0A}"/>
              </a:ext>
            </a:extLst>
          </p:cNvPr>
          <p:cNvSpPr/>
          <p:nvPr/>
        </p:nvSpPr>
        <p:spPr>
          <a:xfrm>
            <a:off x="9258031" y="258351"/>
            <a:ext cx="527953" cy="477373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29F18D-13F6-CF80-B418-B59D7F198D17}"/>
              </a:ext>
            </a:extLst>
          </p:cNvPr>
          <p:cNvSpPr/>
          <p:nvPr/>
        </p:nvSpPr>
        <p:spPr>
          <a:xfrm>
            <a:off x="9836694" y="276210"/>
            <a:ext cx="695786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7BE95D-60DE-0FE6-EFF3-63C019F06A55}"/>
              </a:ext>
            </a:extLst>
          </p:cNvPr>
          <p:cNvSpPr/>
          <p:nvPr/>
        </p:nvSpPr>
        <p:spPr>
          <a:xfrm>
            <a:off x="8091230" y="265915"/>
            <a:ext cx="855485" cy="477373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0BF47F-5103-CA49-FA35-7820493E24CE}"/>
              </a:ext>
            </a:extLst>
          </p:cNvPr>
          <p:cNvSpPr/>
          <p:nvPr/>
        </p:nvSpPr>
        <p:spPr>
          <a:xfrm>
            <a:off x="243151" y="2909878"/>
            <a:ext cx="1214830" cy="5815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EFFD09-C74B-F026-4A65-5C795D92C567}"/>
              </a:ext>
            </a:extLst>
          </p:cNvPr>
          <p:cNvSpPr/>
          <p:nvPr/>
        </p:nvSpPr>
        <p:spPr>
          <a:xfrm>
            <a:off x="1457981" y="2909878"/>
            <a:ext cx="859714" cy="5815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(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69CE44-94D4-C847-ABDF-06491FD2A9E9}"/>
              </a:ext>
            </a:extLst>
          </p:cNvPr>
          <p:cNvSpPr/>
          <p:nvPr/>
        </p:nvSpPr>
        <p:spPr>
          <a:xfrm>
            <a:off x="2391345" y="2909878"/>
            <a:ext cx="3317793" cy="5815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int </a:t>
            </a:r>
            <a:r>
              <a:rPr lang="en-US" sz="44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=0</a:t>
            </a:r>
            <a:r>
              <a:rPr lang="en-US" sz="44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659AED-B241-E0AB-3343-2F2C22605E5D}"/>
              </a:ext>
            </a:extLst>
          </p:cNvPr>
          <p:cNvSpPr/>
          <p:nvPr/>
        </p:nvSpPr>
        <p:spPr>
          <a:xfrm>
            <a:off x="5782789" y="2913093"/>
            <a:ext cx="2637464" cy="5815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4400" b="1">
                <a:solidFill>
                  <a:schemeClr val="accent5">
                    <a:lumMod val="50000"/>
                  </a:schemeClr>
                </a:solidFill>
              </a:rPr>
              <a:t>&lt; </a:t>
            </a: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en-US" sz="4400" b="1">
                <a:solidFill>
                  <a:schemeClr val="bg1"/>
                </a:solidFill>
              </a:rPr>
              <a:t>;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40F4E4-8ACC-97D7-4B68-AB32E886092D}"/>
              </a:ext>
            </a:extLst>
          </p:cNvPr>
          <p:cNvSpPr/>
          <p:nvPr/>
        </p:nvSpPr>
        <p:spPr>
          <a:xfrm>
            <a:off x="8501931" y="2937157"/>
            <a:ext cx="2637464" cy="5815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4400" b="1" dirty="0">
                <a:solidFill>
                  <a:schemeClr val="accent5">
                    <a:lumMod val="50000"/>
                  </a:schemeClr>
                </a:solidFill>
              </a:rPr>
              <a:t>++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2F2D03-28F7-25C8-6951-FE8969A20ED5}"/>
              </a:ext>
            </a:extLst>
          </p:cNvPr>
          <p:cNvSpPr/>
          <p:nvPr/>
        </p:nvSpPr>
        <p:spPr>
          <a:xfrm>
            <a:off x="11221073" y="2937157"/>
            <a:ext cx="859714" cy="5815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C25D11F-D0F7-79E5-E960-ADCD60A23FCA}"/>
              </a:ext>
            </a:extLst>
          </p:cNvPr>
          <p:cNvSpPr/>
          <p:nvPr/>
        </p:nvSpPr>
        <p:spPr>
          <a:xfrm>
            <a:off x="326419" y="3570464"/>
            <a:ext cx="811197" cy="68084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{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948393-F75E-BC36-3F6E-AC92502AD743}"/>
              </a:ext>
            </a:extLst>
          </p:cNvPr>
          <p:cNvSpPr/>
          <p:nvPr/>
        </p:nvSpPr>
        <p:spPr>
          <a:xfrm>
            <a:off x="416512" y="5543642"/>
            <a:ext cx="811197" cy="708752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}</a:t>
            </a: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59B386BA-0007-01E1-52AE-AECAF82CE521}"/>
              </a:ext>
            </a:extLst>
          </p:cNvPr>
          <p:cNvGraphicFramePr/>
          <p:nvPr/>
        </p:nvGraphicFramePr>
        <p:xfrm>
          <a:off x="1206151" y="3962711"/>
          <a:ext cx="3537278" cy="1264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5B9A1D2E-0BE7-0AD8-3FEA-CEC20548F952}"/>
              </a:ext>
            </a:extLst>
          </p:cNvPr>
          <p:cNvSpPr/>
          <p:nvPr/>
        </p:nvSpPr>
        <p:spPr>
          <a:xfrm>
            <a:off x="10199412" y="4936891"/>
            <a:ext cx="1066926" cy="7573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CA5BAE-D267-FBF9-59D7-7A1933ABB741}"/>
              </a:ext>
            </a:extLst>
          </p:cNvPr>
          <p:cNvSpPr/>
          <p:nvPr/>
        </p:nvSpPr>
        <p:spPr>
          <a:xfrm>
            <a:off x="10220450" y="4137573"/>
            <a:ext cx="1000623" cy="7573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753C23E-7041-D403-10DE-460F3424BCC2}"/>
              </a:ext>
            </a:extLst>
          </p:cNvPr>
          <p:cNvSpPr txBox="1">
            <a:spLocks/>
          </p:cNvSpPr>
          <p:nvPr/>
        </p:nvSpPr>
        <p:spPr>
          <a:xfrm>
            <a:off x="10456352" y="5017071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0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B3AD144-EF71-4FE5-A786-92690BD8CDDD}"/>
              </a:ext>
            </a:extLst>
          </p:cNvPr>
          <p:cNvSpPr/>
          <p:nvPr/>
        </p:nvSpPr>
        <p:spPr>
          <a:xfrm>
            <a:off x="5477287" y="3958464"/>
            <a:ext cx="1593410" cy="126454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A[0]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01E5C4-3E2C-B0A4-F44C-149861DE1E9E}"/>
              </a:ext>
            </a:extLst>
          </p:cNvPr>
          <p:cNvSpPr/>
          <p:nvPr/>
        </p:nvSpPr>
        <p:spPr>
          <a:xfrm>
            <a:off x="6626140" y="1028144"/>
            <a:ext cx="910367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C6CC6888-9FD1-2724-C7F5-D9D2A7C94D62}"/>
              </a:ext>
            </a:extLst>
          </p:cNvPr>
          <p:cNvSpPr txBox="1">
            <a:spLocks/>
          </p:cNvSpPr>
          <p:nvPr/>
        </p:nvSpPr>
        <p:spPr>
          <a:xfrm>
            <a:off x="10464975" y="5017070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1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8B1AC6A-0A90-F2DC-388E-3841498E1EC7}"/>
              </a:ext>
            </a:extLst>
          </p:cNvPr>
          <p:cNvSpPr/>
          <p:nvPr/>
        </p:nvSpPr>
        <p:spPr>
          <a:xfrm>
            <a:off x="5494674" y="3961679"/>
            <a:ext cx="1593410" cy="126454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A[1]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90F735-E599-5D89-D6E7-CAF01B01C30E}"/>
              </a:ext>
            </a:extLst>
          </p:cNvPr>
          <p:cNvSpPr/>
          <p:nvPr/>
        </p:nvSpPr>
        <p:spPr>
          <a:xfrm>
            <a:off x="8018242" y="1023676"/>
            <a:ext cx="910367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EF6DB071-D52B-F47F-DF73-C56510E99E47}"/>
              </a:ext>
            </a:extLst>
          </p:cNvPr>
          <p:cNvSpPr txBox="1">
            <a:spLocks/>
          </p:cNvSpPr>
          <p:nvPr/>
        </p:nvSpPr>
        <p:spPr>
          <a:xfrm>
            <a:off x="10456352" y="5017069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2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1A659E79-19EC-08A2-D6FA-EE1C189373AD}"/>
              </a:ext>
            </a:extLst>
          </p:cNvPr>
          <p:cNvSpPr txBox="1">
            <a:spLocks/>
          </p:cNvSpPr>
          <p:nvPr/>
        </p:nvSpPr>
        <p:spPr>
          <a:xfrm>
            <a:off x="10432060" y="5015411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038DF3-78A0-9D5A-C6EE-20599DC6EFF7}"/>
              </a:ext>
            </a:extLst>
          </p:cNvPr>
          <p:cNvSpPr/>
          <p:nvPr/>
        </p:nvSpPr>
        <p:spPr>
          <a:xfrm>
            <a:off x="9433039" y="1028144"/>
            <a:ext cx="910367" cy="53855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3BF276-0E39-3B5A-B7BF-94CEC0FDF0FC}"/>
              </a:ext>
            </a:extLst>
          </p:cNvPr>
          <p:cNvSpPr/>
          <p:nvPr/>
        </p:nvSpPr>
        <p:spPr>
          <a:xfrm>
            <a:off x="5502388" y="3961679"/>
            <a:ext cx="1593410" cy="126454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A[2]</a:t>
            </a:r>
          </a:p>
        </p:txBody>
      </p:sp>
    </p:spTree>
    <p:extLst>
      <p:ext uri="{BB962C8B-B14F-4D97-AF65-F5344CB8AC3E}">
        <p14:creationId xmlns:p14="http://schemas.microsoft.com/office/powerpoint/2010/main" val="375389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46" dur="250" autoRev="1" fill="remove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7" dur="250" autoRev="1" fill="remove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250" autoRev="1" fill="remove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65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6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6" presetClass="emph" presetSubtype="0" repeatCount="indefinite" fill="hold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82" dur="500" tmFilter="0, 0; .2, .5; .8, .5; 1, 0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3" dur="250" autoRev="1" fill="hold"/>
                                        <p:tgtEl>
                                          <p:spTgt spid="32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7" presetClass="emph" presetSubtype="0" repeatCount="indefinite" fill="remove" grpId="2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99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0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" fill="hold">
                      <p:stCondLst>
                        <p:cond delay="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218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9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4" grpId="0" animBg="1"/>
      <p:bldP spid="25" grpId="0" animBg="1"/>
      <p:bldP spid="26" grpId="0" animBg="1"/>
      <p:bldP spid="27" grpId="0" animBg="1"/>
      <p:bldP spid="27" grpId="1" animBg="1"/>
      <p:bldP spid="28" grpId="0" animBg="1"/>
      <p:bldP spid="28" grpId="1" animBg="1"/>
      <p:bldP spid="28" grpId="2" animBg="1"/>
      <p:bldP spid="29" grpId="0" animBg="1"/>
      <p:bldP spid="30" grpId="0" animBg="1"/>
      <p:bldP spid="31" grpId="0" animBg="1"/>
      <p:bldGraphic spid="32" grpId="0">
        <p:bldSub>
          <a:bldDgm/>
        </p:bldSub>
      </p:bldGraphic>
      <p:bldGraphic spid="32" grpId="1">
        <p:bldSub>
          <a:bldDgm/>
        </p:bldSub>
      </p:bldGraphic>
      <p:bldGraphic spid="32" grpId="2">
        <p:bldSub>
          <a:bldDgm/>
        </p:bldSub>
      </p:bldGraphic>
      <p:bldP spid="33" grpId="0" animBg="1"/>
      <p:bldP spid="34" grpId="0" animBg="1"/>
      <p:bldP spid="35" grpId="0"/>
      <p:bldP spid="35" grpId="1"/>
      <p:bldP spid="36" grpId="0" animBg="1"/>
      <p:bldP spid="37" grpId="0" animBg="1"/>
      <p:bldP spid="38" grpId="0"/>
      <p:bldP spid="38" grpId="1"/>
      <p:bldP spid="39" grpId="0" animBg="1"/>
      <p:bldP spid="40" grpId="0" animBg="1"/>
      <p:bldP spid="41" grpId="0"/>
      <p:bldP spid="41" grpId="1"/>
      <p:bldP spid="42" grpId="0"/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A9B1276-8A67-B95A-20A0-2915DAD15364}"/>
              </a:ext>
            </a:extLst>
          </p:cNvPr>
          <p:cNvGraphicFramePr>
            <a:graphicFrameLocks noGrp="1"/>
          </p:cNvGraphicFramePr>
          <p:nvPr/>
        </p:nvGraphicFramePr>
        <p:xfrm>
          <a:off x="6350260" y="859569"/>
          <a:ext cx="4182220" cy="539743"/>
        </p:xfrm>
        <a:graphic>
          <a:graphicData uri="http://schemas.openxmlformats.org/drawingml/2006/table">
            <a:tbl>
              <a:tblPr firstRow="1" bandRow="1"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  <a:tableStyleId>{5C22544A-7EE6-4342-B048-85BDC9FD1C3A}</a:tableStyleId>
              </a:tblPr>
              <a:tblGrid>
                <a:gridCol w="1417613">
                  <a:extLst>
                    <a:ext uri="{9D8B030D-6E8A-4147-A177-3AD203B41FA5}">
                      <a16:colId xmlns:a16="http://schemas.microsoft.com/office/drawing/2014/main" val="3523129660"/>
                    </a:ext>
                  </a:extLst>
                </a:gridCol>
                <a:gridCol w="1484769">
                  <a:extLst>
                    <a:ext uri="{9D8B030D-6E8A-4147-A177-3AD203B41FA5}">
                      <a16:colId xmlns:a16="http://schemas.microsoft.com/office/drawing/2014/main" val="82902979"/>
                    </a:ext>
                  </a:extLst>
                </a:gridCol>
                <a:gridCol w="1279838">
                  <a:extLst>
                    <a:ext uri="{9D8B030D-6E8A-4147-A177-3AD203B41FA5}">
                      <a16:colId xmlns:a16="http://schemas.microsoft.com/office/drawing/2014/main" val="1545700910"/>
                    </a:ext>
                  </a:extLst>
                </a:gridCol>
              </a:tblGrid>
              <a:tr h="539743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49891852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18BB7E29-904B-5904-0281-163D54621F0D}"/>
              </a:ext>
            </a:extLst>
          </p:cNvPr>
          <p:cNvGrpSpPr/>
          <p:nvPr/>
        </p:nvGrpSpPr>
        <p:grpSpPr>
          <a:xfrm>
            <a:off x="4807887" y="674149"/>
            <a:ext cx="1338801" cy="784505"/>
            <a:chOff x="642838" y="552115"/>
            <a:chExt cx="2251601" cy="989023"/>
          </a:xfrm>
          <a:scene3d>
            <a:camera prst="orthographicFront"/>
            <a:lightRig rig="flat" dir="t"/>
          </a:scene3d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5831558-E401-79E1-2BDB-7C1070DA09B1}"/>
                </a:ext>
              </a:extLst>
            </p:cNvPr>
            <p:cNvSpPr/>
            <p:nvPr/>
          </p:nvSpPr>
          <p:spPr>
            <a:xfrm>
              <a:off x="642838" y="552115"/>
              <a:ext cx="2251601" cy="9890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 sz="2800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C59F0840-54C0-7F56-5B99-D7FF5425F170}"/>
                </a:ext>
              </a:extLst>
            </p:cNvPr>
            <p:cNvSpPr txBox="1"/>
            <p:nvPr/>
          </p:nvSpPr>
          <p:spPr>
            <a:xfrm>
              <a:off x="712921" y="552116"/>
              <a:ext cx="2111435" cy="91894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A</a:t>
              </a:r>
              <a:endParaRPr lang="en-PK" sz="2800" b="1" kern="1200" dirty="0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CD6A37-2843-B988-D751-D0A89548411A}"/>
              </a:ext>
            </a:extLst>
          </p:cNvPr>
          <p:cNvSpPr/>
          <p:nvPr/>
        </p:nvSpPr>
        <p:spPr>
          <a:xfrm>
            <a:off x="6631934" y="1564645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F07D0D-8040-8030-1ADD-0FCE27E0D2F7}"/>
              </a:ext>
            </a:extLst>
          </p:cNvPr>
          <p:cNvSpPr/>
          <p:nvPr/>
        </p:nvSpPr>
        <p:spPr>
          <a:xfrm>
            <a:off x="8014389" y="1583043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4306EAC-C6A3-C330-6CB9-F6E8B0AFC285}"/>
              </a:ext>
            </a:extLst>
          </p:cNvPr>
          <p:cNvSpPr/>
          <p:nvPr/>
        </p:nvSpPr>
        <p:spPr>
          <a:xfrm>
            <a:off x="9434077" y="1583043"/>
            <a:ext cx="840851" cy="42756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8CD3F36-4F4D-1974-9384-64109C2C6A80}"/>
              </a:ext>
            </a:extLst>
          </p:cNvPr>
          <p:cNvSpPr/>
          <p:nvPr/>
        </p:nvSpPr>
        <p:spPr>
          <a:xfrm>
            <a:off x="7194074" y="176874"/>
            <a:ext cx="855485" cy="511611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int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BFA8E6-D19E-E3EA-0CDA-B7E2E7A4A260}"/>
              </a:ext>
            </a:extLst>
          </p:cNvPr>
          <p:cNvSpPr/>
          <p:nvPr/>
        </p:nvSpPr>
        <p:spPr>
          <a:xfrm>
            <a:off x="9006280" y="176874"/>
            <a:ext cx="192186" cy="511611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[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BD4293-8D4E-55B1-ACBF-B92E112FA70C}"/>
              </a:ext>
            </a:extLst>
          </p:cNvPr>
          <p:cNvSpPr/>
          <p:nvPr/>
        </p:nvSpPr>
        <p:spPr>
          <a:xfrm>
            <a:off x="9258031" y="176874"/>
            <a:ext cx="527953" cy="511611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ACE83F7-70DD-5446-6788-91C1C9F1B77D}"/>
              </a:ext>
            </a:extLst>
          </p:cNvPr>
          <p:cNvSpPr/>
          <p:nvPr/>
        </p:nvSpPr>
        <p:spPr>
          <a:xfrm>
            <a:off x="9836694" y="194733"/>
            <a:ext cx="695786" cy="511611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] ;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E5343EC-F236-584C-A309-656081A87832}"/>
              </a:ext>
            </a:extLst>
          </p:cNvPr>
          <p:cNvSpPr/>
          <p:nvPr/>
        </p:nvSpPr>
        <p:spPr>
          <a:xfrm>
            <a:off x="8091230" y="184438"/>
            <a:ext cx="855485" cy="511611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chemeClr val="bg1"/>
                  </a:solidFill>
                </a:ln>
                <a:solidFill>
                  <a:srgbClr val="00B0F0"/>
                </a:solidFill>
              </a:rPr>
              <a:t>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C1D6B6-525B-4124-B67C-84423CCF8821}"/>
              </a:ext>
            </a:extLst>
          </p:cNvPr>
          <p:cNvSpPr/>
          <p:nvPr/>
        </p:nvSpPr>
        <p:spPr>
          <a:xfrm>
            <a:off x="179780" y="338702"/>
            <a:ext cx="809454" cy="3170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88775B-806B-E710-FAA4-30CE2C9AF37A}"/>
              </a:ext>
            </a:extLst>
          </p:cNvPr>
          <p:cNvSpPr/>
          <p:nvPr/>
        </p:nvSpPr>
        <p:spPr>
          <a:xfrm>
            <a:off x="1050590" y="338702"/>
            <a:ext cx="216910" cy="3170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(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E2A892-021A-B381-22AB-28C881FF3FFD}"/>
              </a:ext>
            </a:extLst>
          </p:cNvPr>
          <p:cNvSpPr/>
          <p:nvPr/>
        </p:nvSpPr>
        <p:spPr>
          <a:xfrm>
            <a:off x="1328856" y="338702"/>
            <a:ext cx="1257201" cy="3170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=0</a:t>
            </a:r>
            <a:r>
              <a:rPr lang="en-US" sz="28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CCB86A-8346-DFC8-44A3-7158E4953690}"/>
              </a:ext>
            </a:extLst>
          </p:cNvPr>
          <p:cNvSpPr/>
          <p:nvPr/>
        </p:nvSpPr>
        <p:spPr>
          <a:xfrm>
            <a:off x="2647413" y="342418"/>
            <a:ext cx="989203" cy="3170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b="1">
                <a:solidFill>
                  <a:schemeClr val="accent5">
                    <a:lumMod val="50000"/>
                  </a:schemeClr>
                </a:solidFill>
              </a:rPr>
              <a:t>&lt;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en-US" sz="2800" b="1">
                <a:solidFill>
                  <a:schemeClr val="bg1"/>
                </a:solidFill>
              </a:rPr>
              <a:t>;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6A7023-2274-0392-E3B5-FBB6418A01C9}"/>
              </a:ext>
            </a:extLst>
          </p:cNvPr>
          <p:cNvSpPr/>
          <p:nvPr/>
        </p:nvSpPr>
        <p:spPr>
          <a:xfrm>
            <a:off x="3666794" y="338702"/>
            <a:ext cx="745486" cy="3170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++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CDA6A8-318B-EA1D-3E07-739BB4ED0E42}"/>
              </a:ext>
            </a:extLst>
          </p:cNvPr>
          <p:cNvSpPr/>
          <p:nvPr/>
        </p:nvSpPr>
        <p:spPr>
          <a:xfrm>
            <a:off x="4458045" y="338702"/>
            <a:ext cx="281103" cy="31702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CC8F1F3-4A9C-7C2E-9ED9-C637C6F7E37D}"/>
              </a:ext>
            </a:extLst>
          </p:cNvPr>
          <p:cNvSpPr/>
          <p:nvPr/>
        </p:nvSpPr>
        <p:spPr>
          <a:xfrm>
            <a:off x="263049" y="800117"/>
            <a:ext cx="479336" cy="517152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{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CF89134-F29E-3DD2-6A7F-ABD1A094B6E7}"/>
              </a:ext>
            </a:extLst>
          </p:cNvPr>
          <p:cNvSpPr/>
          <p:nvPr/>
        </p:nvSpPr>
        <p:spPr>
          <a:xfrm>
            <a:off x="353141" y="1976587"/>
            <a:ext cx="479337" cy="484163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}</a:t>
            </a:r>
          </a:p>
        </p:txBody>
      </p:sp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5131C31D-FB92-D7EA-61C3-EA0BBB8D8213}"/>
              </a:ext>
            </a:extLst>
          </p:cNvPr>
          <p:cNvGraphicFramePr/>
          <p:nvPr/>
        </p:nvGraphicFramePr>
        <p:xfrm>
          <a:off x="1142780" y="1391536"/>
          <a:ext cx="1185194" cy="536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2801AA83-D03E-8F17-D6C3-B53F5B625727}"/>
              </a:ext>
            </a:extLst>
          </p:cNvPr>
          <p:cNvSpPr/>
          <p:nvPr/>
        </p:nvSpPr>
        <p:spPr>
          <a:xfrm>
            <a:off x="6626140" y="1028145"/>
            <a:ext cx="910367" cy="2935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BD17F8-4D1B-8A4A-DF1A-8F4ADAE6A02C}"/>
              </a:ext>
            </a:extLst>
          </p:cNvPr>
          <p:cNvSpPr/>
          <p:nvPr/>
        </p:nvSpPr>
        <p:spPr>
          <a:xfrm>
            <a:off x="8018242" y="1023677"/>
            <a:ext cx="910367" cy="2935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681236-E628-1308-070C-61C8DAF5C10D}"/>
              </a:ext>
            </a:extLst>
          </p:cNvPr>
          <p:cNvSpPr/>
          <p:nvPr/>
        </p:nvSpPr>
        <p:spPr>
          <a:xfrm>
            <a:off x="9433039" y="1028145"/>
            <a:ext cx="910367" cy="2935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30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5B76055-D944-E849-98CB-217BBA4A9D0E}"/>
              </a:ext>
            </a:extLst>
          </p:cNvPr>
          <p:cNvGrpSpPr/>
          <p:nvPr/>
        </p:nvGrpSpPr>
        <p:grpSpPr>
          <a:xfrm>
            <a:off x="6081526" y="2954522"/>
            <a:ext cx="2497584" cy="977462"/>
            <a:chOff x="1076814" y="892336"/>
            <a:chExt cx="2236041" cy="1427332"/>
          </a:xfrm>
          <a:scene3d>
            <a:camera prst="orthographicFront"/>
            <a:lightRig rig="flat" dir="t"/>
          </a:scene3d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D83C9F5A-90B0-2A4E-5D08-6C16D565329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4" name="Rectangle: Rounded Corners 4">
              <a:extLst>
                <a:ext uri="{FF2B5EF4-FFF2-40B4-BE49-F238E27FC236}">
                  <a16:creationId xmlns:a16="http://schemas.microsoft.com/office/drawing/2014/main" id="{0B8DDC1E-F80C-8BEF-F27F-D8CAAD28242F}"/>
                </a:ext>
              </a:extLst>
            </p:cNvPr>
            <p:cNvSpPr txBox="1"/>
            <p:nvPr/>
          </p:nvSpPr>
          <p:spPr>
            <a:xfrm>
              <a:off x="1076814" y="965770"/>
              <a:ext cx="2236041" cy="135389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/>
                <a:t>Finding smallest number</a:t>
              </a:r>
              <a:endParaRPr lang="en-PK" sz="2600" b="1" kern="1200" dirty="0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06D1EC6-5C0E-FFC2-5E91-542D99D8AF8A}"/>
              </a:ext>
            </a:extLst>
          </p:cNvPr>
          <p:cNvSpPr/>
          <p:nvPr/>
        </p:nvSpPr>
        <p:spPr>
          <a:xfrm>
            <a:off x="434617" y="2587981"/>
            <a:ext cx="3837580" cy="53685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int smallest = A [ o ] ;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4CDB9F2-ABD8-EF66-D363-C854A48B5EE4}"/>
              </a:ext>
            </a:extLst>
          </p:cNvPr>
          <p:cNvSpPr/>
          <p:nvPr/>
        </p:nvSpPr>
        <p:spPr>
          <a:xfrm>
            <a:off x="9601883" y="2975554"/>
            <a:ext cx="1066926" cy="7573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E16C7C-DACA-B6B5-A1F3-9C4FD41ACEFA}"/>
              </a:ext>
            </a:extLst>
          </p:cNvPr>
          <p:cNvSpPr/>
          <p:nvPr/>
        </p:nvSpPr>
        <p:spPr>
          <a:xfrm>
            <a:off x="8908125" y="2169777"/>
            <a:ext cx="2272906" cy="7573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Smallest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D5317C0D-ACFE-F3F8-DF7E-A7BE2A05BDCD}"/>
              </a:ext>
            </a:extLst>
          </p:cNvPr>
          <p:cNvSpPr txBox="1">
            <a:spLocks/>
          </p:cNvSpPr>
          <p:nvPr/>
        </p:nvSpPr>
        <p:spPr>
          <a:xfrm>
            <a:off x="9696261" y="2995758"/>
            <a:ext cx="972547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40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A7EEB5A-3620-9F15-2C35-3464143A6F19}"/>
              </a:ext>
            </a:extLst>
          </p:cNvPr>
          <p:cNvSpPr/>
          <p:nvPr/>
        </p:nvSpPr>
        <p:spPr>
          <a:xfrm>
            <a:off x="421751" y="3253066"/>
            <a:ext cx="721029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9CCFE95-37D3-52AA-E98D-415F6755D927}"/>
              </a:ext>
            </a:extLst>
          </p:cNvPr>
          <p:cNvSpPr/>
          <p:nvPr/>
        </p:nvSpPr>
        <p:spPr>
          <a:xfrm>
            <a:off x="1215513" y="3264303"/>
            <a:ext cx="301710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(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3CEADC-2D32-9521-8326-D03006039730}"/>
              </a:ext>
            </a:extLst>
          </p:cNvPr>
          <p:cNvSpPr/>
          <p:nvPr/>
        </p:nvSpPr>
        <p:spPr>
          <a:xfrm>
            <a:off x="4494759" y="3264303"/>
            <a:ext cx="979257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++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E4033D0-9E0F-5D91-0C6F-D88C8F549746}"/>
              </a:ext>
            </a:extLst>
          </p:cNvPr>
          <p:cNvSpPr/>
          <p:nvPr/>
        </p:nvSpPr>
        <p:spPr>
          <a:xfrm>
            <a:off x="1558683" y="3264303"/>
            <a:ext cx="1549168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int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=1</a:t>
            </a:r>
            <a:r>
              <a:rPr lang="en-US" sz="3200" b="1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D93CC9C-79E1-5A5C-A8DE-38A799FE19DE}"/>
              </a:ext>
            </a:extLst>
          </p:cNvPr>
          <p:cNvSpPr/>
          <p:nvPr/>
        </p:nvSpPr>
        <p:spPr>
          <a:xfrm>
            <a:off x="3167112" y="3256127"/>
            <a:ext cx="1256901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i &lt;  3;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4971FD5-D183-6018-029A-D04BD1B8EC77}"/>
              </a:ext>
            </a:extLst>
          </p:cNvPr>
          <p:cNvSpPr/>
          <p:nvPr/>
        </p:nvSpPr>
        <p:spPr>
          <a:xfrm>
            <a:off x="5538371" y="3264303"/>
            <a:ext cx="367810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CE26FD8-6657-F7E8-C690-3A8D438E63A2}"/>
              </a:ext>
            </a:extLst>
          </p:cNvPr>
          <p:cNvSpPr/>
          <p:nvPr/>
        </p:nvSpPr>
        <p:spPr>
          <a:xfrm>
            <a:off x="263049" y="3844638"/>
            <a:ext cx="479336" cy="517152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{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2BA67FF-41DE-ADAD-4756-15A491070989}"/>
              </a:ext>
            </a:extLst>
          </p:cNvPr>
          <p:cNvSpPr/>
          <p:nvPr/>
        </p:nvSpPr>
        <p:spPr>
          <a:xfrm>
            <a:off x="263049" y="5711247"/>
            <a:ext cx="479337" cy="484163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badi" panose="020F0502020204030204" pitchFamily="34" charset="0"/>
              </a:rPr>
              <a:t>}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6A9D34-3FB1-846F-6545-405C187317D9}"/>
              </a:ext>
            </a:extLst>
          </p:cNvPr>
          <p:cNvSpPr/>
          <p:nvPr/>
        </p:nvSpPr>
        <p:spPr>
          <a:xfrm>
            <a:off x="1328855" y="4063515"/>
            <a:ext cx="4012689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if ( A[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] &lt; smallest ) {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8F2FB0B-702F-0A5C-3D15-2524709C3A28}"/>
              </a:ext>
            </a:extLst>
          </p:cNvPr>
          <p:cNvSpPr/>
          <p:nvPr/>
        </p:nvSpPr>
        <p:spPr>
          <a:xfrm>
            <a:off x="9649071" y="4818946"/>
            <a:ext cx="1066926" cy="7573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1B62790-4836-FF5A-C6C1-9ABB13F535C2}"/>
              </a:ext>
            </a:extLst>
          </p:cNvPr>
          <p:cNvSpPr/>
          <p:nvPr/>
        </p:nvSpPr>
        <p:spPr>
          <a:xfrm>
            <a:off x="9668185" y="4011888"/>
            <a:ext cx="1000623" cy="7573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61987081-0281-D885-22A1-2B785F16380F}"/>
              </a:ext>
            </a:extLst>
          </p:cNvPr>
          <p:cNvSpPr txBox="1">
            <a:spLocks/>
          </p:cNvSpPr>
          <p:nvPr/>
        </p:nvSpPr>
        <p:spPr>
          <a:xfrm>
            <a:off x="9915000" y="4794092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1</a:t>
            </a:r>
          </a:p>
        </p:txBody>
      </p:sp>
      <p:graphicFrame>
        <p:nvGraphicFramePr>
          <p:cNvPr id="61" name="Diagram 60">
            <a:extLst>
              <a:ext uri="{FF2B5EF4-FFF2-40B4-BE49-F238E27FC236}">
                <a16:creationId xmlns:a16="http://schemas.microsoft.com/office/drawing/2014/main" id="{CE80F670-36C2-9B8E-1C1C-8F20423DFDE5}"/>
              </a:ext>
            </a:extLst>
          </p:cNvPr>
          <p:cNvGraphicFramePr/>
          <p:nvPr/>
        </p:nvGraphicFramePr>
        <p:xfrm>
          <a:off x="2509993" y="4719953"/>
          <a:ext cx="2964023" cy="536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1F61946E-4ACB-AAE1-7B0F-E1D2846A4B97}"/>
              </a:ext>
            </a:extLst>
          </p:cNvPr>
          <p:cNvSpPr/>
          <p:nvPr/>
        </p:nvSpPr>
        <p:spPr>
          <a:xfrm>
            <a:off x="1383175" y="5219083"/>
            <a:ext cx="518053" cy="4876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} </a:t>
            </a: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257F4055-58B6-543B-FF1D-C9A4776F3354}"/>
              </a:ext>
            </a:extLst>
          </p:cNvPr>
          <p:cNvSpPr txBox="1">
            <a:spLocks/>
          </p:cNvSpPr>
          <p:nvPr/>
        </p:nvSpPr>
        <p:spPr>
          <a:xfrm>
            <a:off x="9836694" y="4931688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F3C2D81C-1C51-5D42-8D26-32ADF51BF7B7}"/>
              </a:ext>
            </a:extLst>
          </p:cNvPr>
          <p:cNvSpPr txBox="1">
            <a:spLocks/>
          </p:cNvSpPr>
          <p:nvPr/>
        </p:nvSpPr>
        <p:spPr>
          <a:xfrm>
            <a:off x="9966188" y="4818940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2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AD8A9855-199E-B458-1BCB-6EF80D639E10}"/>
              </a:ext>
            </a:extLst>
          </p:cNvPr>
          <p:cNvSpPr txBox="1">
            <a:spLocks/>
          </p:cNvSpPr>
          <p:nvPr/>
        </p:nvSpPr>
        <p:spPr>
          <a:xfrm>
            <a:off x="9696260" y="3002661"/>
            <a:ext cx="972547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30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57A08576-BC51-5B9B-7B6C-6412DB2C1E41}"/>
              </a:ext>
            </a:extLst>
          </p:cNvPr>
          <p:cNvSpPr txBox="1">
            <a:spLocks/>
          </p:cNvSpPr>
          <p:nvPr/>
        </p:nvSpPr>
        <p:spPr>
          <a:xfrm>
            <a:off x="9993306" y="4825849"/>
            <a:ext cx="617480" cy="4942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dirty="0"/>
              <a:t>3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4078A82-D900-BAB4-B53F-478A677FA90A}"/>
              </a:ext>
            </a:extLst>
          </p:cNvPr>
          <p:cNvGrpSpPr/>
          <p:nvPr/>
        </p:nvGrpSpPr>
        <p:grpSpPr>
          <a:xfrm>
            <a:off x="1028809" y="6100988"/>
            <a:ext cx="7639492" cy="732608"/>
            <a:chOff x="-74802" y="1052"/>
            <a:chExt cx="3110547" cy="467923"/>
          </a:xfrm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4507F2F-42B6-4E4E-82BA-B97D2EB83548}"/>
                </a:ext>
              </a:extLst>
            </p:cNvPr>
            <p:cNvSpPr/>
            <p:nvPr/>
          </p:nvSpPr>
          <p:spPr>
            <a:xfrm>
              <a:off x="0" y="1052"/>
              <a:ext cx="2964022" cy="467923"/>
            </a:xfrm>
            <a:prstGeom prst="roundRect">
              <a:avLst>
                <a:gd name="adj" fmla="val 1667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0B88C582-11B6-5904-01CD-581FBCACCBB8}"/>
                </a:ext>
              </a:extLst>
            </p:cNvPr>
            <p:cNvSpPr txBox="1"/>
            <p:nvPr/>
          </p:nvSpPr>
          <p:spPr>
            <a:xfrm>
              <a:off x="-74802" y="23898"/>
              <a:ext cx="3110547" cy="422231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dirty="0" err="1"/>
                <a:t>c</a:t>
              </a:r>
              <a:r>
                <a:rPr lang="en-US" sz="2400" b="1" kern="1200" dirty="0" err="1"/>
                <a:t>out</a:t>
              </a:r>
              <a:r>
                <a:rPr lang="en-US" sz="2400" b="1" kern="1200" dirty="0"/>
                <a:t>&lt;&lt;“\n smallest number in the Array = “&lt;&lt;smallest;</a:t>
              </a:r>
              <a:endParaRPr lang="en-PK" sz="24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338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0"/>
                            </p:stCondLst>
                            <p:childTnLst>
                              <p:par>
                                <p:cTn id="8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0"/>
                            </p:stCondLst>
                            <p:childTnLst>
                              <p:par>
                                <p:cTn id="9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00"/>
                            </p:stCondLst>
                            <p:childTnLst>
                              <p:par>
                                <p:cTn id="9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500"/>
                            </p:stCondLst>
                            <p:childTnLst>
                              <p:par>
                                <p:cTn id="10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5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50" autoRev="1" fill="remove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7" dur="250" autoRev="1" fill="remove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250" autoRev="1" fill="remove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50" autoRev="1" fill="remove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6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8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2" presetID="2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38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1" presetID="27" presetClass="emph" presetSubtype="0" repeatCount="300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remove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500"/>
                            </p:stCondLst>
                            <p:childTnLst>
                              <p:par>
                                <p:cTn id="19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00"/>
                            </p:stCondLst>
                            <p:childTnLst>
                              <p:par>
                                <p:cTn id="19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00"/>
                            </p:stCondLst>
                            <p:childTnLst>
                              <p:par>
                                <p:cTn id="20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250" autoRev="1" fill="remove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1" dur="250" autoRev="1" fill="remove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250" autoRev="1" fill="remove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250" autoRev="1" fill="remove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000"/>
                            </p:stCondLst>
                            <p:childTnLst>
                              <p:par>
                                <p:cTn id="245" presetID="2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 tmFilter="0, 0; .2, .5; .8, .5; 1, 0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7" dur="250" autoRev="1" fill="hold"/>
                                        <p:tgtEl>
                                          <p:spTgt spid="61">
                                            <p:graphicEl>
                                              <a:dgm id="{C6655331-B2D8-424A-A6BA-BB4EA3DA2D1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500"/>
                            </p:stCondLst>
                            <p:childTnLst>
                              <p:par>
                                <p:cTn id="254" presetID="47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4" presetClass="exit" presetSubtype="1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1"/>
                                    </p:cond>
                                  </p:endCondLst>
                                  <p:childTnLst>
                                    <p:animEffect transition="out" filter="randombar(horizontal)">
                                      <p:cBhvr>
                                        <p:cTn id="2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7" presetClass="emph" presetSubtype="0" repeatCount="indefinite" fill="remove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314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5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250" autoRev="1" fill="remove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1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7" presetClass="emph" presetSubtype="0" repeatCount="10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2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3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4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250" autoRev="1" fill="remov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1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2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250" autoRev="1" fill="remove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7" presetClass="emph" presetSubtype="0" repeatCount="10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9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250" autoRev="1" fill="remove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7" presetClass="emph" presetSubtype="0" repeatCount="10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7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250" autoRev="1" fill="remove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7" presetClass="emph" presetSubtype="0" repeatCount="10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5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6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250" autoRev="1" fill="remove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3" grpId="1" animBg="1"/>
      <p:bldP spid="34" grpId="0" animBg="1"/>
      <p:bldP spid="34" grpId="1" animBg="1"/>
      <p:bldP spid="34" grpId="2" animBg="1"/>
      <p:bldP spid="35" grpId="0" animBg="1"/>
      <p:bldP spid="36" grpId="0" animBg="1"/>
      <p:bldP spid="37" grpId="0" animBg="1"/>
      <p:bldGraphic spid="38" grpId="0">
        <p:bldSub>
          <a:bldDgm/>
        </p:bldSub>
      </p:bldGraphic>
      <p:bldGraphic spid="38" grpId="1">
        <p:bldSub>
          <a:bldDgm/>
        </p:bldSub>
      </p:bldGraphic>
      <p:bldGraphic spid="38" grpId="2">
        <p:bldSub>
          <a:bldDgm/>
        </p:bldSub>
      </p:bldGraphic>
      <p:bldP spid="39" grpId="0" animBg="1"/>
      <p:bldP spid="40" grpId="0" animBg="1"/>
      <p:bldP spid="41" grpId="0" animBg="1"/>
      <p:bldP spid="45" grpId="0" animBg="1"/>
      <p:bldP spid="45" grpId="1" animBg="1"/>
      <p:bldP spid="46" grpId="0" animBg="1"/>
      <p:bldP spid="47" grpId="0" animBg="1"/>
      <p:bldP spid="48" grpId="0"/>
      <p:bldP spid="48" grpId="1"/>
      <p:bldP spid="49" grpId="0" animBg="1"/>
      <p:bldP spid="50" grpId="0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5" grpId="0" animBg="1"/>
      <p:bldP spid="56" grpId="0" animBg="1"/>
      <p:bldP spid="57" grpId="0" animBg="1"/>
      <p:bldP spid="57" grpId="1" animBg="1"/>
      <p:bldP spid="58" grpId="0" animBg="1"/>
      <p:bldP spid="59" grpId="0" animBg="1"/>
      <p:bldP spid="60" grpId="0"/>
      <p:bldP spid="60" grpId="1"/>
      <p:bldGraphic spid="61" grpId="0">
        <p:bldSub>
          <a:bldDgm/>
        </p:bldSub>
      </p:bldGraphic>
      <p:bldGraphic spid="61" grpId="1">
        <p:bldSub>
          <a:bldDgm/>
        </p:bldSub>
      </p:bldGraphic>
      <p:bldGraphic spid="61" grpId="2">
        <p:bldSub>
          <a:bldDgm/>
        </p:bldSub>
      </p:bldGraphic>
      <p:bldP spid="62" grpId="0" animBg="1"/>
      <p:bldP spid="63" grpId="0"/>
      <p:bldP spid="63" grpId="1"/>
      <p:bldP spid="64" grpId="0"/>
      <p:bldP spid="64" grpId="1"/>
      <p:bldP spid="65" grpId="0"/>
      <p:bldP spid="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30" y="567943"/>
            <a:ext cx="5201920" cy="312115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1C1C5-9348-7205-6150-04ACCA73A2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9630" y="4491450"/>
            <a:ext cx="5201920" cy="710012"/>
          </a:xfrm>
        </p:spPr>
        <p:txBody>
          <a:bodyPr/>
          <a:lstStyle/>
          <a:p>
            <a:r>
              <a:rPr lang="en-US" dirty="0"/>
              <a:t>Q&amp;A  ( if any left will be discussed in the first lecture 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E5C48F-55A6-5A69-F46E-28F16D436F53}"/>
              </a:ext>
            </a:extLst>
          </p:cNvPr>
          <p:cNvSpPr txBox="1">
            <a:spLocks/>
          </p:cNvSpPr>
          <p:nvPr/>
        </p:nvSpPr>
        <p:spPr>
          <a:xfrm>
            <a:off x="5193174" y="1656538"/>
            <a:ext cx="5201920" cy="2371367"/>
          </a:xfrm>
          <a:prstGeom prst="rect">
            <a:avLst/>
          </a:prstGeom>
          <a:ln w="225425" cmpd="tri"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Please make sure to understand all the slides thoroughly before attending the first lecture</a:t>
            </a:r>
          </a:p>
        </p:txBody>
      </p:sp>
    </p:spTree>
    <p:extLst>
      <p:ext uri="{BB962C8B-B14F-4D97-AF65-F5344CB8AC3E}">
        <p14:creationId xmlns:p14="http://schemas.microsoft.com/office/powerpoint/2010/main" val="202740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1938</Words>
  <Application>Microsoft Office PowerPoint</Application>
  <PresentationFormat>Widescreen</PresentationFormat>
  <Paragraphs>775</Paragraphs>
  <Slides>22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Abadi</vt:lpstr>
      <vt:lpstr>Aptos</vt:lpstr>
      <vt:lpstr>Aptos Display</vt:lpstr>
      <vt:lpstr>Arial</vt:lpstr>
      <vt:lpstr>Calibri</vt:lpstr>
      <vt:lpstr>Franklin Gothic Book</vt:lpstr>
      <vt:lpstr>Franklin Gothic Demi</vt:lpstr>
      <vt:lpstr>Wingdings</vt:lpstr>
      <vt:lpstr>Office Theme</vt:lpstr>
      <vt:lpstr>Custom</vt:lpstr>
      <vt:lpstr>Data Structures code:CS2001 Pre-Lecture 01</vt:lpstr>
      <vt:lpstr>Memory [unsigned] (Range &amp; Storage) </vt:lpstr>
      <vt:lpstr>Memory [unsigned] (Range &amp; Storage) </vt:lpstr>
      <vt:lpstr>Memory [unsigned] (Range &amp; Storage) 4 bits 24=16</vt:lpstr>
      <vt:lpstr>Memory [signed] (Range &amp; Storage) </vt:lpstr>
      <vt:lpstr>Memory [signed] (Range &amp; Storage) </vt:lpstr>
      <vt:lpstr>Memory [signed] (Range &amp; Storage) </vt:lpstr>
      <vt:lpstr>Memory [signed] (Range &amp; Storage) 4 bits 24=16</vt:lpstr>
      <vt:lpstr>Variable</vt:lpstr>
      <vt:lpstr>Declaration Instruction</vt:lpstr>
      <vt:lpstr>Declaration Instruction (examples)</vt:lpstr>
      <vt:lpstr>sizeof Operator (tells the size of datatype)</vt:lpstr>
      <vt:lpstr>1-D Arrays</vt:lpstr>
      <vt:lpstr>PowerPoint Presentation</vt:lpstr>
      <vt:lpstr>Array Declaration Syntax, Example1</vt:lpstr>
      <vt:lpstr>Array Declaration Syntax: Example2</vt:lpstr>
      <vt:lpstr>Array Declaration Syntax: Example3</vt:lpstr>
      <vt:lpstr>PowerPoint Presentation</vt:lpstr>
      <vt:lpstr>PowerPoint Presentation</vt:lpstr>
      <vt:lpstr>Using Loops for Element Access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13</cp:revision>
  <dcterms:created xsi:type="dcterms:W3CDTF">2024-08-29T09:50:49Z</dcterms:created>
  <dcterms:modified xsi:type="dcterms:W3CDTF">2025-01-20T16:52:24Z</dcterms:modified>
</cp:coreProperties>
</file>