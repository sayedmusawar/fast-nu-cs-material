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3"/>
  </p:notesMasterIdLst>
  <p:sldIdLst>
    <p:sldId id="397" r:id="rId3"/>
    <p:sldId id="258" r:id="rId4"/>
    <p:sldId id="256" r:id="rId5"/>
    <p:sldId id="259" r:id="rId6"/>
    <p:sldId id="261" r:id="rId7"/>
    <p:sldId id="398" r:id="rId8"/>
    <p:sldId id="399" r:id="rId9"/>
    <p:sldId id="400" r:id="rId10"/>
    <p:sldId id="401" r:id="rId11"/>
    <p:sldId id="402" r:id="rId12"/>
    <p:sldId id="403" r:id="rId13"/>
    <p:sldId id="404" r:id="rId14"/>
    <p:sldId id="405" r:id="rId15"/>
    <p:sldId id="406" r:id="rId16"/>
    <p:sldId id="407" r:id="rId17"/>
    <p:sldId id="408" r:id="rId18"/>
    <p:sldId id="409" r:id="rId19"/>
    <p:sldId id="410" r:id="rId20"/>
    <p:sldId id="411" r:id="rId21"/>
    <p:sldId id="41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5AFF4C-370B-41EE-9864-A9A3D435894F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CAE68-79BC-46E9-8286-08BA4AB0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111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BD5F8-672D-3E1D-DCBD-3C024A143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45F355-E637-FB1F-98B6-35C83E9C9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1E14C-5CEE-59C5-F60C-440E3237C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FBB5D-2C48-4357-8AAC-40D7B6C8CA1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AFCF1-425E-42B4-5518-4470EBD7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75E7F-B64E-7F37-AA6D-665C3A61A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13C69-E3D1-4722-B2B0-0541F7D9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845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13526-5222-CE44-83D2-E924E51F6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C0D8E-C8EE-5A19-38D2-0AC127787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763E9-1A32-3EC8-D922-79B12B9EC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FBB5D-2C48-4357-8AAC-40D7B6C8CA1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ED744-3683-FF6E-725A-A1FB6BFAD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745CA-5F7E-1CEC-81F8-527C6CFEC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13C69-E3D1-4722-B2B0-0541F7D9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657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D9DE0-7DBF-4A55-7867-E442795D3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34220-5E68-4366-459F-6B5B3F7D1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01C6E-F225-F414-4B1C-28B14411E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FBB5D-2C48-4357-8AAC-40D7B6C8CA1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55BC3-A898-E4D7-C5AF-DF3EF1628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CF7AE-CF8E-1384-ED28-9BFA982D1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13C69-E3D1-4722-B2B0-0541F7D9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266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F0E9D-7FE6-9A53-C91C-B1C44310E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FFA18-76D4-299A-E0C5-B0D08C769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7C8964-0C81-2286-9D95-6CEECBB49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055FC-919E-A7EA-7628-DBB561CED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FBB5D-2C48-4357-8AAC-40D7B6C8CA1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B9B0C-76EE-CA6D-8D2F-045AFA387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BE63B-D9C6-C74D-5DB8-7FFB2C498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13C69-E3D1-4722-B2B0-0541F7D9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62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49EC-7DD4-AA0E-B142-E4933ADF5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5065A-D34D-3078-3000-3518BE397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545769-FC15-E18F-2587-CD5C2E762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8230F6-2BC5-3A8E-923C-21CC373E6F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1CF21-7ADF-55C6-69F7-535B973C5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D72B6-EE2A-CA1A-4E65-6FAE2BFE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FBB5D-2C48-4357-8AAC-40D7B6C8CA1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1C52F4-8277-A75A-0420-606A07FBE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6DAB2A-4914-C890-604B-32BD8E6CD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13C69-E3D1-4722-B2B0-0541F7D9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19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2DBE-F2EC-F305-D6D1-D68670CC5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1DAA8A-AE76-581C-34F8-0DC8E9B55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FBB5D-2C48-4357-8AAC-40D7B6C8CA1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A6E1A-8662-45A3-955E-EB701BA38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251C46-66EA-1E9E-FD7A-E14D4F6BA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13C69-E3D1-4722-B2B0-0541F7D9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00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E47B6D-063E-3F3B-F992-EEE2DDB87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FBB5D-2C48-4357-8AAC-40D7B6C8CA1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B99AA-903E-1B29-2EB3-BA7DC60A8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86E6D-F3B3-D068-8561-CBFB4B931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13C69-E3D1-4722-B2B0-0541F7D9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235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B954D-755B-147A-0972-06A91302D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DA118-2577-D6A7-8BE7-2C0CB639A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3DC73C-804A-4D7D-ED44-D7157A12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C31AC-C2A9-9490-DDAF-C05272F10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FBB5D-2C48-4357-8AAC-40D7B6C8CA1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B02152-14B6-6814-123C-02DD7DCBB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62434-977D-B50B-FF45-61756751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13C69-E3D1-4722-B2B0-0541F7D9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01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82D70-6C85-D8AE-5BA6-69360865F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F7E909-0438-556C-006F-BF58552D02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20500-62EF-C595-4947-9CA135262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41821-B1BD-10F0-3C89-7D53ADDA8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FBB5D-2C48-4357-8AAC-40D7B6C8CA1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4CB65-D837-69FC-4C63-39EE4227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F7FB7-6B91-953B-DE20-2DEB2DBA2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13C69-E3D1-4722-B2B0-0541F7D9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327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3B150-CDDD-EFBE-6A15-66BE44C1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4C3E7-4A1B-199E-B7AC-7980C2606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2AFFA-77CC-6767-4D42-BCB5B871B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FBB5D-2C48-4357-8AAC-40D7B6C8CA1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51AD-4FFE-0336-EFF6-48EDF372F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6C04E-CF1F-86EC-5DEE-FEC83114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13C69-E3D1-4722-B2B0-0541F7D9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84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4FCD97-C2D3-2A69-5B7F-EC8486C71E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F89C0-0522-B40B-34A5-300624A90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27B48-D660-0648-716F-5FE837D78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FBB5D-2C48-4357-8AAC-40D7B6C8CA1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82735-879D-0F05-A3FF-E7411470D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9C024-EBE4-68B3-8B8D-78E5B226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13C69-E3D1-4722-B2B0-0541F7D9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78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5250" b="1" i="0" spc="87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89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1" y="2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2" y="189574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 spc="43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61" y="2281920"/>
            <a:ext cx="6787747" cy="3708517"/>
          </a:xfrm>
        </p:spPr>
        <p:txBody>
          <a:bodyPr lIns="0" tIns="228600" rIns="0" bIns="0">
            <a:normAutofit/>
          </a:bodyPr>
          <a:lstStyle>
            <a:lvl1pPr marL="248034" indent="-248034">
              <a:lnSpc>
                <a:spcPct val="80000"/>
              </a:lnSpc>
              <a:spcBef>
                <a:spcPts val="1926"/>
              </a:spcBef>
              <a:buFont typeface="Arial" panose="020B0604020202020204" pitchFamily="34" charset="0"/>
              <a:buChar char="•"/>
              <a:defRPr lang="en-US" sz="21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48034">
              <a:spcBef>
                <a:spcPts val="525"/>
              </a:spcBef>
              <a:defRPr sz="1750"/>
            </a:lvl2pPr>
            <a:lvl3pPr indent="-248034">
              <a:spcBef>
                <a:spcPts val="1575"/>
              </a:spcBef>
              <a:defRPr sz="1750"/>
            </a:lvl3pPr>
            <a:lvl4pPr indent="-248034">
              <a:spcBef>
                <a:spcPts val="1575"/>
              </a:spcBef>
              <a:defRPr sz="1750"/>
            </a:lvl4pPr>
            <a:lvl5pPr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AE7A3BE3-A3A4-4A31-B2D1-5C953E9DC527}" type="datetime1">
              <a:rPr lang="en-US" smtClean="0">
                <a:latin typeface="+mn-lt"/>
              </a:rPr>
              <a:t>9/4/2025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159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17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60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525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38" dirty="0"/>
          </a:p>
        </p:txBody>
      </p:sp>
    </p:spTree>
    <p:extLst>
      <p:ext uri="{BB962C8B-B14F-4D97-AF65-F5344CB8AC3E}">
        <p14:creationId xmlns:p14="http://schemas.microsoft.com/office/powerpoint/2010/main" val="1099991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392">
          <p15:clr>
            <a:srgbClr val="FBAE40"/>
          </p15:clr>
        </p15:guide>
        <p15:guide id="3" pos="5131">
          <p15:clr>
            <a:srgbClr val="FBAE40"/>
          </p15:clr>
        </p15:guide>
        <p15:guide id="4" pos="5387">
          <p15:clr>
            <a:srgbClr val="FBAE40"/>
          </p15:clr>
        </p15:guide>
        <p15:guide id="8" orient="horz" pos="210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5250" b="1" i="0" spc="87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17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1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3501"/>
            </a:lvl2pPr>
            <a:lvl3pPr>
              <a:defRPr sz="3501"/>
            </a:lvl3pPr>
            <a:lvl4pPr>
              <a:defRPr sz="3501"/>
            </a:lvl4pPr>
            <a:lvl5pPr>
              <a:defRPr sz="3501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87408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7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1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48034" indent="-248034">
              <a:spcBef>
                <a:spcPts val="1575"/>
              </a:spcBef>
              <a:buFont typeface="Arial" panose="020B0604020202020204" pitchFamily="34" charset="0"/>
              <a:buChar char="•"/>
              <a:defRPr sz="1750"/>
            </a:lvl1pPr>
            <a:lvl2pPr indent="-248034">
              <a:spcBef>
                <a:spcPts val="1575"/>
              </a:spcBef>
              <a:defRPr sz="1750"/>
            </a:lvl2pPr>
            <a:lvl3pPr indent="-248034">
              <a:spcBef>
                <a:spcPts val="1575"/>
              </a:spcBef>
              <a:defRPr sz="1750"/>
            </a:lvl3pPr>
            <a:lvl4pPr indent="-248034">
              <a:spcBef>
                <a:spcPts val="1575"/>
              </a:spcBef>
              <a:defRPr sz="1750"/>
            </a:lvl4pPr>
            <a:lvl5pPr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1B6094AC-E784-48DD-A888-543E37FD6BFE}" type="datetime1">
              <a:rPr lang="en-US" smtClean="0">
                <a:latin typeface="+mn-lt"/>
              </a:rPr>
              <a:t>9/4/2025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99472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2722">
          <p15:clr>
            <a:srgbClr val="FBAE40"/>
          </p15:clr>
        </p15:guide>
        <p15:guide id="4" pos="6776">
          <p15:clr>
            <a:srgbClr val="FBAE40"/>
          </p15:clr>
        </p15:guide>
        <p15:guide id="5" pos="2296">
          <p15:clr>
            <a:srgbClr val="FBAE40"/>
          </p15:clr>
        </p15:guide>
        <p15:guide id="6" pos="4734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638">
          <p15:clr>
            <a:srgbClr val="FBAE40"/>
          </p15:clr>
        </p15:guide>
        <p15:guide id="9" orient="horz" pos="628">
          <p15:clr>
            <a:srgbClr val="FBAE40"/>
          </p15:clr>
        </p15:guide>
        <p15:guide id="10" pos="6322">
          <p15:clr>
            <a:srgbClr val="FBAE40"/>
          </p15:clr>
        </p15:guide>
        <p15:guide id="11" pos="430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5250" b="1" i="0" spc="87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1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3501"/>
            </a:lvl2pPr>
            <a:lvl3pPr>
              <a:defRPr sz="3501"/>
            </a:lvl3pPr>
            <a:lvl4pPr>
              <a:defRPr sz="3501"/>
            </a:lvl4pPr>
            <a:lvl5pPr>
              <a:defRPr sz="3501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5101589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2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2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2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marL="248034" indent="-248034">
              <a:spcBef>
                <a:spcPts val="1575"/>
              </a:spcBef>
              <a:defRPr sz="1750"/>
            </a:lvl2pPr>
            <a:lvl3pPr marL="520072" indent="-248034">
              <a:spcBef>
                <a:spcPts val="1575"/>
              </a:spcBef>
              <a:defRPr sz="1750"/>
            </a:lvl3pPr>
            <a:lvl4pPr marL="720098" indent="-248034">
              <a:spcBef>
                <a:spcPts val="1575"/>
              </a:spcBef>
              <a:defRPr sz="1750"/>
            </a:lvl4pPr>
            <a:lvl5pPr marL="880121"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90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marL="248034" indent="-248034">
              <a:spcBef>
                <a:spcPts val="1575"/>
              </a:spcBef>
              <a:defRPr sz="1750"/>
            </a:lvl2pPr>
            <a:lvl3pPr marL="480066" indent="-248034">
              <a:spcBef>
                <a:spcPts val="1575"/>
              </a:spcBef>
              <a:defRPr sz="1750"/>
            </a:lvl3pPr>
            <a:lvl4pPr marL="720098" indent="-248034">
              <a:spcBef>
                <a:spcPts val="1575"/>
              </a:spcBef>
              <a:defRPr sz="1750"/>
            </a:lvl4pPr>
            <a:lvl5pPr marL="880121"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8F5FDDE-4FCE-46FC-9D1E-82E2067BF07D}" type="datetime1">
              <a:rPr lang="en-US" smtClean="0">
                <a:latin typeface="+mn-lt"/>
              </a:rPr>
              <a:t>9/4/2025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1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1" y="2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8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6" y="457201"/>
            <a:ext cx="5198269" cy="2305050"/>
          </a:xfrm>
        </p:spPr>
        <p:txBody>
          <a:bodyPr lIns="0" tIns="274320">
            <a:normAutofit/>
          </a:bodyPr>
          <a:lstStyle>
            <a:lvl1pPr marL="400055" indent="-400055">
              <a:spcBef>
                <a:spcPts val="1575"/>
              </a:spcBef>
              <a:buFont typeface="+mj-lt"/>
              <a:buAutoNum type="arabicPeriod"/>
              <a:defRPr sz="1750"/>
            </a:lvl1pPr>
            <a:lvl2pPr marL="800110" indent="-400055">
              <a:spcBef>
                <a:spcPts val="1575"/>
              </a:spcBef>
              <a:buFont typeface="+mj-lt"/>
              <a:buAutoNum type="alphaLcPeriod"/>
              <a:defRPr sz="1750"/>
            </a:lvl2pPr>
            <a:lvl3pPr marL="1200165" indent="-400055">
              <a:spcBef>
                <a:spcPts val="1575"/>
              </a:spcBef>
              <a:buFont typeface="+mj-lt"/>
              <a:buAutoNum type="arabicParenR"/>
              <a:defRPr sz="1750"/>
            </a:lvl3pPr>
            <a:lvl4pPr marL="1200165" indent="0">
              <a:spcBef>
                <a:spcPts val="1575"/>
              </a:spcBef>
              <a:buFont typeface="+mj-lt"/>
              <a:buNone/>
              <a:defRPr sz="1750"/>
            </a:lvl4pPr>
            <a:lvl5pPr marL="2000274" indent="-400055">
              <a:spcBef>
                <a:spcPts val="1575"/>
              </a:spcBef>
              <a:buFont typeface="+mj-lt"/>
              <a:buAutoNum type="arabicPeriod"/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2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marL="248034" indent="-248034">
              <a:spcBef>
                <a:spcPts val="1575"/>
              </a:spcBef>
              <a:defRPr sz="1750"/>
            </a:lvl2pPr>
            <a:lvl3pPr marL="480066" indent="-248034">
              <a:spcBef>
                <a:spcPts val="1575"/>
              </a:spcBef>
              <a:defRPr sz="1750"/>
            </a:lvl3pPr>
            <a:lvl4pPr marL="720098" indent="-248034">
              <a:spcBef>
                <a:spcPts val="1575"/>
              </a:spcBef>
              <a:defRPr sz="1750"/>
            </a:lvl4pPr>
            <a:lvl5pPr marL="880121"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11F5BF9-E5FF-49A6-85B7-274668A709BF}" type="datetime1">
              <a:rPr lang="en-US" smtClean="0">
                <a:latin typeface="+mn-lt"/>
              </a:rPr>
              <a:t>9/4/2025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3987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30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81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indent="-248034">
              <a:spcBef>
                <a:spcPts val="1575"/>
              </a:spcBef>
              <a:defRPr sz="1750"/>
            </a:lvl2pPr>
            <a:lvl3pPr indent="-248034">
              <a:spcBef>
                <a:spcPts val="1575"/>
              </a:spcBef>
              <a:defRPr sz="1750"/>
            </a:lvl3pPr>
            <a:lvl4pPr indent="-248034">
              <a:spcBef>
                <a:spcPts val="1575"/>
              </a:spcBef>
              <a:defRPr sz="1750"/>
            </a:lvl4pPr>
            <a:lvl5pPr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2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17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3867F27-3135-49B5-9523-328765329631}" type="datetime1">
              <a:rPr lang="en-US" smtClean="0">
                <a:latin typeface="+mn-lt"/>
              </a:rPr>
              <a:t>9/4/2025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30135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8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6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marL="400055" indent="0">
              <a:spcBef>
                <a:spcPts val="1575"/>
              </a:spcBef>
              <a:buNone/>
              <a:defRPr sz="1750"/>
            </a:lvl2pPr>
            <a:lvl3pPr marL="800110" indent="0">
              <a:spcBef>
                <a:spcPts val="1575"/>
              </a:spcBef>
              <a:buNone/>
              <a:defRPr sz="1750"/>
            </a:lvl3pPr>
            <a:lvl4pPr marL="1200165" indent="0">
              <a:spcBef>
                <a:spcPts val="1575"/>
              </a:spcBef>
              <a:buNone/>
              <a:defRPr sz="1750"/>
            </a:lvl4pPr>
            <a:lvl5pPr marL="1600220" indent="0">
              <a:spcBef>
                <a:spcPts val="1575"/>
              </a:spcBef>
              <a:buNone/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5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575"/>
              </a:spcBef>
              <a:buNone/>
              <a:defRPr sz="1750"/>
            </a:lvl1pPr>
            <a:lvl2pPr>
              <a:spcBef>
                <a:spcPts val="525"/>
              </a:spcBef>
              <a:defRPr sz="1750"/>
            </a:lvl2pPr>
            <a:lvl3pPr>
              <a:spcBef>
                <a:spcPts val="1575"/>
              </a:spcBef>
              <a:defRPr sz="1750"/>
            </a:lvl3pPr>
            <a:lvl4pPr>
              <a:spcBef>
                <a:spcPts val="1575"/>
              </a:spcBef>
              <a:defRPr sz="1750"/>
            </a:lvl4pPr>
            <a:lvl5pPr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02F2146-D6F7-4345-B711-D9089D0FC027}" type="datetime1">
              <a:rPr lang="en-US" smtClean="0">
                <a:latin typeface="+mn-lt"/>
              </a:rPr>
              <a:t>9/4/2025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1741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2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10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575"/>
              </a:spcBef>
              <a:buNone/>
              <a:defRPr sz="1750"/>
            </a:lvl1pPr>
            <a:lvl2pPr>
              <a:spcBef>
                <a:spcPts val="525"/>
              </a:spcBef>
              <a:defRPr sz="1750"/>
            </a:lvl2pPr>
            <a:lvl3pPr>
              <a:spcBef>
                <a:spcPts val="1575"/>
              </a:spcBef>
              <a:defRPr sz="1750"/>
            </a:lvl3pPr>
            <a:lvl4pPr>
              <a:spcBef>
                <a:spcPts val="1575"/>
              </a:spcBef>
              <a:defRPr sz="1750"/>
            </a:lvl4pPr>
            <a:lvl5pPr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00041" indent="-300041">
              <a:spcBef>
                <a:spcPts val="1575"/>
              </a:spcBef>
              <a:buFont typeface="Arial" panose="020B0604020202020204" pitchFamily="34" charset="0"/>
              <a:buChar char="•"/>
              <a:defRPr sz="1750"/>
            </a:lvl1pPr>
            <a:lvl2pPr>
              <a:spcBef>
                <a:spcPts val="1575"/>
              </a:spcBef>
              <a:defRPr sz="1750"/>
            </a:lvl2pPr>
            <a:lvl3pPr>
              <a:spcBef>
                <a:spcPts val="1575"/>
              </a:spcBef>
              <a:defRPr sz="1750"/>
            </a:lvl3pPr>
            <a:lvl4pPr>
              <a:spcBef>
                <a:spcPts val="1575"/>
              </a:spcBef>
              <a:defRPr sz="1750"/>
            </a:lvl4pPr>
            <a:lvl5pPr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65B2A43-A627-45E7-84DD-5C36C6D815C9}" type="datetime1">
              <a:rPr lang="en-US" smtClean="0">
                <a:latin typeface="+mn-lt"/>
              </a:rPr>
              <a:t>9/4/2025</a:t>
            </a:fld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6942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2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F437B7B-046D-4C0E-BC06-C9A3BA31177F}" type="datetime1">
              <a:rPr lang="en-US" smtClean="0">
                <a:latin typeface="+mn-lt"/>
              </a:rPr>
              <a:t>9/4/2025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844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5250" b="1" i="0" spc="87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1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3501"/>
            </a:lvl2pPr>
            <a:lvl3pPr>
              <a:defRPr sz="3501"/>
            </a:lvl3pPr>
            <a:lvl4pPr>
              <a:defRPr sz="3501"/>
            </a:lvl4pPr>
            <a:lvl5pPr>
              <a:defRPr sz="3501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4126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E6F9-6713-456F-8139-48C5EC2606DA}" type="datetime1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8283B-55A7-4531-B812-042440F644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642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6A84B1-7E0D-1593-8DC2-74A9FE06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ACBBE-35F8-E28C-1249-4C039A4F5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243F7-3658-80E2-228D-5B586A1051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7FBB5D-2C48-4357-8AAC-40D7B6C8CA1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5E990-D8AE-60D7-696D-5085799502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15684-FA66-4863-E9A0-23D363738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013C69-E3D1-4722-B2B0-0541F7D9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73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1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1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2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63" b="0" i="0">
                <a:solidFill>
                  <a:schemeClr val="bg1"/>
                </a:solidFill>
                <a:latin typeface="+mn-lt"/>
              </a:defRPr>
            </a:lvl1pPr>
          </a:lstStyle>
          <a:p>
            <a:fld id="{E3BC92F9-ED9E-45FE-947B-14976A8B1B40}" type="datetime1">
              <a:rPr lang="en-US" smtClean="0">
                <a:latin typeface="+mn-lt"/>
              </a:rPr>
              <a:t>9/4/2025</a:t>
            </a:fld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2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63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6486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/>
  <p:txStyles>
    <p:titleStyle>
      <a:lvl1pPr algn="l" defTabSz="800110" rtl="0" eaLnBrk="1" latinLnBrk="0" hangingPunct="1">
        <a:lnSpc>
          <a:spcPct val="80000"/>
        </a:lnSpc>
        <a:spcBef>
          <a:spcPct val="0"/>
        </a:spcBef>
        <a:buNone/>
        <a:defRPr sz="3850" b="1" i="0" kern="1200" spc="87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0028" indent="-248034" algn="l" defTabSz="800110" rtl="0" eaLnBrk="1" latinLnBrk="0" hangingPunct="1">
        <a:lnSpc>
          <a:spcPct val="90000"/>
        </a:lnSpc>
        <a:spcBef>
          <a:spcPts val="875"/>
        </a:spcBef>
        <a:buFont typeface="Arial" panose="020B0604020202020204" pitchFamily="34" charset="0"/>
        <a:buChar char="•"/>
        <a:defRPr sz="245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00083" indent="-248034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21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000138" indent="-248034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75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400193" indent="-248034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1800248" indent="-248034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200302" indent="-200028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600358" indent="-200028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3000413" indent="-200028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400467" indent="-200028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400055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80011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00165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0022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2000274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40033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800386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20044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58">
          <p15:clr>
            <a:srgbClr val="A4A3A4"/>
          </p15:clr>
        </p15:guide>
        <p15:guide id="2" pos="4536">
          <p15:clr>
            <a:srgbClr val="A4A3A4"/>
          </p15:clr>
        </p15:guide>
        <p15:guide id="3" pos="284">
          <p15:clr>
            <a:srgbClr val="547EBF"/>
          </p15:clr>
        </p15:guide>
        <p15:guide id="4" orient="horz" pos="273">
          <p15:clr>
            <a:srgbClr val="547EBF"/>
          </p15:clr>
        </p15:guide>
        <p15:guide id="5" pos="8789">
          <p15:clr>
            <a:srgbClr val="547EBF"/>
          </p15:clr>
        </p15:guide>
        <p15:guide id="6" orient="horz" pos="4642">
          <p15:clr>
            <a:srgbClr val="547EBF"/>
          </p15:clr>
        </p15:guide>
        <p15:guide id="7" pos="709">
          <p15:clr>
            <a:srgbClr val="547EBF"/>
          </p15:clr>
        </p15:guide>
        <p15:guide id="8" pos="4394">
          <p15:clr>
            <a:srgbClr val="547EBF"/>
          </p15:clr>
        </p15:guide>
        <p15:guide id="9" pos="2495">
          <p15:clr>
            <a:srgbClr val="547EBF"/>
          </p15:clr>
        </p15:guide>
        <p15:guide id="10" pos="2183">
          <p15:clr>
            <a:srgbClr val="547EBF"/>
          </p15:clr>
        </p15:guide>
        <p15:guide id="11" pos="6577">
          <p15:clr>
            <a:srgbClr val="547EBF"/>
          </p15:clr>
        </p15:guide>
        <p15:guide id="12" pos="6889">
          <p15:clr>
            <a:srgbClr val="547EBF"/>
          </p15:clr>
        </p15:guide>
        <p15:guide id="13" pos="5868">
          <p15:clr>
            <a:srgbClr val="9FCC3B"/>
          </p15:clr>
        </p15:guide>
        <p15:guide id="14" pos="6152">
          <p15:clr>
            <a:srgbClr val="9FCC3B"/>
          </p15:clr>
        </p15:guide>
        <p15:guide id="15" pos="3204">
          <p15:clr>
            <a:srgbClr val="9FCC3B"/>
          </p15:clr>
        </p15:guide>
        <p15:guide id="16" pos="2920">
          <p15:clr>
            <a:srgbClr val="9FCC3B"/>
          </p15:clr>
        </p15:guide>
        <p15:guide id="17" pos="46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3166" y="788669"/>
            <a:ext cx="4800600" cy="2880360"/>
          </a:xfrm>
        </p:spPr>
        <p:txBody>
          <a:bodyPr/>
          <a:lstStyle/>
          <a:p>
            <a:r>
              <a:rPr lang="en-US" dirty="0"/>
              <a:t>Singly Linked Lists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442CD-A26D-1761-8CE7-8BC3075BB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83167" y="4409485"/>
            <a:ext cx="3908049" cy="71505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ADT, complexity, applications</a:t>
            </a:r>
          </a:p>
          <a:p>
            <a:r>
              <a:rPr lang="en-US" dirty="0" err="1"/>
              <a:t>Youtube</a:t>
            </a:r>
            <a:r>
              <a:rPr lang="en-US"/>
              <a:t> Link: https://youtu.be/I3I56J6fERw</a:t>
            </a:r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C230368-557F-784A-0938-D34B9D616AC0}"/>
              </a:ext>
            </a:extLst>
          </p:cNvPr>
          <p:cNvSpPr txBox="1">
            <a:spLocks/>
          </p:cNvSpPr>
          <p:nvPr/>
        </p:nvSpPr>
        <p:spPr>
          <a:xfrm>
            <a:off x="9435762" y="5409987"/>
            <a:ext cx="2271476" cy="1121039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00113">
              <a:spcBef>
                <a:spcPts val="984"/>
              </a:spcBef>
              <a:buNone/>
              <a:defRPr/>
            </a:pPr>
            <a:r>
              <a:rPr lang="en-US" sz="2756" dirty="0">
                <a:solidFill>
                  <a:srgbClr val="0070C0"/>
                </a:solidFill>
                <a:latin typeface="Franklin Gothic Book"/>
              </a:rPr>
              <a:t>Samin Ahmed</a:t>
            </a:r>
          </a:p>
          <a:p>
            <a:pPr marL="0" indent="0" defTabSz="900113">
              <a:spcBef>
                <a:spcPts val="984"/>
              </a:spcBef>
              <a:buNone/>
              <a:defRPr/>
            </a:pPr>
            <a:r>
              <a:rPr lang="en-US" sz="2756" dirty="0">
                <a:solidFill>
                  <a:srgbClr val="0070C0"/>
                </a:solidFill>
                <a:latin typeface="Franklin Gothic Book"/>
              </a:rPr>
              <a:t>FAST-NUCES</a:t>
            </a:r>
          </a:p>
          <a:p>
            <a:pPr marL="0" indent="0" defTabSz="900113">
              <a:spcBef>
                <a:spcPts val="984"/>
              </a:spcBef>
              <a:buNone/>
              <a:defRPr/>
            </a:pPr>
            <a:r>
              <a:rPr lang="en-US" sz="2756" dirty="0">
                <a:solidFill>
                  <a:srgbClr val="0070C0"/>
                </a:solidFill>
                <a:latin typeface="Franklin Gothic Book"/>
              </a:rPr>
              <a:t>Peshawar Campus</a:t>
            </a:r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432895">
        <p:random/>
      </p:transition>
    </mc:Choice>
    <mc:Fallback xmlns="">
      <p:transition spd="slow" advTm="1432895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build="p"/>
      <p:bldP spid="2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43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Linked_List_Intro">
            <a:hlinkClick r:id="" action="ppaction://media"/>
            <a:extLst>
              <a:ext uri="{FF2B5EF4-FFF2-40B4-BE49-F238E27FC236}">
                <a16:creationId xmlns:a16="http://schemas.microsoft.com/office/drawing/2014/main" id="{E6255B71-74F7-67E6-1007-C58AAFD1EC42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77012" y="480060"/>
            <a:ext cx="11237976" cy="55710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16B785-C2B4-13F9-CACC-2C7811284123}"/>
              </a:ext>
            </a:extLst>
          </p:cNvPr>
          <p:cNvSpPr txBox="1">
            <a:spLocks/>
          </p:cNvSpPr>
          <p:nvPr/>
        </p:nvSpPr>
        <p:spPr>
          <a:xfrm>
            <a:off x="8360102" y="5679990"/>
            <a:ext cx="3245704" cy="727675"/>
          </a:xfrm>
          <a:prstGeom prst="rect">
            <a:avLst/>
          </a:prstGeom>
          <a:ln w="225425" cmpd="tri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defPPr>
              <a:defRPr lang="en-PK"/>
            </a:defPPr>
            <a:lvl1pPr marL="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280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560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841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121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401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6819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9622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242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3780" b="1" dirty="0"/>
              <a:t>Linked Lists</a:t>
            </a:r>
            <a:endParaRPr lang="en-US" sz="378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329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5F397D-23E1-500E-BB44-9022DD7549F9}"/>
              </a:ext>
            </a:extLst>
          </p:cNvPr>
          <p:cNvSpPr/>
          <p:nvPr/>
        </p:nvSpPr>
        <p:spPr>
          <a:xfrm>
            <a:off x="151652" y="1143244"/>
            <a:ext cx="4746183" cy="679719"/>
          </a:xfrm>
          <a:prstGeom prst="roundRect">
            <a:avLst/>
          </a:prstGeom>
          <a:noFill/>
          <a:ln w="38100">
            <a:solidFill>
              <a:srgbClr val="00206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1EA05B-786B-7BD4-ADB3-4037B71B7813}"/>
              </a:ext>
            </a:extLst>
          </p:cNvPr>
          <p:cNvGrpSpPr/>
          <p:nvPr/>
        </p:nvGrpSpPr>
        <p:grpSpPr>
          <a:xfrm>
            <a:off x="405152" y="1234921"/>
            <a:ext cx="1964719" cy="457206"/>
            <a:chOff x="1159467" y="892336"/>
            <a:chExt cx="2145283" cy="1367627"/>
          </a:xfrm>
          <a:solidFill>
            <a:srgbClr val="7CA655">
              <a:lumMod val="75000"/>
            </a:srgbClr>
          </a:solidFill>
          <a:scene3d>
            <a:camera prst="orthographicFront"/>
            <a:lightRig rig="flat" dir="t"/>
          </a:scene3d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21627D2-BA73-0A00-4C3E-075793B1739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E4E4E4">
                    <a:lumMod val="1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8EB43B00-3FE1-801F-ED58-C3C6B81C3194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Data: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8AF950-4F7D-00AB-24EC-3C58411E3FF4}"/>
              </a:ext>
            </a:extLst>
          </p:cNvPr>
          <p:cNvGrpSpPr/>
          <p:nvPr/>
        </p:nvGrpSpPr>
        <p:grpSpPr>
          <a:xfrm>
            <a:off x="2404220" y="1234921"/>
            <a:ext cx="2312054" cy="457206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46C9D69-75CB-78E9-7156-AF492A51CBD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" name="Rectangle: Rounded Corners 4">
              <a:extLst>
                <a:ext uri="{FF2B5EF4-FFF2-40B4-BE49-F238E27FC236}">
                  <a16:creationId xmlns:a16="http://schemas.microsoft.com/office/drawing/2014/main" id="{3338D658-20A4-8C21-435D-44A839318024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000000"/>
                  </a:solidFill>
                  <a:latin typeface="Franklin Gothic Book"/>
                </a:rPr>
                <a:t>Pointer: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846ED84-802E-AA5B-247A-F2824868133A}"/>
              </a:ext>
            </a:extLst>
          </p:cNvPr>
          <p:cNvGrpSpPr/>
          <p:nvPr/>
        </p:nvGrpSpPr>
        <p:grpSpPr>
          <a:xfrm>
            <a:off x="427688" y="355297"/>
            <a:ext cx="4185803" cy="679719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9E2F076-B89B-A9A6-A306-26AEE72CB5D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indent="-342900">
                <a:buSzPct val="200000"/>
                <a:buBlip>
                  <a:blip r:embed="rId2"/>
                </a:buBlip>
              </a:pPr>
              <a:endParaRPr lang="en-PK" sz="400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408115A7-A36F-F32A-445B-9F92366E153E}"/>
                </a:ext>
              </a:extLst>
            </p:cNvPr>
            <p:cNvSpPr txBox="1"/>
            <p:nvPr/>
          </p:nvSpPr>
          <p:spPr>
            <a:xfrm>
              <a:off x="1202695" y="1067248"/>
              <a:ext cx="2066722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457200" indent="-45720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  <a:buBlip>
                  <a:blip r:embed="rId2"/>
                </a:buBlip>
              </a:pPr>
              <a:r>
                <a:rPr lang="en-US" sz="4000" b="1" kern="1200" dirty="0">
                  <a:solidFill>
                    <a:schemeClr val="bg2">
                      <a:lumMod val="25000"/>
                    </a:schemeClr>
                  </a:solidFill>
                </a:rPr>
                <a:t>     </a:t>
              </a:r>
              <a:r>
                <a:rPr lang="en-US" sz="4000" b="1" u="sng" kern="1200" dirty="0">
                  <a:solidFill>
                    <a:srgbClr val="FF0000"/>
                  </a:solidFill>
                </a:rPr>
                <a:t>Node</a:t>
              </a:r>
              <a:endParaRPr lang="en-PK" sz="4000" b="1" kern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4C4DC60-F6F4-65F5-DE66-998DEECEA4CD}"/>
              </a:ext>
            </a:extLst>
          </p:cNvPr>
          <p:cNvSpPr txBox="1"/>
          <p:nvPr/>
        </p:nvSpPr>
        <p:spPr>
          <a:xfrm>
            <a:off x="188406" y="1875543"/>
            <a:ext cx="451088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class Node{</a:t>
            </a:r>
          </a:p>
          <a:p>
            <a:r>
              <a:rPr lang="en-US" sz="2000" dirty="0"/>
              <a:t>public:    </a:t>
            </a:r>
          </a:p>
          <a:p>
            <a:r>
              <a:rPr lang="en-US" sz="2000" dirty="0"/>
              <a:t>              int data;    </a:t>
            </a:r>
          </a:p>
          <a:p>
            <a:r>
              <a:rPr lang="en-US" sz="2000" dirty="0"/>
              <a:t>              Node* next;    </a:t>
            </a:r>
          </a:p>
          <a:p>
            <a:r>
              <a:rPr lang="en-US" sz="2000" dirty="0"/>
              <a:t>Node(int </a:t>
            </a:r>
            <a:r>
              <a:rPr lang="en-US" sz="2000" dirty="0" err="1"/>
              <a:t>val</a:t>
            </a:r>
            <a:r>
              <a:rPr lang="en-US" sz="2000" dirty="0"/>
              <a:t>=0): data(</a:t>
            </a:r>
            <a:r>
              <a:rPr lang="en-US" sz="2000" dirty="0" err="1"/>
              <a:t>val</a:t>
            </a:r>
            <a:r>
              <a:rPr lang="en-US" sz="2000" dirty="0"/>
              <a:t>), next(</a:t>
            </a:r>
            <a:r>
              <a:rPr lang="en-US" sz="2000" dirty="0" err="1"/>
              <a:t>nullptr</a:t>
            </a:r>
            <a:r>
              <a:rPr lang="en-US" sz="2000" dirty="0"/>
              <a:t>) </a:t>
            </a:r>
          </a:p>
          <a:p>
            <a:r>
              <a:rPr lang="en-US" sz="2000" dirty="0"/>
              <a:t>{   }</a:t>
            </a:r>
          </a:p>
          <a:p>
            <a:r>
              <a:rPr lang="en-US" sz="2000" dirty="0"/>
              <a:t>};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5BC7D4-E05F-5FED-5BEC-73BB2AC041CE}"/>
              </a:ext>
            </a:extLst>
          </p:cNvPr>
          <p:cNvSpPr txBox="1"/>
          <p:nvPr/>
        </p:nvSpPr>
        <p:spPr>
          <a:xfrm>
            <a:off x="-58317" y="4097103"/>
            <a:ext cx="45240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Node *node1, *node2, *node3, *node4;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DA08D87-C5E8-AC86-C5BD-AFBDFEBA6315}"/>
              </a:ext>
            </a:extLst>
          </p:cNvPr>
          <p:cNvGrpSpPr/>
          <p:nvPr/>
        </p:nvGrpSpPr>
        <p:grpSpPr>
          <a:xfrm>
            <a:off x="5486616" y="275953"/>
            <a:ext cx="4185803" cy="567248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1AE2B1A-0C72-EDFC-A203-8E79161A35E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indent="-342900">
                <a:buSzPct val="200000"/>
                <a:buBlip>
                  <a:blip r:embed="rId2"/>
                </a:buBlip>
              </a:pPr>
              <a:endParaRPr lang="en-PK" sz="400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5" name="Rectangle: Rounded Corners 4">
              <a:extLst>
                <a:ext uri="{FF2B5EF4-FFF2-40B4-BE49-F238E27FC236}">
                  <a16:creationId xmlns:a16="http://schemas.microsoft.com/office/drawing/2014/main" id="{D45BE677-1E5E-9FCD-4AB3-53CE023E117D}"/>
                </a:ext>
              </a:extLst>
            </p:cNvPr>
            <p:cNvSpPr txBox="1"/>
            <p:nvPr/>
          </p:nvSpPr>
          <p:spPr>
            <a:xfrm>
              <a:off x="1202695" y="1067248"/>
              <a:ext cx="2066722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457200" indent="-45720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  <a:buBlip>
                  <a:blip r:embed="rId2"/>
                </a:buBlip>
              </a:pPr>
              <a:r>
                <a:rPr lang="en-US" sz="4000" b="1" u="sng" kern="1200" dirty="0">
                  <a:solidFill>
                    <a:srgbClr val="FF0000"/>
                  </a:solidFill>
                </a:rPr>
                <a:t>node1</a:t>
              </a:r>
              <a:endParaRPr lang="en-PK" sz="4000" b="1" kern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75CB619-3111-B679-B48D-E41463F8C86C}"/>
              </a:ext>
            </a:extLst>
          </p:cNvPr>
          <p:cNvGrpSpPr/>
          <p:nvPr/>
        </p:nvGrpSpPr>
        <p:grpSpPr>
          <a:xfrm>
            <a:off x="5448607" y="1929982"/>
            <a:ext cx="4185803" cy="567249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E805286-E4DF-9F78-072C-0F70BBB6E2F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indent="-342900">
                <a:buSzPct val="200000"/>
                <a:buBlip>
                  <a:blip r:embed="rId2"/>
                </a:buBlip>
              </a:pPr>
              <a:endParaRPr lang="en-PK" sz="400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8" name="Rectangle: Rounded Corners 4">
              <a:extLst>
                <a:ext uri="{FF2B5EF4-FFF2-40B4-BE49-F238E27FC236}">
                  <a16:creationId xmlns:a16="http://schemas.microsoft.com/office/drawing/2014/main" id="{75BDA4B4-D960-6FDD-4196-FABFCF5B5EF5}"/>
                </a:ext>
              </a:extLst>
            </p:cNvPr>
            <p:cNvSpPr txBox="1"/>
            <p:nvPr/>
          </p:nvSpPr>
          <p:spPr>
            <a:xfrm>
              <a:off x="1202695" y="1067248"/>
              <a:ext cx="2066722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457200" indent="-45720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  <a:buBlip>
                  <a:blip r:embed="rId2"/>
                </a:buBlip>
              </a:pPr>
              <a:r>
                <a:rPr lang="en-US" sz="4000" b="1" u="sng" kern="1200" dirty="0">
                  <a:solidFill>
                    <a:srgbClr val="FF0000"/>
                  </a:solidFill>
                </a:rPr>
                <a:t>node2</a:t>
              </a:r>
              <a:endParaRPr lang="en-PK" sz="4000" b="1" kern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06A8277-2B2E-0EB6-B011-936DBF1C1DE8}"/>
              </a:ext>
            </a:extLst>
          </p:cNvPr>
          <p:cNvGrpSpPr/>
          <p:nvPr/>
        </p:nvGrpSpPr>
        <p:grpSpPr>
          <a:xfrm>
            <a:off x="5487434" y="3526751"/>
            <a:ext cx="4185803" cy="561087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8E9DD1EF-7C18-ADA8-3948-3C394FD9500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indent="-342900">
                <a:buSzPct val="200000"/>
                <a:buBlip>
                  <a:blip r:embed="rId2"/>
                </a:buBlip>
              </a:pPr>
              <a:endParaRPr lang="en-PK" sz="400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1" name="Rectangle: Rounded Corners 4">
              <a:extLst>
                <a:ext uri="{FF2B5EF4-FFF2-40B4-BE49-F238E27FC236}">
                  <a16:creationId xmlns:a16="http://schemas.microsoft.com/office/drawing/2014/main" id="{143B4525-BD2F-A188-FDCE-D35A180DBCFF}"/>
                </a:ext>
              </a:extLst>
            </p:cNvPr>
            <p:cNvSpPr txBox="1"/>
            <p:nvPr/>
          </p:nvSpPr>
          <p:spPr>
            <a:xfrm>
              <a:off x="1202695" y="1067248"/>
              <a:ext cx="2066722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457200" indent="-45720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  <a:buBlip>
                  <a:blip r:embed="rId2"/>
                </a:buBlip>
              </a:pPr>
              <a:r>
                <a:rPr lang="en-US" sz="4000" b="1" u="sng" kern="1200" dirty="0">
                  <a:solidFill>
                    <a:srgbClr val="FF0000"/>
                  </a:solidFill>
                </a:rPr>
                <a:t>node3</a:t>
              </a:r>
              <a:endParaRPr lang="en-PK" sz="4000" b="1" kern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7B351288-5068-2A52-41A9-15A61735CB70}"/>
              </a:ext>
            </a:extLst>
          </p:cNvPr>
          <p:cNvSpPr txBox="1"/>
          <p:nvPr/>
        </p:nvSpPr>
        <p:spPr>
          <a:xfrm>
            <a:off x="133546" y="4646011"/>
            <a:ext cx="4510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node1 = new Node;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7D61198-78AC-5219-248D-3FCFBBC466A5}"/>
              </a:ext>
            </a:extLst>
          </p:cNvPr>
          <p:cNvSpPr/>
          <p:nvPr/>
        </p:nvSpPr>
        <p:spPr>
          <a:xfrm>
            <a:off x="5206427" y="984718"/>
            <a:ext cx="4746183" cy="567248"/>
          </a:xfrm>
          <a:prstGeom prst="roundRect">
            <a:avLst/>
          </a:prstGeom>
          <a:noFill/>
          <a:ln w="38100">
            <a:solidFill>
              <a:srgbClr val="00206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8DA514E-3260-6643-4E5A-8FF31E3EEFF7}"/>
              </a:ext>
            </a:extLst>
          </p:cNvPr>
          <p:cNvGrpSpPr/>
          <p:nvPr/>
        </p:nvGrpSpPr>
        <p:grpSpPr>
          <a:xfrm>
            <a:off x="5477027" y="1069110"/>
            <a:ext cx="1964719" cy="371558"/>
            <a:chOff x="1159467" y="892336"/>
            <a:chExt cx="2145283" cy="1367627"/>
          </a:xfrm>
          <a:solidFill>
            <a:srgbClr val="7CA655">
              <a:lumMod val="75000"/>
            </a:srgbClr>
          </a:solidFill>
          <a:scene3d>
            <a:camera prst="orthographicFront"/>
            <a:lightRig rig="flat" dir="t"/>
          </a:scene3d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3FA6F609-8430-6CCF-7139-57C6AE2EDB7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ctr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 dirty="0">
                <a:ln>
                  <a:noFill/>
                </a:ln>
                <a:solidFill>
                  <a:srgbClr val="E4E4E4">
                    <a:lumMod val="1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6" name="Rectangle: Rounded Corners 4">
              <a:extLst>
                <a:ext uri="{FF2B5EF4-FFF2-40B4-BE49-F238E27FC236}">
                  <a16:creationId xmlns:a16="http://schemas.microsoft.com/office/drawing/2014/main" id="{F6F0CCDC-0EF5-9CBA-FCDC-298FE66B3E33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Data: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9A38E85-8119-829A-5E2F-79833E4BF732}"/>
              </a:ext>
            </a:extLst>
          </p:cNvPr>
          <p:cNvGrpSpPr/>
          <p:nvPr/>
        </p:nvGrpSpPr>
        <p:grpSpPr>
          <a:xfrm>
            <a:off x="7476095" y="1069110"/>
            <a:ext cx="2312054" cy="371558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B853C669-2B5D-79C8-8974-5AD926F0BF7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9" name="Rectangle: Rounded Corners 4">
              <a:extLst>
                <a:ext uri="{FF2B5EF4-FFF2-40B4-BE49-F238E27FC236}">
                  <a16:creationId xmlns:a16="http://schemas.microsoft.com/office/drawing/2014/main" id="{D38A9123-9F66-0AC1-20BF-68E2CB5319B1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000000"/>
                  </a:solidFill>
                  <a:latin typeface="Franklin Gothic Book"/>
                </a:rPr>
                <a:t>next: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65016B54-5C26-4A84-AC4C-57B00B0E3718}"/>
              </a:ext>
            </a:extLst>
          </p:cNvPr>
          <p:cNvSpPr txBox="1"/>
          <p:nvPr/>
        </p:nvSpPr>
        <p:spPr>
          <a:xfrm>
            <a:off x="133546" y="5204184"/>
            <a:ext cx="4510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node2 = new Node;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37F7EB6-8238-14F7-29E3-4CF5499B3D34}"/>
              </a:ext>
            </a:extLst>
          </p:cNvPr>
          <p:cNvSpPr/>
          <p:nvPr/>
        </p:nvSpPr>
        <p:spPr>
          <a:xfrm>
            <a:off x="5223032" y="2630946"/>
            <a:ext cx="4746183" cy="567248"/>
          </a:xfrm>
          <a:prstGeom prst="roundRect">
            <a:avLst/>
          </a:prstGeom>
          <a:noFill/>
          <a:ln w="38100">
            <a:solidFill>
              <a:srgbClr val="00206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5835AAA-EB6E-3C25-B239-0196C6289D8A}"/>
              </a:ext>
            </a:extLst>
          </p:cNvPr>
          <p:cNvGrpSpPr/>
          <p:nvPr/>
        </p:nvGrpSpPr>
        <p:grpSpPr>
          <a:xfrm>
            <a:off x="5493632" y="2715338"/>
            <a:ext cx="1964719" cy="371558"/>
            <a:chOff x="1159467" y="892336"/>
            <a:chExt cx="2145283" cy="1367627"/>
          </a:xfrm>
          <a:solidFill>
            <a:srgbClr val="7CA655">
              <a:lumMod val="75000"/>
            </a:srgbClr>
          </a:solidFill>
          <a:scene3d>
            <a:camera prst="orthographicFront"/>
            <a:lightRig rig="flat" dir="t"/>
          </a:scene3d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17E2BC49-A7F0-D290-9E90-3B8022F8758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E4E4E4">
                    <a:lumMod val="1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4" name="Rectangle: Rounded Corners 4">
              <a:extLst>
                <a:ext uri="{FF2B5EF4-FFF2-40B4-BE49-F238E27FC236}">
                  <a16:creationId xmlns:a16="http://schemas.microsoft.com/office/drawing/2014/main" id="{D6C540C6-B64E-0743-5389-48828710214E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Data: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3F9C2C1-C991-0112-D1AF-D579C76D500F}"/>
              </a:ext>
            </a:extLst>
          </p:cNvPr>
          <p:cNvGrpSpPr/>
          <p:nvPr/>
        </p:nvGrpSpPr>
        <p:grpSpPr>
          <a:xfrm>
            <a:off x="7492700" y="2715338"/>
            <a:ext cx="2312054" cy="371558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E1FB1D53-A41A-29F3-4D0D-51999386F24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7" name="Rectangle: Rounded Corners 4">
              <a:extLst>
                <a:ext uri="{FF2B5EF4-FFF2-40B4-BE49-F238E27FC236}">
                  <a16:creationId xmlns:a16="http://schemas.microsoft.com/office/drawing/2014/main" id="{C4C6A22B-BB61-4CDF-3C6B-0998B91763F3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000000"/>
                  </a:solidFill>
                  <a:latin typeface="Franklin Gothic Book"/>
                </a:rPr>
                <a:t>next: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0F569B5A-BA10-F9D3-235D-7488AEC0089A}"/>
              </a:ext>
            </a:extLst>
          </p:cNvPr>
          <p:cNvSpPr txBox="1"/>
          <p:nvPr/>
        </p:nvSpPr>
        <p:spPr>
          <a:xfrm>
            <a:off x="168651" y="5794749"/>
            <a:ext cx="4510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node3 = new Node;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78537F91-81D7-16C6-FCCC-B0F466F190E2}"/>
              </a:ext>
            </a:extLst>
          </p:cNvPr>
          <p:cNvSpPr/>
          <p:nvPr/>
        </p:nvSpPr>
        <p:spPr>
          <a:xfrm>
            <a:off x="5156370" y="4187243"/>
            <a:ext cx="4746183" cy="567248"/>
          </a:xfrm>
          <a:prstGeom prst="roundRect">
            <a:avLst/>
          </a:prstGeom>
          <a:noFill/>
          <a:ln w="38100">
            <a:solidFill>
              <a:srgbClr val="00206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0409A6F-C8F0-6797-C010-1C99E72B9F0B}"/>
              </a:ext>
            </a:extLst>
          </p:cNvPr>
          <p:cNvGrpSpPr/>
          <p:nvPr/>
        </p:nvGrpSpPr>
        <p:grpSpPr>
          <a:xfrm>
            <a:off x="5426970" y="4271635"/>
            <a:ext cx="1964719" cy="371558"/>
            <a:chOff x="1159467" y="892336"/>
            <a:chExt cx="2145283" cy="1367627"/>
          </a:xfrm>
          <a:solidFill>
            <a:srgbClr val="7CA655">
              <a:lumMod val="75000"/>
            </a:srgbClr>
          </a:solidFill>
          <a:scene3d>
            <a:camera prst="orthographicFront"/>
            <a:lightRig rig="flat" dir="t"/>
          </a:scene3d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E8929431-3E09-EA50-2C54-447BC87B931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E4E4E4">
                    <a:lumMod val="1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6" name="Rectangle: Rounded Corners 4">
              <a:extLst>
                <a:ext uri="{FF2B5EF4-FFF2-40B4-BE49-F238E27FC236}">
                  <a16:creationId xmlns:a16="http://schemas.microsoft.com/office/drawing/2014/main" id="{32AF4078-4F18-7073-373C-BFFBBF7A4605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Data: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AB1DD10-003A-CE7C-4590-3224221ABFF6}"/>
              </a:ext>
            </a:extLst>
          </p:cNvPr>
          <p:cNvGrpSpPr/>
          <p:nvPr/>
        </p:nvGrpSpPr>
        <p:grpSpPr>
          <a:xfrm>
            <a:off x="7426038" y="4271635"/>
            <a:ext cx="2312054" cy="371558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D0226DF8-A42D-1F2B-1D3C-FC4EE0E348F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9" name="Rectangle: Rounded Corners 4">
              <a:extLst>
                <a:ext uri="{FF2B5EF4-FFF2-40B4-BE49-F238E27FC236}">
                  <a16:creationId xmlns:a16="http://schemas.microsoft.com/office/drawing/2014/main" id="{C08536C4-CE19-6290-2C2D-0E28F16D6E7F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000000"/>
                  </a:solidFill>
                  <a:latin typeface="Franklin Gothic Book"/>
                </a:rPr>
                <a:t>next: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DF0FF5E-16A6-35E8-B109-0EE7B0071BA6}"/>
              </a:ext>
            </a:extLst>
          </p:cNvPr>
          <p:cNvGrpSpPr/>
          <p:nvPr/>
        </p:nvGrpSpPr>
        <p:grpSpPr>
          <a:xfrm>
            <a:off x="5570961" y="5162912"/>
            <a:ext cx="4185803" cy="561087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6837C00E-AC2F-04EA-5A55-CECDDE7876B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indent="-342900">
                <a:buSzPct val="200000"/>
                <a:buBlip>
                  <a:blip r:embed="rId2"/>
                </a:buBlip>
              </a:pPr>
              <a:endParaRPr lang="en-PK" sz="400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78" name="Rectangle: Rounded Corners 4">
              <a:extLst>
                <a:ext uri="{FF2B5EF4-FFF2-40B4-BE49-F238E27FC236}">
                  <a16:creationId xmlns:a16="http://schemas.microsoft.com/office/drawing/2014/main" id="{901CC8E1-B8D6-BBFC-90FA-63FBAFCF9354}"/>
                </a:ext>
              </a:extLst>
            </p:cNvPr>
            <p:cNvSpPr txBox="1"/>
            <p:nvPr/>
          </p:nvSpPr>
          <p:spPr>
            <a:xfrm>
              <a:off x="1202695" y="1067248"/>
              <a:ext cx="2066722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457200" indent="-45720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  <a:buBlip>
                  <a:blip r:embed="rId2"/>
                </a:buBlip>
              </a:pPr>
              <a:r>
                <a:rPr lang="en-US" sz="4000" b="1" u="sng" kern="1200" dirty="0">
                  <a:solidFill>
                    <a:srgbClr val="FF0000"/>
                  </a:solidFill>
                </a:rPr>
                <a:t>node4</a:t>
              </a:r>
              <a:endParaRPr lang="en-PK" sz="4000" b="1" kern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56F97F4D-DC0B-D23C-27D7-6379DD298070}"/>
              </a:ext>
            </a:extLst>
          </p:cNvPr>
          <p:cNvSpPr/>
          <p:nvPr/>
        </p:nvSpPr>
        <p:spPr>
          <a:xfrm>
            <a:off x="5239897" y="5823404"/>
            <a:ext cx="4746183" cy="567248"/>
          </a:xfrm>
          <a:prstGeom prst="roundRect">
            <a:avLst/>
          </a:prstGeom>
          <a:noFill/>
          <a:ln w="38100">
            <a:solidFill>
              <a:srgbClr val="00206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8DB7F7C-FDCD-4A31-05CD-39F34E1687AC}"/>
              </a:ext>
            </a:extLst>
          </p:cNvPr>
          <p:cNvGrpSpPr/>
          <p:nvPr/>
        </p:nvGrpSpPr>
        <p:grpSpPr>
          <a:xfrm>
            <a:off x="5510497" y="5907796"/>
            <a:ext cx="1964719" cy="371558"/>
            <a:chOff x="1159467" y="892336"/>
            <a:chExt cx="2145283" cy="1367627"/>
          </a:xfrm>
          <a:solidFill>
            <a:srgbClr val="7CA655">
              <a:lumMod val="75000"/>
            </a:srgbClr>
          </a:solidFill>
          <a:scene3d>
            <a:camera prst="orthographicFront"/>
            <a:lightRig rig="flat" dir="t"/>
          </a:scene3d>
        </p:grpSpPr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0AB98418-B9B4-C3B1-5EC9-14A96EE60AB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E4E4E4">
                    <a:lumMod val="1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2" name="Rectangle: Rounded Corners 4">
              <a:extLst>
                <a:ext uri="{FF2B5EF4-FFF2-40B4-BE49-F238E27FC236}">
                  <a16:creationId xmlns:a16="http://schemas.microsoft.com/office/drawing/2014/main" id="{4CEFD18C-9992-A1F1-1058-A9ED29D8E0BE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Data: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EF6E10C-261A-C6AA-F1A3-AF04A5CF4395}"/>
              </a:ext>
            </a:extLst>
          </p:cNvPr>
          <p:cNvGrpSpPr/>
          <p:nvPr/>
        </p:nvGrpSpPr>
        <p:grpSpPr>
          <a:xfrm>
            <a:off x="7509565" y="5907796"/>
            <a:ext cx="2312054" cy="371558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D7496360-4DCE-A8F7-6369-B216A4B4AC8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5" name="Rectangle: Rounded Corners 4">
              <a:extLst>
                <a:ext uri="{FF2B5EF4-FFF2-40B4-BE49-F238E27FC236}">
                  <a16:creationId xmlns:a16="http://schemas.microsoft.com/office/drawing/2014/main" id="{DA34A74C-B6A4-3383-EA3F-A62939610D75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000000"/>
                  </a:solidFill>
                  <a:latin typeface="Franklin Gothic Book"/>
                </a:rPr>
                <a:t>next: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E7C1C4FE-029F-CA6F-64FE-A1B59058D147}"/>
              </a:ext>
            </a:extLst>
          </p:cNvPr>
          <p:cNvSpPr txBox="1"/>
          <p:nvPr/>
        </p:nvSpPr>
        <p:spPr>
          <a:xfrm>
            <a:off x="148776" y="6275237"/>
            <a:ext cx="4510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node4 = new Node;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7D2B72D-7D95-A24F-A6A2-F2EAB554AC83}"/>
              </a:ext>
            </a:extLst>
          </p:cNvPr>
          <p:cNvGrpSpPr/>
          <p:nvPr/>
        </p:nvGrpSpPr>
        <p:grpSpPr>
          <a:xfrm>
            <a:off x="9706768" y="275953"/>
            <a:ext cx="2080080" cy="5449751"/>
            <a:chOff x="9706768" y="275953"/>
            <a:chExt cx="2080080" cy="5449751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ADFE013-2450-2EF5-9B76-CE7831C53ECA}"/>
                </a:ext>
              </a:extLst>
            </p:cNvPr>
            <p:cNvGrpSpPr/>
            <p:nvPr/>
          </p:nvGrpSpPr>
          <p:grpSpPr>
            <a:xfrm>
              <a:off x="9706768" y="275953"/>
              <a:ext cx="2080080" cy="5147073"/>
              <a:chOff x="9747145" y="727230"/>
              <a:chExt cx="1581682" cy="4996216"/>
            </a:xfrm>
          </p:grpSpPr>
          <p:sp>
            <p:nvSpPr>
              <p:cNvPr id="70" name="Arrow: Right 69">
                <a:extLst>
                  <a:ext uri="{FF2B5EF4-FFF2-40B4-BE49-F238E27FC236}">
                    <a16:creationId xmlns:a16="http://schemas.microsoft.com/office/drawing/2014/main" id="{FDF848F0-BBD8-7402-7DE9-D9974358C0ED}"/>
                  </a:ext>
                </a:extLst>
              </p:cNvPr>
              <p:cNvSpPr/>
              <p:nvPr/>
            </p:nvSpPr>
            <p:spPr>
              <a:xfrm rot="10800000">
                <a:off x="9756763" y="727230"/>
                <a:ext cx="1161715" cy="45595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Arrow: Right 70">
                <a:extLst>
                  <a:ext uri="{FF2B5EF4-FFF2-40B4-BE49-F238E27FC236}">
                    <a16:creationId xmlns:a16="http://schemas.microsoft.com/office/drawing/2014/main" id="{A728F664-E90D-EC40-C7F5-EC3FD0E9B3E0}"/>
                  </a:ext>
                </a:extLst>
              </p:cNvPr>
              <p:cNvSpPr/>
              <p:nvPr/>
            </p:nvSpPr>
            <p:spPr>
              <a:xfrm rot="10800000">
                <a:off x="9756762" y="2391069"/>
                <a:ext cx="1161715" cy="45595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Arrow: Right 71">
                <a:extLst>
                  <a:ext uri="{FF2B5EF4-FFF2-40B4-BE49-F238E27FC236}">
                    <a16:creationId xmlns:a16="http://schemas.microsoft.com/office/drawing/2014/main" id="{734EB28A-C718-7DC7-7FA9-7512CE9BA0CD}"/>
                  </a:ext>
                </a:extLst>
              </p:cNvPr>
              <p:cNvSpPr/>
              <p:nvPr/>
            </p:nvSpPr>
            <p:spPr>
              <a:xfrm rot="10800000">
                <a:off x="9747145" y="4051048"/>
                <a:ext cx="1161715" cy="45595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Arrow: Down 72">
                <a:extLst>
                  <a:ext uri="{FF2B5EF4-FFF2-40B4-BE49-F238E27FC236}">
                    <a16:creationId xmlns:a16="http://schemas.microsoft.com/office/drawing/2014/main" id="{0A7EB50B-255D-D387-501E-71361AED7106}"/>
                  </a:ext>
                </a:extLst>
              </p:cNvPr>
              <p:cNvSpPr/>
              <p:nvPr/>
            </p:nvSpPr>
            <p:spPr>
              <a:xfrm>
                <a:off x="10794109" y="839275"/>
                <a:ext cx="534718" cy="4884171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7" name="Arrow: Right 86">
              <a:extLst>
                <a:ext uri="{FF2B5EF4-FFF2-40B4-BE49-F238E27FC236}">
                  <a16:creationId xmlns:a16="http://schemas.microsoft.com/office/drawing/2014/main" id="{C6EC0908-BE9B-54E2-6149-094100E6233B}"/>
                </a:ext>
              </a:extLst>
            </p:cNvPr>
            <p:cNvSpPr/>
            <p:nvPr/>
          </p:nvSpPr>
          <p:spPr>
            <a:xfrm rot="10800000">
              <a:off x="9783589" y="5255987"/>
              <a:ext cx="1650937" cy="46971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B40B3A60-DA49-D2C3-811B-6EA80B0F82CF}"/>
              </a:ext>
            </a:extLst>
          </p:cNvPr>
          <p:cNvSpPr txBox="1"/>
          <p:nvPr/>
        </p:nvSpPr>
        <p:spPr>
          <a:xfrm>
            <a:off x="10266757" y="1733348"/>
            <a:ext cx="1853076" cy="2554545"/>
          </a:xfrm>
          <a:prstGeom prst="rect">
            <a:avLst/>
          </a:prstGeom>
          <a:solidFill>
            <a:schemeClr val="tx1">
              <a:alpha val="79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dirty="0"/>
              <a:t>Contains the address of the first byte for the memory assigned (in this case members (data &amp; next)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42004A4-6835-2A06-6440-FEBF33147B4B}"/>
              </a:ext>
            </a:extLst>
          </p:cNvPr>
          <p:cNvGrpSpPr/>
          <p:nvPr/>
        </p:nvGrpSpPr>
        <p:grpSpPr>
          <a:xfrm>
            <a:off x="8229287" y="434316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88D3EB67-8891-9FEB-F0E8-D4B15C3A21B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1" name="Rectangle: Rounded Corners 4">
              <a:extLst>
                <a:ext uri="{FF2B5EF4-FFF2-40B4-BE49-F238E27FC236}">
                  <a16:creationId xmlns:a16="http://schemas.microsoft.com/office/drawing/2014/main" id="{DF274704-5D5C-13F5-5769-DC55CB475AF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CFAB148-AF26-337C-CF93-6A6AFD2A1EE8}"/>
              </a:ext>
            </a:extLst>
          </p:cNvPr>
          <p:cNvGrpSpPr/>
          <p:nvPr/>
        </p:nvGrpSpPr>
        <p:grpSpPr>
          <a:xfrm>
            <a:off x="4961697" y="858622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058C1D16-7094-F770-F586-980D2757F8D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4" name="Rectangle: Rounded Corners 4">
              <a:extLst>
                <a:ext uri="{FF2B5EF4-FFF2-40B4-BE49-F238E27FC236}">
                  <a16:creationId xmlns:a16="http://schemas.microsoft.com/office/drawing/2014/main" id="{856E70AD-3FC7-8B96-3567-3CCD93DA985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F683BA45-D0A5-79C1-A66E-F7BCD7FDE209}"/>
              </a:ext>
            </a:extLst>
          </p:cNvPr>
          <p:cNvGrpSpPr/>
          <p:nvPr/>
        </p:nvGrpSpPr>
        <p:grpSpPr>
          <a:xfrm>
            <a:off x="4487669" y="2534837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6159EADB-12DB-790E-EFE0-FC52A53F2A7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7" name="Rectangle: Rounded Corners 4">
              <a:extLst>
                <a:ext uri="{FF2B5EF4-FFF2-40B4-BE49-F238E27FC236}">
                  <a16:creationId xmlns:a16="http://schemas.microsoft.com/office/drawing/2014/main" id="{FDB33044-B910-C909-6626-46EDDDCEE48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6ADECD1-0EC1-B2EA-30B0-D497391E9C66}"/>
              </a:ext>
            </a:extLst>
          </p:cNvPr>
          <p:cNvGrpSpPr/>
          <p:nvPr/>
        </p:nvGrpSpPr>
        <p:grpSpPr>
          <a:xfrm>
            <a:off x="8256865" y="2080158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CACEC80C-0E2F-F139-D00B-348FAA1C7FB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0" name="Rectangle: Rounded Corners 4">
              <a:extLst>
                <a:ext uri="{FF2B5EF4-FFF2-40B4-BE49-F238E27FC236}">
                  <a16:creationId xmlns:a16="http://schemas.microsoft.com/office/drawing/2014/main" id="{5CB8681B-ED6E-7877-69AC-66D88EDECB8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2BBE14F-F604-34A2-D649-F3CE9E71DC31}"/>
              </a:ext>
            </a:extLst>
          </p:cNvPr>
          <p:cNvGrpSpPr/>
          <p:nvPr/>
        </p:nvGrpSpPr>
        <p:grpSpPr>
          <a:xfrm>
            <a:off x="4441240" y="4152536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38950E9F-DDD6-1447-6538-D07F9861866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3" name="Rectangle: Rounded Corners 4">
              <a:extLst>
                <a:ext uri="{FF2B5EF4-FFF2-40B4-BE49-F238E27FC236}">
                  <a16:creationId xmlns:a16="http://schemas.microsoft.com/office/drawing/2014/main" id="{3D880460-2E1D-0F34-E0EA-50612E384E8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44142EA-C19A-0430-AAA7-4B689E87B0B4}"/>
              </a:ext>
            </a:extLst>
          </p:cNvPr>
          <p:cNvGrpSpPr/>
          <p:nvPr/>
        </p:nvGrpSpPr>
        <p:grpSpPr>
          <a:xfrm>
            <a:off x="8300165" y="3668245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3ABBAEC0-09B4-C58A-7F52-87ABC8407E7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6" name="Rectangle: Rounded Corners 4">
              <a:extLst>
                <a:ext uri="{FF2B5EF4-FFF2-40B4-BE49-F238E27FC236}">
                  <a16:creationId xmlns:a16="http://schemas.microsoft.com/office/drawing/2014/main" id="{9001F452-A71A-74AC-BC25-F4388169B8B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F21276C-00E1-0D84-16C6-EECAA0F1A516}"/>
              </a:ext>
            </a:extLst>
          </p:cNvPr>
          <p:cNvGrpSpPr/>
          <p:nvPr/>
        </p:nvGrpSpPr>
        <p:grpSpPr>
          <a:xfrm>
            <a:off x="4484133" y="5745958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453D7897-87E0-CC7C-4708-374E40CC4AC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9" name="Rectangle: Rounded Corners 4">
              <a:extLst>
                <a:ext uri="{FF2B5EF4-FFF2-40B4-BE49-F238E27FC236}">
                  <a16:creationId xmlns:a16="http://schemas.microsoft.com/office/drawing/2014/main" id="{FBFF3B2D-315C-AEE5-D05F-2563A9EDD35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0x700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1920E1C-52CA-1DF2-B341-F38F721B9CDD}"/>
              </a:ext>
            </a:extLst>
          </p:cNvPr>
          <p:cNvGrpSpPr/>
          <p:nvPr/>
        </p:nvGrpSpPr>
        <p:grpSpPr>
          <a:xfrm>
            <a:off x="8418845" y="5311502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B6AC5625-8EDF-4D28-4C46-14B2DF2B84E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2" name="Rectangle: Rounded Corners 4">
              <a:extLst>
                <a:ext uri="{FF2B5EF4-FFF2-40B4-BE49-F238E27FC236}">
                  <a16:creationId xmlns:a16="http://schemas.microsoft.com/office/drawing/2014/main" id="{BF9D8CE5-E501-DB23-B44D-5260CBE7512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0x700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8D81F12-C30B-9D2D-C137-882A99949CED}"/>
              </a:ext>
            </a:extLst>
          </p:cNvPr>
          <p:cNvGrpSpPr/>
          <p:nvPr/>
        </p:nvGrpSpPr>
        <p:grpSpPr>
          <a:xfrm>
            <a:off x="6866620" y="1082006"/>
            <a:ext cx="533570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7216654-FDCE-84F3-2604-C455D8F5586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A7DAE44-3306-3FD9-90D6-81AB45AD1FA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CA648E4-92C5-E663-7B01-669B11073444}"/>
              </a:ext>
            </a:extLst>
          </p:cNvPr>
          <p:cNvGrpSpPr/>
          <p:nvPr/>
        </p:nvGrpSpPr>
        <p:grpSpPr>
          <a:xfrm>
            <a:off x="6864597" y="2718929"/>
            <a:ext cx="533570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30B647D-C208-D75A-F731-0BD93644A4F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57671FCA-2C7C-8C63-6794-E5E2A5E238B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E99C99B-5BE9-2D57-FBB6-C0737DCF1502}"/>
              </a:ext>
            </a:extLst>
          </p:cNvPr>
          <p:cNvGrpSpPr/>
          <p:nvPr/>
        </p:nvGrpSpPr>
        <p:grpSpPr>
          <a:xfrm>
            <a:off x="6813253" y="4283322"/>
            <a:ext cx="533570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D5ACF91-5EF9-3228-8273-D4B7E54BDA4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0" name="Rectangle: Rounded Corners 4">
              <a:extLst>
                <a:ext uri="{FF2B5EF4-FFF2-40B4-BE49-F238E27FC236}">
                  <a16:creationId xmlns:a16="http://schemas.microsoft.com/office/drawing/2014/main" id="{8CD64AED-EF51-3FB0-F43D-4AAFAA0617F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9044CE0-A3D1-D204-1E08-51ABBAA7695F}"/>
              </a:ext>
            </a:extLst>
          </p:cNvPr>
          <p:cNvGrpSpPr/>
          <p:nvPr/>
        </p:nvGrpSpPr>
        <p:grpSpPr>
          <a:xfrm>
            <a:off x="6892447" y="5909203"/>
            <a:ext cx="533570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4861A366-53E3-8681-95C0-5AFC40D2DF0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1" name="Rectangle: Rounded Corners 4">
              <a:extLst>
                <a:ext uri="{FF2B5EF4-FFF2-40B4-BE49-F238E27FC236}">
                  <a16:creationId xmlns:a16="http://schemas.microsoft.com/office/drawing/2014/main" id="{ABE2BC99-2A6D-E059-C40D-BA5353F133B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395E3F6-943E-C8ED-2A01-79A9B4179417}"/>
              </a:ext>
            </a:extLst>
          </p:cNvPr>
          <p:cNvGrpSpPr/>
          <p:nvPr/>
        </p:nvGrpSpPr>
        <p:grpSpPr>
          <a:xfrm>
            <a:off x="8469330" y="1088691"/>
            <a:ext cx="1058415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5C0DC2A3-6AA7-D492-89B2-2B012761335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4" name="Rectangle: Rounded Corners 4">
              <a:extLst>
                <a:ext uri="{FF2B5EF4-FFF2-40B4-BE49-F238E27FC236}">
                  <a16:creationId xmlns:a16="http://schemas.microsoft.com/office/drawing/2014/main" id="{6B59601A-05BA-7E20-B49C-522E6B0B56B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536CBB8-5BFB-9690-DB99-DA24956F91F7}"/>
              </a:ext>
            </a:extLst>
          </p:cNvPr>
          <p:cNvGrpSpPr/>
          <p:nvPr/>
        </p:nvGrpSpPr>
        <p:grpSpPr>
          <a:xfrm>
            <a:off x="8439507" y="2716422"/>
            <a:ext cx="1058415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34762EEC-99CD-EE5A-C5D7-245D4A4570C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7" name="Rectangle: Rounded Corners 4">
              <a:extLst>
                <a:ext uri="{FF2B5EF4-FFF2-40B4-BE49-F238E27FC236}">
                  <a16:creationId xmlns:a16="http://schemas.microsoft.com/office/drawing/2014/main" id="{0AA0C407-F5CB-B7E9-2173-D5B197EF2F8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B2D74E8-432E-B7C4-C8DA-95A5A4FA48E8}"/>
              </a:ext>
            </a:extLst>
          </p:cNvPr>
          <p:cNvGrpSpPr/>
          <p:nvPr/>
        </p:nvGrpSpPr>
        <p:grpSpPr>
          <a:xfrm>
            <a:off x="8476397" y="4283322"/>
            <a:ext cx="1058415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9BBDAFF0-9047-9EF1-38B7-DD9299AF12B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0" name="Rectangle: Rounded Corners 4">
              <a:extLst>
                <a:ext uri="{FF2B5EF4-FFF2-40B4-BE49-F238E27FC236}">
                  <a16:creationId xmlns:a16="http://schemas.microsoft.com/office/drawing/2014/main" id="{E585CD14-0DAB-4719-76C8-29359BB85DCE}"/>
                </a:ext>
              </a:extLst>
            </p:cNvPr>
            <p:cNvSpPr txBox="1"/>
            <p:nvPr/>
          </p:nvSpPr>
          <p:spPr>
            <a:xfrm>
              <a:off x="1202638" y="1108728"/>
              <a:ext cx="2022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B505410-803E-F554-D7F3-5F6E84018758}"/>
              </a:ext>
            </a:extLst>
          </p:cNvPr>
          <p:cNvGrpSpPr/>
          <p:nvPr/>
        </p:nvGrpSpPr>
        <p:grpSpPr>
          <a:xfrm>
            <a:off x="8586854" y="5920285"/>
            <a:ext cx="1058415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7E22B3A3-83EF-4CD1-659B-2B4AE12E408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3" name="Rectangle: Rounded Corners 4">
              <a:extLst>
                <a:ext uri="{FF2B5EF4-FFF2-40B4-BE49-F238E27FC236}">
                  <a16:creationId xmlns:a16="http://schemas.microsoft.com/office/drawing/2014/main" id="{7C150C3F-A1D7-E1C5-DA49-173E7A544EE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229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25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750"/>
                            </p:stCondLst>
                            <p:childTnLst>
                              <p:par>
                                <p:cTn id="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9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250"/>
                            </p:stCondLst>
                            <p:childTnLst>
                              <p:par>
                                <p:cTn id="1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750"/>
                            </p:stCondLst>
                            <p:childTnLst>
                              <p:par>
                                <p:cTn id="1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000"/>
                            </p:stCondLst>
                            <p:childTnLst>
                              <p:par>
                                <p:cTn id="15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8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250"/>
                            </p:stCondLst>
                            <p:childTnLst>
                              <p:par>
                                <p:cTn id="1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750"/>
                            </p:stCondLst>
                            <p:childTnLst>
                              <p:par>
                                <p:cTn id="1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000"/>
                            </p:stCondLst>
                            <p:childTnLst>
                              <p:par>
                                <p:cTn id="19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7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1750"/>
                            </p:stCondLst>
                            <p:childTnLst>
                              <p:par>
                                <p:cTn id="20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1" grpId="0"/>
      <p:bldP spid="22" grpId="0"/>
      <p:bldP spid="32" grpId="0"/>
      <p:bldP spid="33" grpId="0" animBg="1"/>
      <p:bldP spid="40" grpId="0"/>
      <p:bldP spid="41" grpId="0" animBg="1"/>
      <p:bldP spid="48" grpId="0"/>
      <p:bldP spid="63" grpId="0" animBg="1"/>
      <p:bldP spid="79" grpId="0" animBg="1"/>
      <p:bldP spid="86" grpId="0"/>
      <p:bldP spid="7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90013BE-9D44-2239-47C4-B195F187DCCE}"/>
              </a:ext>
            </a:extLst>
          </p:cNvPr>
          <p:cNvGrpSpPr/>
          <p:nvPr/>
        </p:nvGrpSpPr>
        <p:grpSpPr>
          <a:xfrm>
            <a:off x="354358" y="1772155"/>
            <a:ext cx="3955681" cy="1179639"/>
            <a:chOff x="5206427" y="770677"/>
            <a:chExt cx="4516995" cy="117963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742397E-E843-2444-A036-85D4C87A519C}"/>
                </a:ext>
              </a:extLst>
            </p:cNvPr>
            <p:cNvGrpSpPr/>
            <p:nvPr/>
          </p:nvGrpSpPr>
          <p:grpSpPr>
            <a:xfrm>
              <a:off x="6297520" y="770677"/>
              <a:ext cx="2334807" cy="484119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FD10A715-30A4-C820-F348-7AD05E49F568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5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6" name="Rectangle: Rounded Corners 4">
                <a:extLst>
                  <a:ext uri="{FF2B5EF4-FFF2-40B4-BE49-F238E27FC236}">
                    <a16:creationId xmlns:a16="http://schemas.microsoft.com/office/drawing/2014/main" id="{E61DBF74-C6D2-4CF1-2164-F9E11FF1D29F}"/>
                  </a:ext>
                </a:extLst>
              </p:cNvPr>
              <p:cNvSpPr txBox="1"/>
              <p:nvPr/>
            </p:nvSpPr>
            <p:spPr>
              <a:xfrm>
                <a:off x="1202695" y="1067248"/>
                <a:ext cx="2066722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5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</a:t>
                </a:r>
                <a:r>
                  <a:rPr lang="en-US" sz="2500" b="1" u="sng" kern="1200" dirty="0">
                    <a:solidFill>
                      <a:srgbClr val="FF0000"/>
                    </a:solidFill>
                  </a:rPr>
                  <a:t>node1</a:t>
                </a:r>
                <a:endParaRPr lang="en-PK" sz="25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354143F-5C8D-898F-9270-8164FAF2B246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A4D7476-B0FA-0E24-FCB4-95D862FA0EF7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43DB1C03-1676-82BF-5948-8BF6D124FF09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0" name="Rectangle: Rounded Corners 4">
                <a:extLst>
                  <a:ext uri="{FF2B5EF4-FFF2-40B4-BE49-F238E27FC236}">
                    <a16:creationId xmlns:a16="http://schemas.microsoft.com/office/drawing/2014/main" id="{8A19912F-D7E9-CFC5-8BF6-B02872A132D4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D213A38-663D-905B-72A2-1974BD4B22A2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C7CC2E2B-A0DA-0195-2F51-67D17909A781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3" name="Rectangle: Rounded Corners 4">
                <a:extLst>
                  <a:ext uri="{FF2B5EF4-FFF2-40B4-BE49-F238E27FC236}">
                    <a16:creationId xmlns:a16="http://schemas.microsoft.com/office/drawing/2014/main" id="{907970BF-F6BB-A4F8-4564-691C015958C7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91F1D47-4093-2C04-CF26-AEC2C1E94672}"/>
              </a:ext>
            </a:extLst>
          </p:cNvPr>
          <p:cNvGrpSpPr/>
          <p:nvPr/>
        </p:nvGrpSpPr>
        <p:grpSpPr>
          <a:xfrm>
            <a:off x="5606457" y="2484441"/>
            <a:ext cx="3955681" cy="1179639"/>
            <a:chOff x="5206427" y="770677"/>
            <a:chExt cx="4516995" cy="117963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EE4B406-BD9D-5123-175B-175056BD4B23}"/>
                </a:ext>
              </a:extLst>
            </p:cNvPr>
            <p:cNvGrpSpPr/>
            <p:nvPr/>
          </p:nvGrpSpPr>
          <p:grpSpPr>
            <a:xfrm>
              <a:off x="6297520" y="770677"/>
              <a:ext cx="2334807" cy="484119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319F9258-109F-D023-A363-5D3E05BB9E9B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5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25" name="Rectangle: Rounded Corners 4">
                <a:extLst>
                  <a:ext uri="{FF2B5EF4-FFF2-40B4-BE49-F238E27FC236}">
                    <a16:creationId xmlns:a16="http://schemas.microsoft.com/office/drawing/2014/main" id="{14D3151F-B866-126D-EED4-30CDF9F0DD82}"/>
                  </a:ext>
                </a:extLst>
              </p:cNvPr>
              <p:cNvSpPr txBox="1"/>
              <p:nvPr/>
            </p:nvSpPr>
            <p:spPr>
              <a:xfrm>
                <a:off x="1202695" y="1067248"/>
                <a:ext cx="2066722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5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</a:t>
                </a:r>
                <a:r>
                  <a:rPr lang="en-US" sz="2500" b="1" u="sng" kern="1200" dirty="0">
                    <a:solidFill>
                      <a:srgbClr val="FF0000"/>
                    </a:solidFill>
                  </a:rPr>
                  <a:t>node2</a:t>
                </a:r>
                <a:endParaRPr lang="en-PK" sz="25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9A7ABBE-C37C-C277-3574-A5DCC45871DA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23312C5-C25C-859E-54C7-2677482915C6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AF3D5ECC-FE3E-8114-CEAF-CD84412749F7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23" name="Rectangle: Rounded Corners 4">
                <a:extLst>
                  <a:ext uri="{FF2B5EF4-FFF2-40B4-BE49-F238E27FC236}">
                    <a16:creationId xmlns:a16="http://schemas.microsoft.com/office/drawing/2014/main" id="{EDAAA3DA-67BA-08D2-9756-258C7B953FFF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3A6418D-40A6-8706-E1E7-73C29A3B2E5D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800B6E1B-6E15-02CA-E129-515A2E2FC420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21" name="Rectangle: Rounded Corners 4">
                <a:extLst>
                  <a:ext uri="{FF2B5EF4-FFF2-40B4-BE49-F238E27FC236}">
                    <a16:creationId xmlns:a16="http://schemas.microsoft.com/office/drawing/2014/main" id="{7AFEA1DD-C758-E656-B7D6-01EA8FC28DEA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E575F85-75B4-6C96-9BCA-34ED08CE7413}"/>
              </a:ext>
            </a:extLst>
          </p:cNvPr>
          <p:cNvGrpSpPr/>
          <p:nvPr/>
        </p:nvGrpSpPr>
        <p:grpSpPr>
          <a:xfrm>
            <a:off x="201521" y="4005567"/>
            <a:ext cx="3955681" cy="1179639"/>
            <a:chOff x="5206427" y="770677"/>
            <a:chExt cx="4516995" cy="117963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8F538DC-6C0F-F402-B861-3A8EE552D6EF}"/>
                </a:ext>
              </a:extLst>
            </p:cNvPr>
            <p:cNvGrpSpPr/>
            <p:nvPr/>
          </p:nvGrpSpPr>
          <p:grpSpPr>
            <a:xfrm>
              <a:off x="6297520" y="770677"/>
              <a:ext cx="2334807" cy="484119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EEEFAF35-530C-6FAB-5909-51DBA9EA846E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5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36" name="Rectangle: Rounded Corners 4">
                <a:extLst>
                  <a:ext uri="{FF2B5EF4-FFF2-40B4-BE49-F238E27FC236}">
                    <a16:creationId xmlns:a16="http://schemas.microsoft.com/office/drawing/2014/main" id="{1404C622-3A92-10BE-C7F8-B7A4627DDAB5}"/>
                  </a:ext>
                </a:extLst>
              </p:cNvPr>
              <p:cNvSpPr txBox="1"/>
              <p:nvPr/>
            </p:nvSpPr>
            <p:spPr>
              <a:xfrm>
                <a:off x="1202695" y="1067248"/>
                <a:ext cx="2066722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5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</a:t>
                </a:r>
                <a:r>
                  <a:rPr lang="en-US" sz="2500" b="1" u="sng" kern="1200" dirty="0">
                    <a:solidFill>
                      <a:srgbClr val="FF0000"/>
                    </a:solidFill>
                  </a:rPr>
                  <a:t>node3</a:t>
                </a:r>
                <a:endParaRPr lang="en-PK" sz="25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932D3E2B-63D9-BBA4-CF6C-8F6822794FC8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63EEBFF-0F72-F1C2-9C20-223073FE1170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CB54AFA0-C45C-3468-3FD4-5D09B37367D7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34" name="Rectangle: Rounded Corners 4">
                <a:extLst>
                  <a:ext uri="{FF2B5EF4-FFF2-40B4-BE49-F238E27FC236}">
                    <a16:creationId xmlns:a16="http://schemas.microsoft.com/office/drawing/2014/main" id="{B89108C4-E82B-BF6A-42D6-ED3664AF7529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CCE3CF9-59E5-D029-9564-E3AFAF146507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C5B11F63-3F17-EC7E-92F3-903204ED27C5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32" name="Rectangle: Rounded Corners 4">
                <a:extLst>
                  <a:ext uri="{FF2B5EF4-FFF2-40B4-BE49-F238E27FC236}">
                    <a16:creationId xmlns:a16="http://schemas.microsoft.com/office/drawing/2014/main" id="{256EEF29-65B4-3DD1-3C1D-C2AECAB0C0E7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4F92D9C-3310-1ACC-8C68-A10A1D00BF6A}"/>
              </a:ext>
            </a:extLst>
          </p:cNvPr>
          <p:cNvGrpSpPr/>
          <p:nvPr/>
        </p:nvGrpSpPr>
        <p:grpSpPr>
          <a:xfrm>
            <a:off x="240336" y="160309"/>
            <a:ext cx="1769979" cy="87160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4AB88662-40FC-C717-F5A6-FFB54256C33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43" name="Rectangle: Rounded Corners 4">
              <a:extLst>
                <a:ext uri="{FF2B5EF4-FFF2-40B4-BE49-F238E27FC236}">
                  <a16:creationId xmlns:a16="http://schemas.microsoft.com/office/drawing/2014/main" id="{D5DBACCB-CA5B-E672-09B7-EC3B26121440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EE98514-BBC0-4C9A-03BA-874D108165E7}"/>
              </a:ext>
            </a:extLst>
          </p:cNvPr>
          <p:cNvGrpSpPr/>
          <p:nvPr/>
        </p:nvGrpSpPr>
        <p:grpSpPr>
          <a:xfrm>
            <a:off x="10143110" y="4132661"/>
            <a:ext cx="1285378" cy="87160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8A31B3EB-0A60-91D1-C0C8-A83DCE033A7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47" name="Rectangle: Rounded Corners 4">
              <a:extLst>
                <a:ext uri="{FF2B5EF4-FFF2-40B4-BE49-F238E27FC236}">
                  <a16:creationId xmlns:a16="http://schemas.microsoft.com/office/drawing/2014/main" id="{1AA87627-01BE-8063-C35C-EA43BCC2716C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576A2D1-652B-0FC0-F997-2230A0E2D424}"/>
              </a:ext>
            </a:extLst>
          </p:cNvPr>
          <p:cNvGrpSpPr/>
          <p:nvPr/>
        </p:nvGrpSpPr>
        <p:grpSpPr>
          <a:xfrm>
            <a:off x="5894969" y="5004261"/>
            <a:ext cx="3955681" cy="1179639"/>
            <a:chOff x="5258117" y="770677"/>
            <a:chExt cx="4516995" cy="1179639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C15F1D22-E295-70E0-3793-1E02150411CF}"/>
                </a:ext>
              </a:extLst>
            </p:cNvPr>
            <p:cNvGrpSpPr/>
            <p:nvPr/>
          </p:nvGrpSpPr>
          <p:grpSpPr>
            <a:xfrm>
              <a:off x="6297520" y="770677"/>
              <a:ext cx="2334807" cy="484119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7A4CBCF4-679C-D84D-DAE9-1E80D2C3AAB5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5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64" name="Rectangle: Rounded Corners 4">
                <a:extLst>
                  <a:ext uri="{FF2B5EF4-FFF2-40B4-BE49-F238E27FC236}">
                    <a16:creationId xmlns:a16="http://schemas.microsoft.com/office/drawing/2014/main" id="{EEF173C0-5DAB-6B63-206E-43C0F5CAFB0F}"/>
                  </a:ext>
                </a:extLst>
              </p:cNvPr>
              <p:cNvSpPr txBox="1"/>
              <p:nvPr/>
            </p:nvSpPr>
            <p:spPr>
              <a:xfrm>
                <a:off x="1202695" y="1067248"/>
                <a:ext cx="2066722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5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</a:t>
                </a:r>
                <a:r>
                  <a:rPr lang="en-US" sz="2500" b="1" u="sng" kern="1200" dirty="0">
                    <a:solidFill>
                      <a:srgbClr val="FF0000"/>
                    </a:solidFill>
                  </a:rPr>
                  <a:t>node4</a:t>
                </a:r>
                <a:endParaRPr lang="en-PK" sz="25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D7BFA20C-F425-96C0-F5D5-0A773C03AC74}"/>
                </a:ext>
              </a:extLst>
            </p:cNvPr>
            <p:cNvSpPr/>
            <p:nvPr/>
          </p:nvSpPr>
          <p:spPr>
            <a:xfrm>
              <a:off x="525811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95252751-6704-4A3C-6F8F-346732E94882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A715FDAE-00DE-45EA-EFC2-BC3A1114BCB6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62" name="Rectangle: Rounded Corners 4">
                <a:extLst>
                  <a:ext uri="{FF2B5EF4-FFF2-40B4-BE49-F238E27FC236}">
                    <a16:creationId xmlns:a16="http://schemas.microsoft.com/office/drawing/2014/main" id="{9337A96B-6AE5-0C2A-BD2E-AA5530780D32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D5EA3196-5EFD-EFBC-EFE6-3641F3A872C1}"/>
                </a:ext>
              </a:extLst>
            </p:cNvPr>
            <p:cNvGrpSpPr/>
            <p:nvPr/>
          </p:nvGrpSpPr>
          <p:grpSpPr>
            <a:xfrm>
              <a:off x="7262399" y="1467460"/>
              <a:ext cx="1027533" cy="371558"/>
              <a:chOff x="1065865" y="892336"/>
              <a:chExt cx="1001792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CE494FF0-3D07-0625-D49F-F3979239D110}"/>
                  </a:ext>
                </a:extLst>
              </p:cNvPr>
              <p:cNvSpPr/>
              <p:nvPr/>
            </p:nvSpPr>
            <p:spPr>
              <a:xfrm>
                <a:off x="1065865" y="892336"/>
                <a:ext cx="1001792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60" name="Rectangle: Rounded Corners 4">
                <a:extLst>
                  <a:ext uri="{FF2B5EF4-FFF2-40B4-BE49-F238E27FC236}">
                    <a16:creationId xmlns:a16="http://schemas.microsoft.com/office/drawing/2014/main" id="{1B8903ED-455E-E67A-3153-DA739B92E5A0}"/>
                  </a:ext>
                </a:extLst>
              </p:cNvPr>
              <p:cNvSpPr txBox="1"/>
              <p:nvPr/>
            </p:nvSpPr>
            <p:spPr>
              <a:xfrm>
                <a:off x="1120051" y="1108730"/>
                <a:ext cx="901000" cy="1051981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19F8A224-A12A-9BF3-8259-DD721E39C406}"/>
              </a:ext>
            </a:extLst>
          </p:cNvPr>
          <p:cNvSpPr/>
          <p:nvPr/>
        </p:nvSpPr>
        <p:spPr>
          <a:xfrm>
            <a:off x="2040815" y="394586"/>
            <a:ext cx="3099945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Node* Head = node1;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6F0DE922-F807-8701-0F15-D35453C6389B}"/>
              </a:ext>
            </a:extLst>
          </p:cNvPr>
          <p:cNvSpPr/>
          <p:nvPr/>
        </p:nvSpPr>
        <p:spPr>
          <a:xfrm>
            <a:off x="3416363" y="1921582"/>
            <a:ext cx="3148617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node1-&gt;next = node2;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6F8DA7E9-902A-F1B8-8B0F-B37D86D0FB12}"/>
              </a:ext>
            </a:extLst>
          </p:cNvPr>
          <p:cNvSpPr/>
          <p:nvPr/>
        </p:nvSpPr>
        <p:spPr>
          <a:xfrm>
            <a:off x="3408008" y="1580332"/>
            <a:ext cx="3148617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Head-&gt;next = node2;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F19B0FC9-D809-1366-EF43-C5FC819511AE}"/>
              </a:ext>
            </a:extLst>
          </p:cNvPr>
          <p:cNvSpPr/>
          <p:nvPr/>
        </p:nvSpPr>
        <p:spPr>
          <a:xfrm>
            <a:off x="8658964" y="2606174"/>
            <a:ext cx="3148617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node2-&gt;next = node3;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FC2D04E5-1A08-F338-BC09-55C92E4E94D7}"/>
              </a:ext>
            </a:extLst>
          </p:cNvPr>
          <p:cNvSpPr/>
          <p:nvPr/>
        </p:nvSpPr>
        <p:spPr>
          <a:xfrm>
            <a:off x="511771" y="5246822"/>
            <a:ext cx="3148617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node3-&gt;next = node4;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6659D4D3-9097-1D09-232A-51C87370F3BD}"/>
              </a:ext>
            </a:extLst>
          </p:cNvPr>
          <p:cNvSpPr/>
          <p:nvPr/>
        </p:nvSpPr>
        <p:spPr>
          <a:xfrm>
            <a:off x="6253234" y="6256256"/>
            <a:ext cx="3148617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node4-&gt;next = </a:t>
            </a:r>
            <a:r>
              <a:rPr lang="en-US" sz="2400" dirty="0" err="1"/>
              <a:t>nullptr</a:t>
            </a:r>
            <a:r>
              <a:rPr lang="en-US" sz="2400" dirty="0"/>
              <a:t>;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65397FAF-E87F-1A71-1765-857AB49EBDF7}"/>
              </a:ext>
            </a:extLst>
          </p:cNvPr>
          <p:cNvSpPr/>
          <p:nvPr/>
        </p:nvSpPr>
        <p:spPr>
          <a:xfrm>
            <a:off x="9379160" y="3785079"/>
            <a:ext cx="2786092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Node* Tail = node4;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2838877A-6328-5183-A0D7-AFC6B0CFCD8F}"/>
              </a:ext>
            </a:extLst>
          </p:cNvPr>
          <p:cNvGrpSpPr/>
          <p:nvPr/>
        </p:nvGrpSpPr>
        <p:grpSpPr>
          <a:xfrm rot="3113518">
            <a:off x="437250" y="1202570"/>
            <a:ext cx="918111" cy="445961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E2B92F11-3CFD-9DDB-3027-707B955492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Arrow: Right 121">
              <a:extLst>
                <a:ext uri="{FF2B5EF4-FFF2-40B4-BE49-F238E27FC236}">
                  <a16:creationId xmlns:a16="http://schemas.microsoft.com/office/drawing/2014/main" id="{69248DB3-387B-4E03-E4AD-0664D92B2F00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84A411B9-B224-5883-3756-CCC687390133}"/>
              </a:ext>
            </a:extLst>
          </p:cNvPr>
          <p:cNvGrpSpPr/>
          <p:nvPr/>
        </p:nvGrpSpPr>
        <p:grpSpPr>
          <a:xfrm>
            <a:off x="4279051" y="2448423"/>
            <a:ext cx="2138759" cy="392074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192AA472-3680-F4D1-3E9F-6352AF51D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Arrow: Right 124">
              <a:extLst>
                <a:ext uri="{FF2B5EF4-FFF2-40B4-BE49-F238E27FC236}">
                  <a16:creationId xmlns:a16="http://schemas.microsoft.com/office/drawing/2014/main" id="{C830153C-132E-2B10-811A-C60138C66DA9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5985B343-1657-1991-EBED-E77108FCE0EE}"/>
              </a:ext>
            </a:extLst>
          </p:cNvPr>
          <p:cNvGrpSpPr/>
          <p:nvPr/>
        </p:nvGrpSpPr>
        <p:grpSpPr>
          <a:xfrm rot="10477504">
            <a:off x="3314884" y="3769364"/>
            <a:ext cx="4494324" cy="428260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BDBCB3F2-6128-0FC9-BEE3-E3BF6E8407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Arrow: Right 127">
              <a:extLst>
                <a:ext uri="{FF2B5EF4-FFF2-40B4-BE49-F238E27FC236}">
                  <a16:creationId xmlns:a16="http://schemas.microsoft.com/office/drawing/2014/main" id="{FC431330-C83E-0408-8D66-ECED1CAE133F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8114B7C6-7107-1736-CECD-F40B8214CF50}"/>
              </a:ext>
            </a:extLst>
          </p:cNvPr>
          <p:cNvGrpSpPr/>
          <p:nvPr/>
        </p:nvGrpSpPr>
        <p:grpSpPr>
          <a:xfrm rot="321705">
            <a:off x="4170235" y="4799287"/>
            <a:ext cx="2522261" cy="424755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4046735B-741E-EC42-954F-0F2E5C8721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Arrow: Right 130">
              <a:extLst>
                <a:ext uri="{FF2B5EF4-FFF2-40B4-BE49-F238E27FC236}">
                  <a16:creationId xmlns:a16="http://schemas.microsoft.com/office/drawing/2014/main" id="{4D1D60B1-00B8-9188-8BE2-8A3661B9A41F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96CF37B4-F354-889A-504C-EA529A076B87}"/>
              </a:ext>
            </a:extLst>
          </p:cNvPr>
          <p:cNvGrpSpPr/>
          <p:nvPr/>
        </p:nvGrpSpPr>
        <p:grpSpPr>
          <a:xfrm rot="9544434">
            <a:off x="8936141" y="4770911"/>
            <a:ext cx="1215849" cy="445961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38647FF2-074B-3932-B861-50748619C8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Arrow: Right 133">
              <a:extLst>
                <a:ext uri="{FF2B5EF4-FFF2-40B4-BE49-F238E27FC236}">
                  <a16:creationId xmlns:a16="http://schemas.microsoft.com/office/drawing/2014/main" id="{C90AAB53-9585-B7A7-A487-F13234E9BA27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B5B719DC-7FAE-D28F-F1DE-460A05144FBA}"/>
              </a:ext>
            </a:extLst>
          </p:cNvPr>
          <p:cNvGrpSpPr/>
          <p:nvPr/>
        </p:nvGrpSpPr>
        <p:grpSpPr>
          <a:xfrm>
            <a:off x="2086079" y="1693551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1FA99AFE-4481-9DA8-F465-A628DD0CDFA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0" name="Rectangle: Rounded Corners 4">
              <a:extLst>
                <a:ext uri="{FF2B5EF4-FFF2-40B4-BE49-F238E27FC236}">
                  <a16:creationId xmlns:a16="http://schemas.microsoft.com/office/drawing/2014/main" id="{05A08B65-8F6F-0E5C-26E4-3DC0F06C77D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847929E1-0BDF-7DA6-BCF5-34BA8D44FA13}"/>
              </a:ext>
            </a:extLst>
          </p:cNvPr>
          <p:cNvGrpSpPr/>
          <p:nvPr/>
        </p:nvGrpSpPr>
        <p:grpSpPr>
          <a:xfrm>
            <a:off x="8564475" y="5722714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42" name="Rectangle: Rounded Corners 141">
              <a:extLst>
                <a:ext uri="{FF2B5EF4-FFF2-40B4-BE49-F238E27FC236}">
                  <a16:creationId xmlns:a16="http://schemas.microsoft.com/office/drawing/2014/main" id="{540138D6-CF58-0EA2-C04F-4C80FC615C4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3" name="Rectangle: Rounded Corners 4">
              <a:extLst>
                <a:ext uri="{FF2B5EF4-FFF2-40B4-BE49-F238E27FC236}">
                  <a16:creationId xmlns:a16="http://schemas.microsoft.com/office/drawing/2014/main" id="{B87ED55F-BE08-BF9F-72C2-691DD769668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A0EEBD91-F9EC-2966-D99B-CE8F82213489}"/>
              </a:ext>
            </a:extLst>
          </p:cNvPr>
          <p:cNvGrpSpPr/>
          <p:nvPr/>
        </p:nvGrpSpPr>
        <p:grpSpPr>
          <a:xfrm>
            <a:off x="491734" y="707028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45" name="Rectangle: Rounded Corners 144">
              <a:extLst>
                <a:ext uri="{FF2B5EF4-FFF2-40B4-BE49-F238E27FC236}">
                  <a16:creationId xmlns:a16="http://schemas.microsoft.com/office/drawing/2014/main" id="{FA9D0F33-42A2-AA8E-6EBF-17D3CE885F7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6" name="Rectangle: Rounded Corners 4">
              <a:extLst>
                <a:ext uri="{FF2B5EF4-FFF2-40B4-BE49-F238E27FC236}">
                  <a16:creationId xmlns:a16="http://schemas.microsoft.com/office/drawing/2014/main" id="{07E83403-03B0-DA02-690B-4FD0F981392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A1898A6-ECBE-1919-D51D-DDB17062B3E6}"/>
              </a:ext>
            </a:extLst>
          </p:cNvPr>
          <p:cNvGrpSpPr/>
          <p:nvPr/>
        </p:nvGrpSpPr>
        <p:grpSpPr>
          <a:xfrm>
            <a:off x="7370469" y="2332431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EABB8395-D678-70AB-BE37-2F715A0590F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9" name="Rectangle: Rounded Corners 4">
              <a:extLst>
                <a:ext uri="{FF2B5EF4-FFF2-40B4-BE49-F238E27FC236}">
                  <a16:creationId xmlns:a16="http://schemas.microsoft.com/office/drawing/2014/main" id="{50D85423-AC69-BA29-47B2-2218B4E2F57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F9B226F0-7831-6608-3C70-9141EEA5D65B}"/>
              </a:ext>
            </a:extLst>
          </p:cNvPr>
          <p:cNvGrpSpPr/>
          <p:nvPr/>
        </p:nvGrpSpPr>
        <p:grpSpPr>
          <a:xfrm>
            <a:off x="3008190" y="2487608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D1385187-A400-B7B0-25D9-A8496A3122F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2" name="Rectangle: Rounded Corners 4">
              <a:extLst>
                <a:ext uri="{FF2B5EF4-FFF2-40B4-BE49-F238E27FC236}">
                  <a16:creationId xmlns:a16="http://schemas.microsoft.com/office/drawing/2014/main" id="{A10EC36E-9CA8-F02A-918F-82DCAE348EA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B4DF62F8-70BF-2003-CE30-8059A4AAD525}"/>
              </a:ext>
            </a:extLst>
          </p:cNvPr>
          <p:cNvGrpSpPr/>
          <p:nvPr/>
        </p:nvGrpSpPr>
        <p:grpSpPr>
          <a:xfrm>
            <a:off x="1949492" y="3782868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70A98D0A-FA93-D7CA-014C-E565E47F61E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5" name="Rectangle: Rounded Corners 4">
              <a:extLst>
                <a:ext uri="{FF2B5EF4-FFF2-40B4-BE49-F238E27FC236}">
                  <a16:creationId xmlns:a16="http://schemas.microsoft.com/office/drawing/2014/main" id="{ABEE4FB7-146C-B0A2-C175-8EE85871BF0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63DB5C4E-E072-2009-0072-165C29779AF9}"/>
              </a:ext>
            </a:extLst>
          </p:cNvPr>
          <p:cNvGrpSpPr/>
          <p:nvPr/>
        </p:nvGrpSpPr>
        <p:grpSpPr>
          <a:xfrm>
            <a:off x="8271534" y="3202960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55DC2CA0-FFA3-85BF-2B5C-F49B695EECD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8" name="Rectangle: Rounded Corners 4">
              <a:extLst>
                <a:ext uri="{FF2B5EF4-FFF2-40B4-BE49-F238E27FC236}">
                  <a16:creationId xmlns:a16="http://schemas.microsoft.com/office/drawing/2014/main" id="{57BE8739-D1A8-9A94-D76D-8EEEB21B9F9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2E10A623-7A40-FCA8-E387-37793C380E82}"/>
              </a:ext>
            </a:extLst>
          </p:cNvPr>
          <p:cNvGrpSpPr/>
          <p:nvPr/>
        </p:nvGrpSpPr>
        <p:grpSpPr>
          <a:xfrm>
            <a:off x="7614512" y="4840152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0" name="Rectangle: Rounded Corners 159">
              <a:extLst>
                <a:ext uri="{FF2B5EF4-FFF2-40B4-BE49-F238E27FC236}">
                  <a16:creationId xmlns:a16="http://schemas.microsoft.com/office/drawing/2014/main" id="{1681DDD6-3D78-1291-4114-DA4FBA745B7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1" name="Rectangle: Rounded Corners 4">
              <a:extLst>
                <a:ext uri="{FF2B5EF4-FFF2-40B4-BE49-F238E27FC236}">
                  <a16:creationId xmlns:a16="http://schemas.microsoft.com/office/drawing/2014/main" id="{AC86742C-E0CF-59D5-267D-F56A21F16396}"/>
                </a:ext>
              </a:extLst>
            </p:cNvPr>
            <p:cNvSpPr txBox="1"/>
            <p:nvPr/>
          </p:nvSpPr>
          <p:spPr>
            <a:xfrm>
              <a:off x="1202638" y="1108728"/>
              <a:ext cx="2022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0x700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6C79A3E6-275F-FC94-B272-B42C637D65EE}"/>
              </a:ext>
            </a:extLst>
          </p:cNvPr>
          <p:cNvGrpSpPr/>
          <p:nvPr/>
        </p:nvGrpSpPr>
        <p:grpSpPr>
          <a:xfrm>
            <a:off x="2841242" y="4737959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3" name="Rectangle: Rounded Corners 162">
              <a:extLst>
                <a:ext uri="{FF2B5EF4-FFF2-40B4-BE49-F238E27FC236}">
                  <a16:creationId xmlns:a16="http://schemas.microsoft.com/office/drawing/2014/main" id="{565A4250-5DBC-25DB-2AC7-D17745C9B0E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4" name="Rectangle: Rounded Corners 4">
              <a:extLst>
                <a:ext uri="{FF2B5EF4-FFF2-40B4-BE49-F238E27FC236}">
                  <a16:creationId xmlns:a16="http://schemas.microsoft.com/office/drawing/2014/main" id="{9A2B6154-F0EF-B50A-B866-E2B1ABD7D3CB}"/>
                </a:ext>
              </a:extLst>
            </p:cNvPr>
            <p:cNvSpPr txBox="1"/>
            <p:nvPr/>
          </p:nvSpPr>
          <p:spPr>
            <a:xfrm>
              <a:off x="1202638" y="1108728"/>
              <a:ext cx="2022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0x700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B0A78D97-5327-2E6E-1269-D007EC908AF1}"/>
              </a:ext>
            </a:extLst>
          </p:cNvPr>
          <p:cNvGrpSpPr/>
          <p:nvPr/>
        </p:nvGrpSpPr>
        <p:grpSpPr>
          <a:xfrm>
            <a:off x="10175778" y="4719853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6" name="Rectangle: Rounded Corners 165">
              <a:extLst>
                <a:ext uri="{FF2B5EF4-FFF2-40B4-BE49-F238E27FC236}">
                  <a16:creationId xmlns:a16="http://schemas.microsoft.com/office/drawing/2014/main" id="{2F652FFA-38A7-1AF2-7980-9538C0649E0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7" name="Rectangle: Rounded Corners 4">
              <a:extLst>
                <a:ext uri="{FF2B5EF4-FFF2-40B4-BE49-F238E27FC236}">
                  <a16:creationId xmlns:a16="http://schemas.microsoft.com/office/drawing/2014/main" id="{6DA35FA7-5393-2B0A-6614-A016AA3A79CC}"/>
                </a:ext>
              </a:extLst>
            </p:cNvPr>
            <p:cNvSpPr txBox="1"/>
            <p:nvPr/>
          </p:nvSpPr>
          <p:spPr>
            <a:xfrm>
              <a:off x="1202638" y="1108728"/>
              <a:ext cx="2022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0x700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174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" dur="250" autoRev="1" fill="remov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2" dur="250" autoRev="1" fill="remov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" dur="250" autoRev="1" fill="remov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" dur="250" autoRev="1" fill="remov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" dur="250" autoRev="1" fill="remove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0" dur="250" autoRev="1" fill="remove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250" autoRev="1" fill="remove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250" autoRev="1" fill="remove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"/>
                  </p:tgtEl>
                </p:cond>
              </p:nextCondLst>
            </p:seq>
            <p:seq concurrent="1" nextAc="seek">
              <p:cTn id="163" restart="whenNotActive" fill="hold" evtFilter="cancelBubble" nodeType="interactiveSeq">
                <p:stCondLst>
                  <p:cond evt="onClick" delay="0">
                    <p:tgtEl>
                      <p:spTgt spid="1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250" autoRev="1" fill="remove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8" dur="250" autoRev="1" fill="remove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" dur="250" autoRev="1" fill="remove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" dur="250" autoRev="1" fill="remove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1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" dur="250" autoRev="1" fill="remove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6" dur="250" autoRev="1" fill="remove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" dur="250" autoRev="1" fill="remove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8" dur="250" autoRev="1" fill="remove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"/>
                  </p:tgtEl>
                </p:cond>
              </p:nextCondLst>
            </p:seq>
            <p:seq concurrent="1" nextAc="seek">
              <p:cTn id="179" restart="whenNotActive" fill="hold" evtFilter="cancelBubble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" fill="hold">
                      <p:stCondLst>
                        <p:cond delay="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3" dur="250" autoRev="1" fill="remove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4" dur="250" autoRev="1" fill="remove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5" dur="250" autoRev="1" fill="remove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" dur="250" autoRev="1" fill="remove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7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1" dur="250" autoRev="1" fill="remove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2" dur="250" autoRev="1" fill="remove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250" autoRev="1" fill="remove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4" dur="250" autoRev="1" fill="remove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8"/>
                  </p:tgtEl>
                </p:cond>
              </p:nextCondLst>
            </p:seq>
            <p:seq concurrent="1" nextAc="seek">
              <p:cTn id="195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9" dur="250" autoRev="1" fill="remov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00" dur="250" autoRev="1" fill="remov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1" dur="250" autoRev="1" fill="remov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2" dur="250" autoRev="1" fill="remove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</p:childTnLst>
        </p:cTn>
      </p:par>
    </p:tnLst>
    <p:bldLst>
      <p:bldP spid="113" grpId="0" animBg="1"/>
      <p:bldP spid="113" grpId="1" animBg="1"/>
      <p:bldP spid="114" grpId="0" animBg="1"/>
      <p:bldP spid="114" grpId="1" animBg="1"/>
      <p:bldP spid="115" grpId="0" animBg="1"/>
      <p:bldP spid="115" grpId="1" animBg="1"/>
      <p:bldP spid="116" grpId="0" animBg="1"/>
      <p:bldP spid="116" grpId="1" animBg="1"/>
      <p:bldP spid="117" grpId="0" animBg="1"/>
      <p:bldP spid="117" grpId="1" animBg="1"/>
      <p:bldP spid="118" grpId="0" animBg="1"/>
      <p:bldP spid="118" grpId="1" animBg="1"/>
      <p:bldP spid="119" grpId="0" animBg="1"/>
      <p:bldP spid="11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E5569-F4E4-0814-B7E4-F4981CD15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997975-328E-23B5-98C6-1EF00919E200}"/>
              </a:ext>
            </a:extLst>
          </p:cNvPr>
          <p:cNvGrpSpPr/>
          <p:nvPr/>
        </p:nvGrpSpPr>
        <p:grpSpPr>
          <a:xfrm>
            <a:off x="354358" y="1772156"/>
            <a:ext cx="4002126" cy="1143042"/>
            <a:chOff x="5206427" y="770677"/>
            <a:chExt cx="4516995" cy="117963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DB1F286-085B-543D-58CB-CFD76C9615AD}"/>
                </a:ext>
              </a:extLst>
            </p:cNvPr>
            <p:cNvGrpSpPr/>
            <p:nvPr/>
          </p:nvGrpSpPr>
          <p:grpSpPr>
            <a:xfrm>
              <a:off x="6297520" y="770677"/>
              <a:ext cx="2334807" cy="484119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E7DDA9B1-3364-C15E-A24D-BCA04D7B7B2E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5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6" name="Rectangle: Rounded Corners 4">
                <a:extLst>
                  <a:ext uri="{FF2B5EF4-FFF2-40B4-BE49-F238E27FC236}">
                    <a16:creationId xmlns:a16="http://schemas.microsoft.com/office/drawing/2014/main" id="{C103F48B-6863-AD31-5FDA-D300125AC07C}"/>
                  </a:ext>
                </a:extLst>
              </p:cNvPr>
              <p:cNvSpPr txBox="1"/>
              <p:nvPr/>
            </p:nvSpPr>
            <p:spPr>
              <a:xfrm>
                <a:off x="1202695" y="1067248"/>
                <a:ext cx="2066722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5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</a:t>
                </a:r>
                <a:r>
                  <a:rPr lang="en-US" sz="2500" b="1" u="sng" kern="1200" dirty="0">
                    <a:solidFill>
                      <a:srgbClr val="FF0000"/>
                    </a:solidFill>
                  </a:rPr>
                  <a:t>node1</a:t>
                </a:r>
                <a:endParaRPr lang="en-PK" sz="25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5155A41-8889-357E-7164-8D58D13108AA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6265B18-E9E7-C09D-F80A-E84CF6D4D23D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22A420A6-E20E-B7B4-EB32-853A5FB486A0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0" name="Rectangle: Rounded Corners 4">
                <a:extLst>
                  <a:ext uri="{FF2B5EF4-FFF2-40B4-BE49-F238E27FC236}">
                    <a16:creationId xmlns:a16="http://schemas.microsoft.com/office/drawing/2014/main" id="{FD7352EA-233E-5A44-F7A4-37C4BE5E7566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B959FED-E95B-1A10-51B7-348080FC68A8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E8BE1F19-42CD-8B3E-6B80-C94DD91B1D53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3" name="Rectangle: Rounded Corners 4">
                <a:extLst>
                  <a:ext uri="{FF2B5EF4-FFF2-40B4-BE49-F238E27FC236}">
                    <a16:creationId xmlns:a16="http://schemas.microsoft.com/office/drawing/2014/main" id="{72BE1A87-9334-7E21-4CD6-B1C724815FA0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CF4690A-19E7-2547-150C-868474994FF6}"/>
              </a:ext>
            </a:extLst>
          </p:cNvPr>
          <p:cNvGrpSpPr/>
          <p:nvPr/>
        </p:nvGrpSpPr>
        <p:grpSpPr>
          <a:xfrm>
            <a:off x="5606457" y="2484442"/>
            <a:ext cx="4002126" cy="1143042"/>
            <a:chOff x="5206427" y="770677"/>
            <a:chExt cx="4516995" cy="117963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C413D57-A5ED-6852-E4BC-73FD34D32F62}"/>
                </a:ext>
              </a:extLst>
            </p:cNvPr>
            <p:cNvGrpSpPr/>
            <p:nvPr/>
          </p:nvGrpSpPr>
          <p:grpSpPr>
            <a:xfrm>
              <a:off x="6297520" y="770677"/>
              <a:ext cx="2334807" cy="484119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5496CAD2-36E4-8904-AB69-65214E001C4D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5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25" name="Rectangle: Rounded Corners 4">
                <a:extLst>
                  <a:ext uri="{FF2B5EF4-FFF2-40B4-BE49-F238E27FC236}">
                    <a16:creationId xmlns:a16="http://schemas.microsoft.com/office/drawing/2014/main" id="{4435FEC5-BC40-5BEE-1E97-FD42333485DD}"/>
                  </a:ext>
                </a:extLst>
              </p:cNvPr>
              <p:cNvSpPr txBox="1"/>
              <p:nvPr/>
            </p:nvSpPr>
            <p:spPr>
              <a:xfrm>
                <a:off x="1202695" y="1067248"/>
                <a:ext cx="2066722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5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</a:t>
                </a:r>
                <a:r>
                  <a:rPr lang="en-US" sz="2500" b="1" u="sng" kern="1200" dirty="0">
                    <a:solidFill>
                      <a:srgbClr val="FF0000"/>
                    </a:solidFill>
                  </a:rPr>
                  <a:t>node2</a:t>
                </a:r>
                <a:endParaRPr lang="en-PK" sz="25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46393B9-F312-D8F9-5E20-543CC5EF8D5D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9140FCB-00F7-A082-1CEF-29DDB3608AB2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20360481-620A-94EF-F5F5-4D042882E033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23" name="Rectangle: Rounded Corners 4">
                <a:extLst>
                  <a:ext uri="{FF2B5EF4-FFF2-40B4-BE49-F238E27FC236}">
                    <a16:creationId xmlns:a16="http://schemas.microsoft.com/office/drawing/2014/main" id="{AFB23187-EA2F-34F0-C197-D801531CB3C8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B5AA4D9-D5A2-68C8-F8D6-C37D0BD3677F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66AA6790-8AB8-67D8-BEFF-46BCE4C434C1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21" name="Rectangle: Rounded Corners 4">
                <a:extLst>
                  <a:ext uri="{FF2B5EF4-FFF2-40B4-BE49-F238E27FC236}">
                    <a16:creationId xmlns:a16="http://schemas.microsoft.com/office/drawing/2014/main" id="{391C5309-F692-72C5-D92A-C01D0C5A4A4F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4F5D0A9-D37E-DCFC-A0F5-D6099D477704}"/>
              </a:ext>
            </a:extLst>
          </p:cNvPr>
          <p:cNvGrpSpPr/>
          <p:nvPr/>
        </p:nvGrpSpPr>
        <p:grpSpPr>
          <a:xfrm>
            <a:off x="201521" y="4005568"/>
            <a:ext cx="4002126" cy="1143042"/>
            <a:chOff x="5206427" y="770677"/>
            <a:chExt cx="4516995" cy="117963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35599CE-F567-57C0-9120-5CEFD946F96B}"/>
                </a:ext>
              </a:extLst>
            </p:cNvPr>
            <p:cNvGrpSpPr/>
            <p:nvPr/>
          </p:nvGrpSpPr>
          <p:grpSpPr>
            <a:xfrm>
              <a:off x="6297520" y="770677"/>
              <a:ext cx="2334807" cy="484119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2D4DD287-7399-ED96-0079-F7B3934575D0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5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36" name="Rectangle: Rounded Corners 4">
                <a:extLst>
                  <a:ext uri="{FF2B5EF4-FFF2-40B4-BE49-F238E27FC236}">
                    <a16:creationId xmlns:a16="http://schemas.microsoft.com/office/drawing/2014/main" id="{D912B55B-BC99-F50A-2DB7-C5ECB861DC90}"/>
                  </a:ext>
                </a:extLst>
              </p:cNvPr>
              <p:cNvSpPr txBox="1"/>
              <p:nvPr/>
            </p:nvSpPr>
            <p:spPr>
              <a:xfrm>
                <a:off x="1202695" y="1067248"/>
                <a:ext cx="2066722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5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</a:t>
                </a:r>
                <a:r>
                  <a:rPr lang="en-US" sz="2500" b="1" u="sng" kern="1200" dirty="0">
                    <a:solidFill>
                      <a:srgbClr val="FF0000"/>
                    </a:solidFill>
                  </a:rPr>
                  <a:t>node3</a:t>
                </a:r>
                <a:endParaRPr lang="en-PK" sz="25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06CA8994-7BE3-ABBE-4C44-C545A8E149A0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D9A7332-3221-C22B-E069-532404DCCCBB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4B2AC9C1-FC4B-A130-33DE-F39D5233283B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34" name="Rectangle: Rounded Corners 4">
                <a:extLst>
                  <a:ext uri="{FF2B5EF4-FFF2-40B4-BE49-F238E27FC236}">
                    <a16:creationId xmlns:a16="http://schemas.microsoft.com/office/drawing/2014/main" id="{89578BAC-819B-FD4F-A061-27FCF9220A37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BF7887E-4024-75CF-20BE-8E371C41E63C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5E606208-D185-76A6-8EC1-C0039848E761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32" name="Rectangle: Rounded Corners 4">
                <a:extLst>
                  <a:ext uri="{FF2B5EF4-FFF2-40B4-BE49-F238E27FC236}">
                    <a16:creationId xmlns:a16="http://schemas.microsoft.com/office/drawing/2014/main" id="{1C06D809-DAC5-F561-F117-33B50FCAABD2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9F386C6-1BF0-4F3A-CF0C-55EBBB6531A8}"/>
              </a:ext>
            </a:extLst>
          </p:cNvPr>
          <p:cNvGrpSpPr/>
          <p:nvPr/>
        </p:nvGrpSpPr>
        <p:grpSpPr>
          <a:xfrm>
            <a:off x="240336" y="160309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C71F7991-9CA7-4569-28CA-9A8C4E41CE1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43" name="Rectangle: Rounded Corners 4">
              <a:extLst>
                <a:ext uri="{FF2B5EF4-FFF2-40B4-BE49-F238E27FC236}">
                  <a16:creationId xmlns:a16="http://schemas.microsoft.com/office/drawing/2014/main" id="{C6352751-C9CF-571A-67B6-B6988BE6E82E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0254247-88FB-153B-AF6B-F5FB3CB467D1}"/>
              </a:ext>
            </a:extLst>
          </p:cNvPr>
          <p:cNvGrpSpPr/>
          <p:nvPr/>
        </p:nvGrpSpPr>
        <p:grpSpPr>
          <a:xfrm>
            <a:off x="10143110" y="4132661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2325C135-7682-9781-7366-4AF75C23BF8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47" name="Rectangle: Rounded Corners 4">
              <a:extLst>
                <a:ext uri="{FF2B5EF4-FFF2-40B4-BE49-F238E27FC236}">
                  <a16:creationId xmlns:a16="http://schemas.microsoft.com/office/drawing/2014/main" id="{91BB95DD-96D1-EAB6-7042-159C431CF8EE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C9D174A-0501-B6AA-8EC6-A6DB628E803B}"/>
              </a:ext>
            </a:extLst>
          </p:cNvPr>
          <p:cNvGrpSpPr/>
          <p:nvPr/>
        </p:nvGrpSpPr>
        <p:grpSpPr>
          <a:xfrm>
            <a:off x="5894969" y="5004262"/>
            <a:ext cx="4002126" cy="1143042"/>
            <a:chOff x="5258117" y="770677"/>
            <a:chExt cx="4516995" cy="1179639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928067B5-B461-4B92-9BCC-2FE1387D2F3C}"/>
                </a:ext>
              </a:extLst>
            </p:cNvPr>
            <p:cNvGrpSpPr/>
            <p:nvPr/>
          </p:nvGrpSpPr>
          <p:grpSpPr>
            <a:xfrm>
              <a:off x="6297520" y="770677"/>
              <a:ext cx="2334807" cy="484119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1AF07D41-E3CB-2288-C743-1E42AE5CEC69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5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64" name="Rectangle: Rounded Corners 4">
                <a:extLst>
                  <a:ext uri="{FF2B5EF4-FFF2-40B4-BE49-F238E27FC236}">
                    <a16:creationId xmlns:a16="http://schemas.microsoft.com/office/drawing/2014/main" id="{40AAE6F3-FFFF-82E2-56EF-867509C50F6A}"/>
                  </a:ext>
                </a:extLst>
              </p:cNvPr>
              <p:cNvSpPr txBox="1"/>
              <p:nvPr/>
            </p:nvSpPr>
            <p:spPr>
              <a:xfrm>
                <a:off x="1202695" y="1067248"/>
                <a:ext cx="2066722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5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</a:t>
                </a:r>
                <a:r>
                  <a:rPr lang="en-US" sz="2500" b="1" u="sng" kern="1200" dirty="0">
                    <a:solidFill>
                      <a:srgbClr val="FF0000"/>
                    </a:solidFill>
                  </a:rPr>
                  <a:t>node4</a:t>
                </a:r>
                <a:endParaRPr lang="en-PK" sz="25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A28604D6-0561-ED70-37C4-C19149051446}"/>
                </a:ext>
              </a:extLst>
            </p:cNvPr>
            <p:cNvSpPr/>
            <p:nvPr/>
          </p:nvSpPr>
          <p:spPr>
            <a:xfrm>
              <a:off x="525811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7D674A7F-16CA-FD40-93B7-FBACB2B7ACA0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9FBB0B41-5EA9-6B37-F9A1-6693DC1D6B4A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62" name="Rectangle: Rounded Corners 4">
                <a:extLst>
                  <a:ext uri="{FF2B5EF4-FFF2-40B4-BE49-F238E27FC236}">
                    <a16:creationId xmlns:a16="http://schemas.microsoft.com/office/drawing/2014/main" id="{B7018CB4-CD9A-666F-C751-D24E48DA50FB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3D4280A5-C8C2-1BA4-0C7C-1057EC9B5851}"/>
                </a:ext>
              </a:extLst>
            </p:cNvPr>
            <p:cNvGrpSpPr/>
            <p:nvPr/>
          </p:nvGrpSpPr>
          <p:grpSpPr>
            <a:xfrm>
              <a:off x="7262399" y="1467460"/>
              <a:ext cx="1027533" cy="371558"/>
              <a:chOff x="1065865" y="892336"/>
              <a:chExt cx="1001792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A1B6A3B4-EDA5-E995-6C28-727604B097F5}"/>
                  </a:ext>
                </a:extLst>
              </p:cNvPr>
              <p:cNvSpPr/>
              <p:nvPr/>
            </p:nvSpPr>
            <p:spPr>
              <a:xfrm>
                <a:off x="1065865" y="892336"/>
                <a:ext cx="1001792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60" name="Rectangle: Rounded Corners 4">
                <a:extLst>
                  <a:ext uri="{FF2B5EF4-FFF2-40B4-BE49-F238E27FC236}">
                    <a16:creationId xmlns:a16="http://schemas.microsoft.com/office/drawing/2014/main" id="{717E8F84-7CEC-91A2-65A1-ABFAED1C2CDB}"/>
                  </a:ext>
                </a:extLst>
              </p:cNvPr>
              <p:cNvSpPr txBox="1"/>
              <p:nvPr/>
            </p:nvSpPr>
            <p:spPr>
              <a:xfrm>
                <a:off x="1120051" y="1108730"/>
                <a:ext cx="901000" cy="1051981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325D0B58-1349-0E94-28F2-0D532DD934F0}"/>
              </a:ext>
            </a:extLst>
          </p:cNvPr>
          <p:cNvGrpSpPr/>
          <p:nvPr/>
        </p:nvGrpSpPr>
        <p:grpSpPr>
          <a:xfrm rot="3113518">
            <a:off x="444762" y="1187131"/>
            <a:ext cx="889628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2D2FFFE1-4D75-74FC-855A-1FC8EB4654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Arrow: Right 121">
              <a:extLst>
                <a:ext uri="{FF2B5EF4-FFF2-40B4-BE49-F238E27FC236}">
                  <a16:creationId xmlns:a16="http://schemas.microsoft.com/office/drawing/2014/main" id="{B9E4C98B-8A8C-B8E5-5BFD-6D6ECFCE15A0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3C2375A-B87C-370C-5042-87D478539A46}"/>
              </a:ext>
            </a:extLst>
          </p:cNvPr>
          <p:cNvGrpSpPr/>
          <p:nvPr/>
        </p:nvGrpSpPr>
        <p:grpSpPr>
          <a:xfrm>
            <a:off x="4279051" y="2448423"/>
            <a:ext cx="2163871" cy="379910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58B7421-8E9A-C8E9-3A33-D5749BF961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Arrow: Right 124">
              <a:extLst>
                <a:ext uri="{FF2B5EF4-FFF2-40B4-BE49-F238E27FC236}">
                  <a16:creationId xmlns:a16="http://schemas.microsoft.com/office/drawing/2014/main" id="{0041FE23-CA85-60DD-A85F-15D3124A282F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13C5F060-04C6-7E20-995C-CB28A3D8DB7C}"/>
              </a:ext>
            </a:extLst>
          </p:cNvPr>
          <p:cNvGrpSpPr/>
          <p:nvPr/>
        </p:nvGrpSpPr>
        <p:grpSpPr>
          <a:xfrm rot="10477504">
            <a:off x="3314145" y="3766923"/>
            <a:ext cx="4547093" cy="414974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8DC99219-3B4F-9287-A0DB-9777BAE55C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Arrow: Right 127">
              <a:extLst>
                <a:ext uri="{FF2B5EF4-FFF2-40B4-BE49-F238E27FC236}">
                  <a16:creationId xmlns:a16="http://schemas.microsoft.com/office/drawing/2014/main" id="{CE3D2E8E-6CAD-1E57-A88D-D6D3A2581EC5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6013543D-21D8-F093-7A6C-D0EAF201C078}"/>
              </a:ext>
            </a:extLst>
          </p:cNvPr>
          <p:cNvGrpSpPr/>
          <p:nvPr/>
        </p:nvGrpSpPr>
        <p:grpSpPr>
          <a:xfrm rot="321705">
            <a:off x="4170786" y="4800700"/>
            <a:ext cx="2551876" cy="41157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4EFA753A-5A2E-0FC8-9EF5-3E248A1AB6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Arrow: Right 130">
              <a:extLst>
                <a:ext uri="{FF2B5EF4-FFF2-40B4-BE49-F238E27FC236}">
                  <a16:creationId xmlns:a16="http://schemas.microsoft.com/office/drawing/2014/main" id="{706F9F8E-FDB8-B774-54B4-A536E6ADA879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518C443C-B754-40EA-548A-B7827027763E}"/>
              </a:ext>
            </a:extLst>
          </p:cNvPr>
          <p:cNvGrpSpPr/>
          <p:nvPr/>
        </p:nvGrpSpPr>
        <p:grpSpPr>
          <a:xfrm rot="9544434">
            <a:off x="8933198" y="4768818"/>
            <a:ext cx="1230125" cy="432126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153ECBF9-F4C6-DEA0-7E89-A14C678227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Arrow: Right 133">
              <a:extLst>
                <a:ext uri="{FF2B5EF4-FFF2-40B4-BE49-F238E27FC236}">
                  <a16:creationId xmlns:a16="http://schemas.microsoft.com/office/drawing/2014/main" id="{65C41CB6-2602-FBE7-B400-15B2D891453B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DA68DC0B-04FD-6D46-35A8-75E2702C3081}"/>
              </a:ext>
            </a:extLst>
          </p:cNvPr>
          <p:cNvGrpSpPr/>
          <p:nvPr/>
        </p:nvGrpSpPr>
        <p:grpSpPr>
          <a:xfrm>
            <a:off x="2086079" y="1693551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91C4A4FD-230A-0D07-689B-29829733113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0" name="Rectangle: Rounded Corners 4">
              <a:extLst>
                <a:ext uri="{FF2B5EF4-FFF2-40B4-BE49-F238E27FC236}">
                  <a16:creationId xmlns:a16="http://schemas.microsoft.com/office/drawing/2014/main" id="{8121669A-7093-7958-EA88-A9DA0709096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0F374FA0-ABCE-BFE6-00C3-A9914AE3F027}"/>
              </a:ext>
            </a:extLst>
          </p:cNvPr>
          <p:cNvGrpSpPr/>
          <p:nvPr/>
        </p:nvGrpSpPr>
        <p:grpSpPr>
          <a:xfrm>
            <a:off x="8564475" y="5722714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42" name="Rectangle: Rounded Corners 141">
              <a:extLst>
                <a:ext uri="{FF2B5EF4-FFF2-40B4-BE49-F238E27FC236}">
                  <a16:creationId xmlns:a16="http://schemas.microsoft.com/office/drawing/2014/main" id="{A56376EC-979F-C779-AC33-DE8CE46A419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3" name="Rectangle: Rounded Corners 4">
              <a:extLst>
                <a:ext uri="{FF2B5EF4-FFF2-40B4-BE49-F238E27FC236}">
                  <a16:creationId xmlns:a16="http://schemas.microsoft.com/office/drawing/2014/main" id="{18E13AEE-9588-96C3-0161-66D9F7A5EF0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2AA36144-AD6E-30F7-DF52-30B2853D4CE5}"/>
              </a:ext>
            </a:extLst>
          </p:cNvPr>
          <p:cNvGrpSpPr/>
          <p:nvPr/>
        </p:nvGrpSpPr>
        <p:grpSpPr>
          <a:xfrm>
            <a:off x="491734" y="707028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45" name="Rectangle: Rounded Corners 144">
              <a:extLst>
                <a:ext uri="{FF2B5EF4-FFF2-40B4-BE49-F238E27FC236}">
                  <a16:creationId xmlns:a16="http://schemas.microsoft.com/office/drawing/2014/main" id="{383EFB6E-0F27-5CC1-AED8-AC401FB9942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6" name="Rectangle: Rounded Corners 4">
              <a:extLst>
                <a:ext uri="{FF2B5EF4-FFF2-40B4-BE49-F238E27FC236}">
                  <a16:creationId xmlns:a16="http://schemas.microsoft.com/office/drawing/2014/main" id="{EE7639A6-C62A-E333-1FAA-0713DCDF69C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DA222469-FDAB-492B-2FA2-13A9C45D455D}"/>
              </a:ext>
            </a:extLst>
          </p:cNvPr>
          <p:cNvGrpSpPr/>
          <p:nvPr/>
        </p:nvGrpSpPr>
        <p:grpSpPr>
          <a:xfrm>
            <a:off x="7370469" y="2332431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65549658-22C1-3ADB-7A43-80380CC8321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9" name="Rectangle: Rounded Corners 4">
              <a:extLst>
                <a:ext uri="{FF2B5EF4-FFF2-40B4-BE49-F238E27FC236}">
                  <a16:creationId xmlns:a16="http://schemas.microsoft.com/office/drawing/2014/main" id="{A2D8A20C-0F63-1F50-4989-579F1130D28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9F446E93-11D5-3001-1832-55F2C9BC6058}"/>
              </a:ext>
            </a:extLst>
          </p:cNvPr>
          <p:cNvGrpSpPr/>
          <p:nvPr/>
        </p:nvGrpSpPr>
        <p:grpSpPr>
          <a:xfrm>
            <a:off x="3008190" y="2487608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AB65CDEF-807B-56CE-AAB6-5C966C90C09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2" name="Rectangle: Rounded Corners 4">
              <a:extLst>
                <a:ext uri="{FF2B5EF4-FFF2-40B4-BE49-F238E27FC236}">
                  <a16:creationId xmlns:a16="http://schemas.microsoft.com/office/drawing/2014/main" id="{241E8389-7E8C-B829-87E9-09067C3297B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644F70F0-A5ED-1141-F4B1-D75FC1B2818C}"/>
              </a:ext>
            </a:extLst>
          </p:cNvPr>
          <p:cNvGrpSpPr/>
          <p:nvPr/>
        </p:nvGrpSpPr>
        <p:grpSpPr>
          <a:xfrm>
            <a:off x="1949492" y="3782868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A44E771F-35F6-9023-5D18-93AE1C4EB7A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5" name="Rectangle: Rounded Corners 4">
              <a:extLst>
                <a:ext uri="{FF2B5EF4-FFF2-40B4-BE49-F238E27FC236}">
                  <a16:creationId xmlns:a16="http://schemas.microsoft.com/office/drawing/2014/main" id="{90ACC255-8DD2-D578-3E35-4B51A3DA53E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0A5778C-DC62-8E82-B95E-F186AAD3224A}"/>
              </a:ext>
            </a:extLst>
          </p:cNvPr>
          <p:cNvGrpSpPr/>
          <p:nvPr/>
        </p:nvGrpSpPr>
        <p:grpSpPr>
          <a:xfrm>
            <a:off x="8271534" y="3202960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2CD6D250-9997-B6E4-E45D-717A727724E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8" name="Rectangle: Rounded Corners 4">
              <a:extLst>
                <a:ext uri="{FF2B5EF4-FFF2-40B4-BE49-F238E27FC236}">
                  <a16:creationId xmlns:a16="http://schemas.microsoft.com/office/drawing/2014/main" id="{5502CEBC-16A6-C5B6-DAEA-F4BC156CBD6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8B8A979-3436-EE4C-A01F-3BF76AA95846}"/>
              </a:ext>
            </a:extLst>
          </p:cNvPr>
          <p:cNvGrpSpPr/>
          <p:nvPr/>
        </p:nvGrpSpPr>
        <p:grpSpPr>
          <a:xfrm>
            <a:off x="7614512" y="4840152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0" name="Rectangle: Rounded Corners 159">
              <a:extLst>
                <a:ext uri="{FF2B5EF4-FFF2-40B4-BE49-F238E27FC236}">
                  <a16:creationId xmlns:a16="http://schemas.microsoft.com/office/drawing/2014/main" id="{DC9E379A-1962-E3B1-F414-F798B53D750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1" name="Rectangle: Rounded Corners 4">
              <a:extLst>
                <a:ext uri="{FF2B5EF4-FFF2-40B4-BE49-F238E27FC236}">
                  <a16:creationId xmlns:a16="http://schemas.microsoft.com/office/drawing/2014/main" id="{DBC8F121-23C9-02D7-65E2-20F5D6B6B7F6}"/>
                </a:ext>
              </a:extLst>
            </p:cNvPr>
            <p:cNvSpPr txBox="1"/>
            <p:nvPr/>
          </p:nvSpPr>
          <p:spPr>
            <a:xfrm>
              <a:off x="1202638" y="1108728"/>
              <a:ext cx="2022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0x700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2E77132-2358-DF1B-937A-1F1B73F4DB86}"/>
              </a:ext>
            </a:extLst>
          </p:cNvPr>
          <p:cNvGrpSpPr/>
          <p:nvPr/>
        </p:nvGrpSpPr>
        <p:grpSpPr>
          <a:xfrm>
            <a:off x="2856232" y="4707979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3" name="Rectangle: Rounded Corners 162">
              <a:extLst>
                <a:ext uri="{FF2B5EF4-FFF2-40B4-BE49-F238E27FC236}">
                  <a16:creationId xmlns:a16="http://schemas.microsoft.com/office/drawing/2014/main" id="{C6E956E6-6E21-358B-4C9B-349E417FC6A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4" name="Rectangle: Rounded Corners 4">
              <a:extLst>
                <a:ext uri="{FF2B5EF4-FFF2-40B4-BE49-F238E27FC236}">
                  <a16:creationId xmlns:a16="http://schemas.microsoft.com/office/drawing/2014/main" id="{6F04B3C3-1831-5060-C8CF-351E30D32AB9}"/>
                </a:ext>
              </a:extLst>
            </p:cNvPr>
            <p:cNvSpPr txBox="1"/>
            <p:nvPr/>
          </p:nvSpPr>
          <p:spPr>
            <a:xfrm>
              <a:off x="1202638" y="1108728"/>
              <a:ext cx="2022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0x700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7CDF6176-F8EE-BE06-654E-0B753B0EC9F3}"/>
              </a:ext>
            </a:extLst>
          </p:cNvPr>
          <p:cNvGrpSpPr/>
          <p:nvPr/>
        </p:nvGrpSpPr>
        <p:grpSpPr>
          <a:xfrm>
            <a:off x="10175778" y="4719853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6" name="Rectangle: Rounded Corners 165">
              <a:extLst>
                <a:ext uri="{FF2B5EF4-FFF2-40B4-BE49-F238E27FC236}">
                  <a16:creationId xmlns:a16="http://schemas.microsoft.com/office/drawing/2014/main" id="{11F6AEC6-9DBB-5155-6F62-F536600146D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7" name="Rectangle: Rounded Corners 4">
              <a:extLst>
                <a:ext uri="{FF2B5EF4-FFF2-40B4-BE49-F238E27FC236}">
                  <a16:creationId xmlns:a16="http://schemas.microsoft.com/office/drawing/2014/main" id="{F0D00DE2-B1F1-7282-5F40-115E8E17549E}"/>
                </a:ext>
              </a:extLst>
            </p:cNvPr>
            <p:cNvSpPr txBox="1"/>
            <p:nvPr/>
          </p:nvSpPr>
          <p:spPr>
            <a:xfrm>
              <a:off x="1202638" y="1108728"/>
              <a:ext cx="2022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0x700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5D145CE-EC76-9670-61C3-A967CECBD08A}"/>
              </a:ext>
            </a:extLst>
          </p:cNvPr>
          <p:cNvSpPr/>
          <p:nvPr/>
        </p:nvSpPr>
        <p:spPr>
          <a:xfrm>
            <a:off x="2577175" y="84314"/>
            <a:ext cx="750091" cy="4425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for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448E48-56A7-40E5-C3DA-FB44FEE1B9F4}"/>
              </a:ext>
            </a:extLst>
          </p:cNvPr>
          <p:cNvSpPr/>
          <p:nvPr/>
        </p:nvSpPr>
        <p:spPr>
          <a:xfrm>
            <a:off x="3396056" y="85989"/>
            <a:ext cx="409732" cy="4425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(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88143BC-C757-9606-02BE-E7CC008BCDEF}"/>
              </a:ext>
            </a:extLst>
          </p:cNvPr>
          <p:cNvSpPr/>
          <p:nvPr/>
        </p:nvSpPr>
        <p:spPr>
          <a:xfrm>
            <a:off x="3869484" y="99303"/>
            <a:ext cx="2300154" cy="4425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E06742">
                    <a:lumMod val="5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Node *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E06742">
                    <a:lumMod val="5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i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E06742">
                    <a:lumMod val="5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=Head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;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852CA8A-D057-6DB3-1A1F-05E5EBA976D6}"/>
              </a:ext>
            </a:extLst>
          </p:cNvPr>
          <p:cNvSpPr/>
          <p:nvPr/>
        </p:nvSpPr>
        <p:spPr>
          <a:xfrm>
            <a:off x="6231578" y="109318"/>
            <a:ext cx="1805731" cy="432614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0" dirty="0" err="1">
                <a:solidFill>
                  <a:srgbClr val="000000"/>
                </a:solidFill>
                <a:latin typeface="Franklin Gothic Book"/>
              </a:rPr>
              <a:t>i</a:t>
            </a:r>
            <a:r>
              <a:rPr lang="en-US" sz="2800" b="1" kern="0" dirty="0">
                <a:solidFill>
                  <a:srgbClr val="000000"/>
                </a:solidFill>
                <a:latin typeface="Franklin Gothic Book"/>
              </a:rPr>
              <a:t> != </a:t>
            </a:r>
            <a:r>
              <a:rPr lang="en-US" sz="2800" b="1" kern="0" dirty="0" err="1">
                <a:solidFill>
                  <a:srgbClr val="000000"/>
                </a:solidFill>
                <a:latin typeface="Franklin Gothic Book"/>
              </a:rPr>
              <a:t>nullptr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;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6D05A5D-6266-F8D7-BE9E-E06EA25A3154}"/>
              </a:ext>
            </a:extLst>
          </p:cNvPr>
          <p:cNvSpPr/>
          <p:nvPr/>
        </p:nvSpPr>
        <p:spPr>
          <a:xfrm>
            <a:off x="9964242" y="120102"/>
            <a:ext cx="409732" cy="442536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)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88DE10-E711-E004-B2B8-AF011EE29EF7}"/>
              </a:ext>
            </a:extLst>
          </p:cNvPr>
          <p:cNvSpPr/>
          <p:nvPr/>
        </p:nvSpPr>
        <p:spPr>
          <a:xfrm>
            <a:off x="8099249" y="111849"/>
            <a:ext cx="1805731" cy="442536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0" dirty="0" err="1">
                <a:solidFill>
                  <a:srgbClr val="E06742">
                    <a:lumMod val="50000"/>
                  </a:srgbClr>
                </a:solidFill>
                <a:latin typeface="Franklin Gothic Book"/>
              </a:rPr>
              <a:t>i</a:t>
            </a:r>
            <a:r>
              <a:rPr lang="en-US" sz="2800" b="1" kern="0" dirty="0">
                <a:solidFill>
                  <a:srgbClr val="E06742">
                    <a:lumMod val="50000"/>
                  </a:srgbClr>
                </a:solidFill>
                <a:latin typeface="Franklin Gothic Book"/>
              </a:rPr>
              <a:t>=</a:t>
            </a:r>
            <a:r>
              <a:rPr lang="en-US" sz="2800" b="1" kern="0" dirty="0" err="1">
                <a:solidFill>
                  <a:srgbClr val="E06742">
                    <a:lumMod val="50000"/>
                  </a:srgbClr>
                </a:solidFill>
                <a:latin typeface="Franklin Gothic Book"/>
              </a:rPr>
              <a:t>i</a:t>
            </a:r>
            <a:r>
              <a:rPr lang="en-US" sz="2800" b="1" kern="0" dirty="0">
                <a:solidFill>
                  <a:srgbClr val="E06742">
                    <a:lumMod val="50000"/>
                  </a:srgbClr>
                </a:solidFill>
                <a:latin typeface="Franklin Gothic Book"/>
              </a:rPr>
              <a:t>-&gt;next;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E06742">
                  <a:lumMod val="50000"/>
                </a:srgbClr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993743A-47C0-AC3D-9E47-B2981AB229B7}"/>
              </a:ext>
            </a:extLst>
          </p:cNvPr>
          <p:cNvSpPr/>
          <p:nvPr/>
        </p:nvSpPr>
        <p:spPr>
          <a:xfrm>
            <a:off x="5601481" y="619611"/>
            <a:ext cx="2445490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cin&gt;&gt;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i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-&gt;data;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8E2900D-E0F4-E674-4CDF-431EB7161339}"/>
              </a:ext>
            </a:extLst>
          </p:cNvPr>
          <p:cNvGrpSpPr/>
          <p:nvPr/>
        </p:nvGrpSpPr>
        <p:grpSpPr>
          <a:xfrm>
            <a:off x="1350097" y="2446711"/>
            <a:ext cx="73091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70D65764-3C18-CA78-58F5-4A91E8149D0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7" name="Rectangle: Rounded Corners 4">
              <a:extLst>
                <a:ext uri="{FF2B5EF4-FFF2-40B4-BE49-F238E27FC236}">
                  <a16:creationId xmlns:a16="http://schemas.microsoft.com/office/drawing/2014/main" id="{D580E260-C2DB-BF85-55E7-D8520F329B5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F57DAE2-5912-4070-A336-136B9B98A75B}"/>
              </a:ext>
            </a:extLst>
          </p:cNvPr>
          <p:cNvGrpSpPr/>
          <p:nvPr/>
        </p:nvGrpSpPr>
        <p:grpSpPr>
          <a:xfrm>
            <a:off x="6602061" y="3153094"/>
            <a:ext cx="73091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16484182-8DF1-A5FD-5866-FA4353A66C6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0" name="Rectangle: Rounded Corners 4">
              <a:extLst>
                <a:ext uri="{FF2B5EF4-FFF2-40B4-BE49-F238E27FC236}">
                  <a16:creationId xmlns:a16="http://schemas.microsoft.com/office/drawing/2014/main" id="{0BD786B4-2A3C-4F75-DF80-56821B15BAB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22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BF5D6F7-ABC8-4C27-EDDF-5B784E1CEB72}"/>
              </a:ext>
            </a:extLst>
          </p:cNvPr>
          <p:cNvGrpSpPr/>
          <p:nvPr/>
        </p:nvGrpSpPr>
        <p:grpSpPr>
          <a:xfrm>
            <a:off x="1202846" y="4682936"/>
            <a:ext cx="73091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9701E083-1CB9-AC57-82EB-277D87B2AE1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3" name="Rectangle: Rounded Corners 4">
              <a:extLst>
                <a:ext uri="{FF2B5EF4-FFF2-40B4-BE49-F238E27FC236}">
                  <a16:creationId xmlns:a16="http://schemas.microsoft.com/office/drawing/2014/main" id="{DABD7103-88FA-4ECF-B64C-D240F58590E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33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65E7BB4-5272-3B7A-A35D-D29D170CB140}"/>
              </a:ext>
            </a:extLst>
          </p:cNvPr>
          <p:cNvGrpSpPr/>
          <p:nvPr/>
        </p:nvGrpSpPr>
        <p:grpSpPr>
          <a:xfrm>
            <a:off x="6854473" y="5692138"/>
            <a:ext cx="73091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1EE0F276-57C6-39C4-25B1-A8FA02B3C40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6" name="Rectangle: Rounded Corners 4">
              <a:extLst>
                <a:ext uri="{FF2B5EF4-FFF2-40B4-BE49-F238E27FC236}">
                  <a16:creationId xmlns:a16="http://schemas.microsoft.com/office/drawing/2014/main" id="{8B0ED715-8919-0A8C-9A5D-C877F21FF29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44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AC54E20-5A66-4AE9-3C73-7653974AC431}"/>
              </a:ext>
            </a:extLst>
          </p:cNvPr>
          <p:cNvGrpSpPr/>
          <p:nvPr/>
        </p:nvGrpSpPr>
        <p:grpSpPr>
          <a:xfrm>
            <a:off x="9811620" y="1638566"/>
            <a:ext cx="2068675" cy="679719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04E3722A-26B7-E2DA-7AEB-8DA7CF9CBF6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indent="-342900">
                <a:buSzPct val="200000"/>
                <a:buBlip>
                  <a:blip r:embed="rId2"/>
                </a:buBlip>
              </a:pPr>
              <a:endParaRPr lang="en-PK" sz="400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79" name="Rectangle: Rounded Corners 4">
              <a:extLst>
                <a:ext uri="{FF2B5EF4-FFF2-40B4-BE49-F238E27FC236}">
                  <a16:creationId xmlns:a16="http://schemas.microsoft.com/office/drawing/2014/main" id="{6EA3DC43-D945-1602-F6B6-2B2DC37BF2EC}"/>
                </a:ext>
              </a:extLst>
            </p:cNvPr>
            <p:cNvSpPr txBox="1"/>
            <p:nvPr/>
          </p:nvSpPr>
          <p:spPr>
            <a:xfrm>
              <a:off x="1202695" y="1067248"/>
              <a:ext cx="2066722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</a:pPr>
              <a:r>
                <a:rPr lang="en-US" sz="4000" b="1" u="sng" dirty="0">
                  <a:solidFill>
                    <a:srgbClr val="FF0000"/>
                  </a:solidFill>
                </a:rPr>
                <a:t>  </a:t>
              </a:r>
              <a:r>
                <a:rPr lang="en-US" sz="4000" b="1" u="sng" kern="1200" dirty="0" err="1">
                  <a:solidFill>
                    <a:srgbClr val="FF0000"/>
                  </a:solidFill>
                </a:rPr>
                <a:t>i</a:t>
              </a:r>
              <a:endParaRPr lang="en-PK" sz="4000" b="1" kern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AF58F38-D86E-39F3-A856-F645D0CD60D2}"/>
              </a:ext>
            </a:extLst>
          </p:cNvPr>
          <p:cNvGrpSpPr/>
          <p:nvPr/>
        </p:nvGrpSpPr>
        <p:grpSpPr>
          <a:xfrm>
            <a:off x="10492033" y="1892581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EAFCD2C4-F40A-BE5B-4125-879BA3AC565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2" name="Rectangle: Rounded Corners 4">
              <a:extLst>
                <a:ext uri="{FF2B5EF4-FFF2-40B4-BE49-F238E27FC236}">
                  <a16:creationId xmlns:a16="http://schemas.microsoft.com/office/drawing/2014/main" id="{4983C79A-983E-507B-A235-696943A4F8B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C25C86EF-6C19-B9A2-1B27-92C27CEDA9F3}"/>
              </a:ext>
            </a:extLst>
          </p:cNvPr>
          <p:cNvGrpSpPr/>
          <p:nvPr/>
        </p:nvGrpSpPr>
        <p:grpSpPr>
          <a:xfrm>
            <a:off x="10504352" y="1895081"/>
            <a:ext cx="1238005" cy="318035"/>
            <a:chOff x="1150469" y="892336"/>
            <a:chExt cx="2154281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663CD57B-C948-D354-2A44-F4F1F88BC8C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5" name="Rectangle: Rounded Corners 4">
              <a:extLst>
                <a:ext uri="{FF2B5EF4-FFF2-40B4-BE49-F238E27FC236}">
                  <a16:creationId xmlns:a16="http://schemas.microsoft.com/office/drawing/2014/main" id="{E6A94522-5D7E-5D7A-A503-89C236510641}"/>
                </a:ext>
              </a:extLst>
            </p:cNvPr>
            <p:cNvSpPr txBox="1"/>
            <p:nvPr/>
          </p:nvSpPr>
          <p:spPr>
            <a:xfrm>
              <a:off x="1150469" y="1044268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DB8CDE9-A1E8-CB6C-B88E-092B9DC0C441}"/>
              </a:ext>
            </a:extLst>
          </p:cNvPr>
          <p:cNvGrpSpPr/>
          <p:nvPr/>
        </p:nvGrpSpPr>
        <p:grpSpPr>
          <a:xfrm>
            <a:off x="10492620" y="1899209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8E9F34A8-E2F2-FEB9-13B1-32A640861CF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8" name="Rectangle: Rounded Corners 4">
              <a:extLst>
                <a:ext uri="{FF2B5EF4-FFF2-40B4-BE49-F238E27FC236}">
                  <a16:creationId xmlns:a16="http://schemas.microsoft.com/office/drawing/2014/main" id="{812A13FE-F5DC-AEA9-5F26-267398A8533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45CFFC4-8C85-28FD-D7EB-51BC76DBAD1A}"/>
              </a:ext>
            </a:extLst>
          </p:cNvPr>
          <p:cNvGrpSpPr/>
          <p:nvPr/>
        </p:nvGrpSpPr>
        <p:grpSpPr>
          <a:xfrm>
            <a:off x="10510082" y="1874457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C067BC30-7636-563C-582E-B599B7EAB1D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1" name="Rectangle: Rounded Corners 4">
              <a:extLst>
                <a:ext uri="{FF2B5EF4-FFF2-40B4-BE49-F238E27FC236}">
                  <a16:creationId xmlns:a16="http://schemas.microsoft.com/office/drawing/2014/main" id="{F573AC42-E469-F053-EAF8-985A9DBFD3B5}"/>
                </a:ext>
              </a:extLst>
            </p:cNvPr>
            <p:cNvSpPr txBox="1"/>
            <p:nvPr/>
          </p:nvSpPr>
          <p:spPr>
            <a:xfrm>
              <a:off x="1202638" y="1108728"/>
              <a:ext cx="2022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0x700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0D39745-A1E0-D7A0-757E-1C8EA241CB64}"/>
              </a:ext>
            </a:extLst>
          </p:cNvPr>
          <p:cNvGrpSpPr/>
          <p:nvPr/>
        </p:nvGrpSpPr>
        <p:grpSpPr>
          <a:xfrm>
            <a:off x="10501614" y="1856781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3A66478B-2C0F-35A3-C826-1F774202EF1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4" name="Rectangle: Rounded Corners 4">
              <a:extLst>
                <a:ext uri="{FF2B5EF4-FFF2-40B4-BE49-F238E27FC236}">
                  <a16:creationId xmlns:a16="http://schemas.microsoft.com/office/drawing/2014/main" id="{018729BF-1EA3-7FE4-61B8-99D1974938A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95" name="Rectangle 94">
            <a:extLst>
              <a:ext uri="{FF2B5EF4-FFF2-40B4-BE49-F238E27FC236}">
                <a16:creationId xmlns:a16="http://schemas.microsoft.com/office/drawing/2014/main" id="{35D4121C-EFDE-F3DA-1CD5-CACD06B633A1}"/>
              </a:ext>
            </a:extLst>
          </p:cNvPr>
          <p:cNvSpPr/>
          <p:nvPr/>
        </p:nvSpPr>
        <p:spPr>
          <a:xfrm>
            <a:off x="2577175" y="1010186"/>
            <a:ext cx="750091" cy="4425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for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F3AEE41-5BB1-6B36-A91A-6BA692CED705}"/>
              </a:ext>
            </a:extLst>
          </p:cNvPr>
          <p:cNvSpPr/>
          <p:nvPr/>
        </p:nvSpPr>
        <p:spPr>
          <a:xfrm>
            <a:off x="3396056" y="1011861"/>
            <a:ext cx="223002" cy="4425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(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F03795A-FA80-5063-783A-6F805528A38D}"/>
              </a:ext>
            </a:extLst>
          </p:cNvPr>
          <p:cNvSpPr/>
          <p:nvPr/>
        </p:nvSpPr>
        <p:spPr>
          <a:xfrm>
            <a:off x="3680998" y="1025508"/>
            <a:ext cx="2300154" cy="4425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E06742">
                    <a:lumMod val="5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Node *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E06742">
                    <a:lumMod val="5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i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E06742">
                    <a:lumMod val="5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=Head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;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CC4CD5B-3CCF-F2AA-E0DC-F692A6E0CA13}"/>
              </a:ext>
            </a:extLst>
          </p:cNvPr>
          <p:cNvSpPr/>
          <p:nvPr/>
        </p:nvSpPr>
        <p:spPr>
          <a:xfrm>
            <a:off x="6042278" y="1017063"/>
            <a:ext cx="2188695" cy="432614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 err="1">
                <a:solidFill>
                  <a:srgbClr val="000000"/>
                </a:solidFill>
                <a:latin typeface="Franklin Gothic Book"/>
              </a:rPr>
              <a:t>i</a:t>
            </a:r>
            <a:r>
              <a:rPr lang="en-US" sz="2500" b="1" kern="0" dirty="0">
                <a:solidFill>
                  <a:srgbClr val="000000"/>
                </a:solidFill>
                <a:latin typeface="Franklin Gothic Book"/>
              </a:rPr>
              <a:t> != Tail-&gt;next</a:t>
            </a: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</a:rPr>
              <a:t>;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0FE01F3-E271-D8AC-5F05-832F90389729}"/>
              </a:ext>
            </a:extLst>
          </p:cNvPr>
          <p:cNvSpPr/>
          <p:nvPr/>
        </p:nvSpPr>
        <p:spPr>
          <a:xfrm>
            <a:off x="9964242" y="1045974"/>
            <a:ext cx="409732" cy="442536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) 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EAB1785-3118-839A-34B2-F651E1A95677}"/>
              </a:ext>
            </a:extLst>
          </p:cNvPr>
          <p:cNvSpPr/>
          <p:nvPr/>
        </p:nvSpPr>
        <p:spPr>
          <a:xfrm>
            <a:off x="8289368" y="1037721"/>
            <a:ext cx="1614567" cy="442536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0" dirty="0" err="1">
                <a:solidFill>
                  <a:srgbClr val="E06742">
                    <a:lumMod val="50000"/>
                  </a:srgbClr>
                </a:solidFill>
                <a:latin typeface="Franklin Gothic Book"/>
              </a:rPr>
              <a:t>i</a:t>
            </a:r>
            <a:r>
              <a:rPr lang="en-US" sz="2800" b="1" kern="0" dirty="0">
                <a:solidFill>
                  <a:srgbClr val="E06742">
                    <a:lumMod val="50000"/>
                  </a:srgbClr>
                </a:solidFill>
                <a:latin typeface="Franklin Gothic Book"/>
              </a:rPr>
              <a:t>=</a:t>
            </a:r>
            <a:r>
              <a:rPr lang="en-US" sz="2800" b="1" kern="0" dirty="0" err="1">
                <a:solidFill>
                  <a:srgbClr val="E06742">
                    <a:lumMod val="50000"/>
                  </a:srgbClr>
                </a:solidFill>
                <a:latin typeface="Franklin Gothic Book"/>
              </a:rPr>
              <a:t>i</a:t>
            </a:r>
            <a:r>
              <a:rPr lang="en-US" sz="2800" b="1" kern="0" dirty="0">
                <a:solidFill>
                  <a:srgbClr val="E06742">
                    <a:lumMod val="50000"/>
                  </a:srgbClr>
                </a:solidFill>
                <a:latin typeface="Franklin Gothic Book"/>
              </a:rPr>
              <a:t>-&gt;next;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E06742">
                  <a:lumMod val="50000"/>
                </a:srgbClr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8424419-171E-5CAA-1A20-C73AAB3D5370}"/>
              </a:ext>
            </a:extLst>
          </p:cNvPr>
          <p:cNvSpPr/>
          <p:nvPr/>
        </p:nvSpPr>
        <p:spPr>
          <a:xfrm>
            <a:off x="240336" y="5772705"/>
            <a:ext cx="971678" cy="4425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0" dirty="0">
                <a:solidFill>
                  <a:srgbClr val="000000"/>
                </a:solidFill>
                <a:latin typeface="Franklin Gothic Book"/>
              </a:rPr>
              <a:t>while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2FF20BC-F8B4-438A-7702-5621B0583E3C}"/>
              </a:ext>
            </a:extLst>
          </p:cNvPr>
          <p:cNvSpPr/>
          <p:nvPr/>
        </p:nvSpPr>
        <p:spPr>
          <a:xfrm>
            <a:off x="1270523" y="5785929"/>
            <a:ext cx="409732" cy="4425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(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111C882-2B5E-1E68-658A-EB769614D69A}"/>
              </a:ext>
            </a:extLst>
          </p:cNvPr>
          <p:cNvSpPr/>
          <p:nvPr/>
        </p:nvSpPr>
        <p:spPr>
          <a:xfrm>
            <a:off x="1740960" y="5809362"/>
            <a:ext cx="2361074" cy="432614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0000"/>
                </a:solidFill>
                <a:latin typeface="Franklin Gothic Book"/>
              </a:rPr>
              <a:t>temp != </a:t>
            </a:r>
            <a:r>
              <a:rPr lang="en-US" sz="2500" b="1" kern="0" dirty="0" err="1">
                <a:solidFill>
                  <a:srgbClr val="000000"/>
                </a:solidFill>
                <a:latin typeface="Franklin Gothic Book"/>
              </a:rPr>
              <a:t>nullptr</a:t>
            </a: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</a:rPr>
              <a:t>;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455D071-BA51-F310-1E80-A4FA13190E0B}"/>
              </a:ext>
            </a:extLst>
          </p:cNvPr>
          <p:cNvSpPr/>
          <p:nvPr/>
        </p:nvSpPr>
        <p:spPr>
          <a:xfrm>
            <a:off x="4165886" y="5788999"/>
            <a:ext cx="409732" cy="442536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) 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EB89869D-8F0B-9498-1BCD-C106C333A18A}"/>
              </a:ext>
            </a:extLst>
          </p:cNvPr>
          <p:cNvSpPr/>
          <p:nvPr/>
        </p:nvSpPr>
        <p:spPr>
          <a:xfrm>
            <a:off x="128319" y="5372508"/>
            <a:ext cx="2875529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Node *temp=Head;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D6BDE739-9F5D-3305-6230-3C45DD665CAE}"/>
              </a:ext>
            </a:extLst>
          </p:cNvPr>
          <p:cNvSpPr/>
          <p:nvPr/>
        </p:nvSpPr>
        <p:spPr>
          <a:xfrm>
            <a:off x="622895" y="6298771"/>
            <a:ext cx="2790262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cout&lt;&lt;temp-&gt;data;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B4B3DBC2-D079-91E1-A1B5-A61B28AF2C98}"/>
              </a:ext>
            </a:extLst>
          </p:cNvPr>
          <p:cNvSpPr/>
          <p:nvPr/>
        </p:nvSpPr>
        <p:spPr>
          <a:xfrm>
            <a:off x="3461282" y="6297383"/>
            <a:ext cx="2790262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temp =temp-&gt;next;</a:t>
            </a:r>
          </a:p>
        </p:txBody>
      </p:sp>
    </p:spTree>
    <p:extLst>
      <p:ext uri="{BB962C8B-B14F-4D97-AF65-F5344CB8AC3E}">
        <p14:creationId xmlns:p14="http://schemas.microsoft.com/office/powerpoint/2010/main" val="308899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500"/>
                            </p:stCondLst>
                            <p:childTnLst>
                              <p:par>
                                <p:cTn id="20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1000"/>
                            </p:stCondLst>
                            <p:childTnLst>
                              <p:par>
                                <p:cTn id="20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6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2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500"/>
                            </p:stCondLst>
                            <p:childTnLst>
                              <p:par>
                                <p:cTn id="24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1000"/>
                            </p:stCondLst>
                            <p:childTnLst>
                              <p:par>
                                <p:cTn id="24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"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500"/>
                            </p:stCondLst>
                            <p:childTnLst>
                              <p:par>
                                <p:cTn id="25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1000"/>
                            </p:stCondLst>
                            <p:childTnLst>
                              <p:par>
                                <p:cTn id="26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0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71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2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3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74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5" fill="hold">
                      <p:stCondLst>
                        <p:cond delay="0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7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0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1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28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7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8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9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4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5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6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7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298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9" fill="hold">
                      <p:stCondLst>
                        <p:cond delay="0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2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03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4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5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306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7" fill="hold">
                      <p:stCondLst>
                        <p:cond delay="0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0" dur="25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1" dur="25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2" dur="25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25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8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9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0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6" dur="250" autoRev="1" fill="remove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27" dur="250" autoRev="1" fill="remove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8" dur="250" autoRev="1" fill="remove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9" dur="250" autoRev="1" fill="remove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330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1" fill="hold">
                      <p:stCondLst>
                        <p:cond delay="0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4" dur="250" autoRev="1" fill="remove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35" dur="250" autoRev="1" fill="remove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6" dur="250" autoRev="1" fill="remove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7" dur="250" autoRev="1" fill="remove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2" dur="250" autoRev="1" fill="remove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43" dur="250" autoRev="1" fill="remove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4" dur="250" autoRev="1" fill="remove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5" dur="250" autoRev="1" fill="remove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  <p:seq concurrent="1" nextAc="seek">
              <p:cTn id="346" restart="whenNotActive" fill="hold" evtFilter="cancelBubble" nodeType="interactiveSeq">
                <p:stCondLst>
                  <p:cond evt="onClick" delay="0">
                    <p:tgtEl>
                      <p:spTgt spid="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7" fill="hold">
                      <p:stCondLst>
                        <p:cond delay="0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250" autoRev="1" fill="remove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51" dur="250" autoRev="1" fill="remove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2" dur="250" autoRev="1" fill="remove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3" dur="250" autoRev="1" fill="remove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"/>
                  </p:tgtEl>
                </p:cond>
              </p:nextCondLst>
            </p:seq>
            <p:seq concurrent="1" nextAc="seek">
              <p:cTn id="354" restart="whenNotActive" fill="hold" evtFilter="cancelBubble" nodeType="interactiveSeq">
                <p:stCondLst>
                  <p:cond evt="onClick" delay="0">
                    <p:tgtEl>
                      <p:spTgt spid="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5" fill="hold">
                      <p:stCondLst>
                        <p:cond delay="0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8" dur="250" autoRev="1" fill="remove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59" dur="250" autoRev="1" fill="remove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0" dur="250" autoRev="1" fill="remove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1" dur="250" autoRev="1" fill="remove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6" dur="250" autoRev="1" fill="remove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67" dur="250" autoRev="1" fill="remove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8" dur="250" autoRev="1" fill="remove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9" dur="250" autoRev="1" fill="remove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  <p:seq concurrent="1" nextAc="seek">
              <p:cTn id="370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4" dur="250" autoRev="1" fill="remove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5" dur="250" autoRev="1" fill="remove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6" dur="250" autoRev="1" fill="remove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7" dur="250" autoRev="1" fill="remove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seq concurrent="1" nextAc="seek">
              <p:cTn id="378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9" fill="hold">
                      <p:stCondLst>
                        <p:cond delay="0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2" dur="250" autoRev="1" fill="remove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83" dur="250" autoRev="1" fill="remove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4" dur="250" autoRev="1" fill="remove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5" dur="250" autoRev="1" fill="remove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1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0" dur="250" autoRev="1" fill="remove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91" dur="250" autoRev="1" fill="remove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2" dur="250" autoRev="1" fill="remove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3" dur="250" autoRev="1" fill="remove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"/>
                  </p:tgtEl>
                </p:cond>
              </p:nextCondLst>
            </p:seq>
            <p:seq concurrent="1" nextAc="seek">
              <p:cTn id="394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5" fill="hold">
                      <p:stCondLst>
                        <p:cond delay="0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8" dur="250" autoRev="1" fill="remov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99" dur="250" autoRev="1" fill="remov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0" dur="250" autoRev="1" fill="remov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1" dur="250" autoRev="1" fill="remov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>
                      <p:stCondLst>
                        <p:cond delay="0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6" dur="250" autoRev="1" fill="remove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07" dur="250" autoRev="1" fill="remove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8" dur="250" autoRev="1" fill="remove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9" dur="250" autoRev="1" fill="remove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4" dur="250" autoRev="1" fill="remove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15" dur="250" autoRev="1" fill="remove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6" dur="250" autoRev="1" fill="remove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7" dur="250" autoRev="1" fill="remove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18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9" fill="hold">
                      <p:stCondLst>
                        <p:cond delay="0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2" dur="250" autoRev="1" fill="remov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23" dur="250" autoRev="1" fill="remov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4" dur="250" autoRev="1" fill="remov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5" dur="250" autoRev="1" fill="remov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4" grpId="0" animBg="1"/>
      <p:bldP spid="44" grpId="1" animBg="1"/>
      <p:bldP spid="95" grpId="0" animBg="1"/>
      <p:bldP spid="95" grpId="1" animBg="1"/>
      <p:bldP spid="96" grpId="0" animBg="1"/>
      <p:bldP spid="96" grpId="1" animBg="1"/>
      <p:bldP spid="97" grpId="0" animBg="1"/>
      <p:bldP spid="97" grpId="1" animBg="1"/>
      <p:bldP spid="98" grpId="0" animBg="1"/>
      <p:bldP spid="98" grpId="1" animBg="1"/>
      <p:bldP spid="99" grpId="0" animBg="1"/>
      <p:bldP spid="99" grpId="1" animBg="1"/>
      <p:bldP spid="100" grpId="0" animBg="1"/>
      <p:bldP spid="100" grpId="1" animBg="1"/>
      <p:bldP spid="101" grpId="0" animBg="1"/>
      <p:bldP spid="101" grpId="1" animBg="1"/>
      <p:bldP spid="102" grpId="0" animBg="1"/>
      <p:bldP spid="102" grpId="1" animBg="1"/>
      <p:bldP spid="103" grpId="0" animBg="1"/>
      <p:bldP spid="103" grpId="1" animBg="1"/>
      <p:bldP spid="104" grpId="0" animBg="1"/>
      <p:bldP spid="104" grpId="1" animBg="1"/>
      <p:bldP spid="105" grpId="0" animBg="1"/>
      <p:bldP spid="105" grpId="1" animBg="1"/>
      <p:bldP spid="106" grpId="0" animBg="1"/>
      <p:bldP spid="106" grpId="1" animBg="1"/>
      <p:bldP spid="107" grpId="0" animBg="1"/>
      <p:bldP spid="10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B06FC86-90B7-790B-CC72-BBCEAB0F88C3}"/>
              </a:ext>
            </a:extLst>
          </p:cNvPr>
          <p:cNvSpPr txBox="1"/>
          <p:nvPr/>
        </p:nvSpPr>
        <p:spPr>
          <a:xfrm>
            <a:off x="198327" y="56138"/>
            <a:ext cx="737141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2000" b="1" dirty="0"/>
              <a:t>class LinkedList{</a:t>
            </a:r>
          </a:p>
          <a:p>
            <a:r>
              <a:rPr lang="en-PK" sz="2000" b="1" dirty="0"/>
              <a:t>private:</a:t>
            </a:r>
          </a:p>
          <a:p>
            <a:r>
              <a:rPr lang="en-PK" sz="2000" b="1" dirty="0"/>
              <a:t>    Node *head</a:t>
            </a:r>
            <a:r>
              <a:rPr lang="en-US" sz="2000" b="1" dirty="0"/>
              <a:t>, *tail</a:t>
            </a:r>
            <a:r>
              <a:rPr lang="en-PK" sz="2000" b="1" dirty="0"/>
              <a:t>;</a:t>
            </a:r>
          </a:p>
          <a:p>
            <a:r>
              <a:rPr lang="en-PK" sz="2000" b="1" dirty="0"/>
              <a:t>    int </a:t>
            </a:r>
            <a:r>
              <a:rPr lang="en-PK" sz="2000" b="1" dirty="0" err="1"/>
              <a:t>val</a:t>
            </a:r>
            <a:r>
              <a:rPr lang="en-PK" sz="2000" b="1" dirty="0"/>
              <a:t>, </a:t>
            </a:r>
            <a:r>
              <a:rPr lang="en-PK" sz="2000" b="1" dirty="0" err="1"/>
              <a:t>afterVal</a:t>
            </a:r>
            <a:r>
              <a:rPr lang="en-PK" sz="2000" b="1" dirty="0"/>
              <a:t>;</a:t>
            </a:r>
          </a:p>
          <a:p>
            <a:r>
              <a:rPr lang="en-PK" sz="2000" b="1" dirty="0"/>
              <a:t>public:</a:t>
            </a:r>
          </a:p>
          <a:p>
            <a:r>
              <a:rPr lang="en-PK" sz="2000" b="1" dirty="0"/>
              <a:t>    LinkedList() : head(nullptr), tail(nullptr), val(0), afterVal(0) {</a:t>
            </a:r>
            <a:r>
              <a:rPr lang="en-US" sz="2000" b="1" dirty="0"/>
              <a:t> </a:t>
            </a:r>
            <a:r>
              <a:rPr lang="en-PK" sz="2000" b="1" dirty="0"/>
              <a:t>}</a:t>
            </a:r>
            <a:r>
              <a:rPr lang="en-US" sz="2000" b="1" dirty="0"/>
              <a:t>    </a:t>
            </a:r>
            <a:endParaRPr lang="en-PK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D86E42-AAB4-1D39-3666-92EB6DF2D4A7}"/>
              </a:ext>
            </a:extLst>
          </p:cNvPr>
          <p:cNvSpPr txBox="1"/>
          <p:nvPr/>
        </p:nvSpPr>
        <p:spPr>
          <a:xfrm>
            <a:off x="318249" y="1957175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/>
            </a:lvl1pPr>
          </a:lstStyle>
          <a:p>
            <a:r>
              <a:rPr lang="en-PK" sz="2000" b="1" dirty="0"/>
              <a:t> void </a:t>
            </a:r>
            <a:r>
              <a:rPr lang="en-PK" sz="2000" b="1" dirty="0" err="1"/>
              <a:t>insertionAtBeginning</a:t>
            </a:r>
            <a:r>
              <a:rPr lang="en-PK" sz="2000" b="1" dirty="0"/>
              <a:t>(</a:t>
            </a:r>
            <a:r>
              <a:rPr lang="en-US" sz="2000" b="1" dirty="0"/>
              <a:t> </a:t>
            </a:r>
            <a:r>
              <a:rPr lang="en-PK" sz="2000" b="1" dirty="0"/>
              <a:t>)</a:t>
            </a:r>
            <a:r>
              <a:rPr lang="en-US" sz="2000" b="1" dirty="0"/>
              <a:t>;</a:t>
            </a:r>
            <a:endParaRPr lang="en-PK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5B7BDE-477F-E08D-75F6-95AB07CCFF98}"/>
              </a:ext>
            </a:extLst>
          </p:cNvPr>
          <p:cNvSpPr txBox="1"/>
          <p:nvPr/>
        </p:nvSpPr>
        <p:spPr>
          <a:xfrm>
            <a:off x="393200" y="2302907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void </a:t>
            </a:r>
            <a:r>
              <a:rPr lang="en-US" sz="2000" b="1" dirty="0" err="1"/>
              <a:t>insertionAtEnd</a:t>
            </a:r>
            <a:r>
              <a:rPr lang="en-US" sz="2000" b="1" dirty="0"/>
              <a:t>( );</a:t>
            </a:r>
            <a:endParaRPr lang="en-PK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5A1874-474D-3FEB-A109-B50E31C9CBE3}"/>
              </a:ext>
            </a:extLst>
          </p:cNvPr>
          <p:cNvSpPr txBox="1"/>
          <p:nvPr/>
        </p:nvSpPr>
        <p:spPr>
          <a:xfrm>
            <a:off x="393200" y="2749265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void </a:t>
            </a:r>
            <a:r>
              <a:rPr lang="en-US" sz="2000" b="1" dirty="0" err="1"/>
              <a:t>insertionAfterValue</a:t>
            </a:r>
            <a:r>
              <a:rPr lang="en-US" sz="2000" b="1" dirty="0"/>
              <a:t>( );</a:t>
            </a:r>
            <a:endParaRPr lang="en-PK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7F397F-80BC-8EC3-9E2A-DBDEED77FDC6}"/>
              </a:ext>
            </a:extLst>
          </p:cNvPr>
          <p:cNvSpPr txBox="1"/>
          <p:nvPr/>
        </p:nvSpPr>
        <p:spPr>
          <a:xfrm>
            <a:off x="395700" y="3096535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void </a:t>
            </a:r>
            <a:r>
              <a:rPr lang="en-US" sz="2000" b="1" dirty="0" err="1"/>
              <a:t>deleteByValue</a:t>
            </a:r>
            <a:r>
              <a:rPr lang="en-US" sz="2000" b="1" dirty="0"/>
              <a:t>();</a:t>
            </a:r>
            <a:endParaRPr lang="en-PK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D7DBC1-56DB-8942-C7B4-020C19F85DC0}"/>
              </a:ext>
            </a:extLst>
          </p:cNvPr>
          <p:cNvSpPr txBox="1"/>
          <p:nvPr/>
        </p:nvSpPr>
        <p:spPr>
          <a:xfrm>
            <a:off x="398200" y="3518755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2000" b="1" dirty="0"/>
              <a:t>bool </a:t>
            </a:r>
            <a:r>
              <a:rPr lang="en-PK" sz="2000" b="1" dirty="0" err="1"/>
              <a:t>searchByValue</a:t>
            </a:r>
            <a:r>
              <a:rPr lang="en-PK" sz="2000" b="1" dirty="0"/>
              <a:t>(</a:t>
            </a:r>
            <a:r>
              <a:rPr lang="en-US" sz="2000" b="1" dirty="0"/>
              <a:t> </a:t>
            </a:r>
            <a:r>
              <a:rPr lang="en-PK" sz="2000" b="1" dirty="0"/>
              <a:t>)</a:t>
            </a:r>
            <a:r>
              <a:rPr lang="en-US" sz="2000" b="1" dirty="0"/>
              <a:t>; </a:t>
            </a:r>
            <a:endParaRPr lang="en-PK" sz="2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531900-4A8E-B5E7-831B-6BD6B65015CC}"/>
              </a:ext>
            </a:extLst>
          </p:cNvPr>
          <p:cNvSpPr txBox="1"/>
          <p:nvPr/>
        </p:nvSpPr>
        <p:spPr>
          <a:xfrm>
            <a:off x="413440" y="3899755"/>
            <a:ext cx="60935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2000" b="1" dirty="0"/>
              <a:t>int </a:t>
            </a:r>
            <a:r>
              <a:rPr lang="en-PK" sz="2000" b="1" dirty="0" err="1"/>
              <a:t>countNodes</a:t>
            </a:r>
            <a:r>
              <a:rPr lang="en-PK" sz="2000" b="1" dirty="0"/>
              <a:t>(</a:t>
            </a:r>
            <a:r>
              <a:rPr lang="en-US" sz="2000" b="1" dirty="0"/>
              <a:t> </a:t>
            </a:r>
            <a:r>
              <a:rPr lang="en-PK" sz="2000" b="1" dirty="0"/>
              <a:t>)</a:t>
            </a:r>
            <a:r>
              <a:rPr lang="en-US" sz="2000" b="1" dirty="0"/>
              <a:t>;</a:t>
            </a:r>
          </a:p>
          <a:p>
            <a:r>
              <a:rPr lang="en-PK" sz="2000" b="1" dirty="0"/>
              <a:t>void </a:t>
            </a:r>
            <a:r>
              <a:rPr lang="en-PK" sz="2000" b="1" dirty="0" err="1"/>
              <a:t>reverseList</a:t>
            </a:r>
            <a:r>
              <a:rPr lang="en-PK" sz="2000" b="1" dirty="0"/>
              <a:t>(</a:t>
            </a:r>
            <a:r>
              <a:rPr lang="en-US" sz="2000" b="1" dirty="0"/>
              <a:t> </a:t>
            </a:r>
            <a:r>
              <a:rPr lang="en-PK" sz="2000" b="1" dirty="0"/>
              <a:t>)</a:t>
            </a:r>
            <a:r>
              <a:rPr lang="en-US" sz="2000" b="1" dirty="0"/>
              <a:t>;</a:t>
            </a:r>
          </a:p>
          <a:p>
            <a:r>
              <a:rPr lang="en-PK" sz="2000" b="1" dirty="0"/>
              <a:t>void </a:t>
            </a:r>
            <a:r>
              <a:rPr lang="en-PK" sz="2000" b="1" dirty="0" err="1"/>
              <a:t>displayReverseUsingStack</a:t>
            </a:r>
            <a:r>
              <a:rPr lang="en-PK" sz="2000" b="1" dirty="0"/>
              <a:t>(</a:t>
            </a:r>
            <a:r>
              <a:rPr lang="en-US" sz="2000" b="1" dirty="0"/>
              <a:t> </a:t>
            </a:r>
            <a:r>
              <a:rPr lang="en-PK" sz="2000" b="1" dirty="0"/>
              <a:t>)</a:t>
            </a:r>
            <a:r>
              <a:rPr lang="en-US" sz="2000" b="1" dirty="0"/>
              <a:t>;</a:t>
            </a:r>
          </a:p>
          <a:p>
            <a:r>
              <a:rPr lang="en-PK" sz="2000" b="1" dirty="0"/>
              <a:t>void display(</a:t>
            </a:r>
            <a:r>
              <a:rPr lang="en-US" sz="2000" b="1" dirty="0"/>
              <a:t> </a:t>
            </a:r>
            <a:r>
              <a:rPr lang="en-PK" sz="2000" b="1" dirty="0"/>
              <a:t>)</a:t>
            </a:r>
            <a:r>
              <a:rPr lang="en-US" sz="2000" b="1" dirty="0"/>
              <a:t>;</a:t>
            </a:r>
          </a:p>
          <a:p>
            <a:r>
              <a:rPr lang="en-PK" sz="2000" b="1" dirty="0"/>
              <a:t>bool </a:t>
            </a:r>
            <a:r>
              <a:rPr lang="en-PK" sz="2000" b="1" dirty="0" err="1"/>
              <a:t>isListEmpty</a:t>
            </a:r>
            <a:r>
              <a:rPr lang="en-PK" sz="2000" b="1" dirty="0"/>
              <a:t>(</a:t>
            </a:r>
            <a:r>
              <a:rPr lang="en-US" sz="2000" b="1" dirty="0"/>
              <a:t> </a:t>
            </a:r>
            <a:r>
              <a:rPr lang="en-PK" sz="2000" b="1" dirty="0"/>
              <a:t>)</a:t>
            </a:r>
            <a:r>
              <a:rPr lang="en-US" sz="2000" b="1" dirty="0"/>
              <a:t>;</a:t>
            </a:r>
          </a:p>
          <a:p>
            <a:r>
              <a:rPr lang="en-PK" sz="2000" b="1" dirty="0"/>
              <a:t>void </a:t>
            </a:r>
            <a:r>
              <a:rPr lang="en-PK" sz="2000" b="1" dirty="0" err="1"/>
              <a:t>convertToCircular</a:t>
            </a:r>
            <a:r>
              <a:rPr lang="en-PK" sz="2000" b="1" dirty="0"/>
              <a:t>(</a:t>
            </a:r>
            <a:r>
              <a:rPr lang="en-US" sz="2000" b="1" dirty="0"/>
              <a:t> </a:t>
            </a:r>
            <a:r>
              <a:rPr lang="en-PK" sz="2000" b="1" dirty="0"/>
              <a:t>)</a:t>
            </a:r>
            <a:r>
              <a:rPr lang="en-US" sz="2000" b="1" dirty="0"/>
              <a:t>;</a:t>
            </a:r>
          </a:p>
          <a:p>
            <a:r>
              <a:rPr lang="en-PK" sz="2000" b="1" dirty="0"/>
              <a:t>void </a:t>
            </a:r>
            <a:r>
              <a:rPr lang="en-PK" sz="2000" b="1" dirty="0" err="1"/>
              <a:t>traverseCircular</a:t>
            </a:r>
            <a:r>
              <a:rPr lang="en-PK" sz="2000" b="1" dirty="0"/>
              <a:t>(</a:t>
            </a:r>
            <a:r>
              <a:rPr lang="en-US" sz="2000" b="1" dirty="0"/>
              <a:t> </a:t>
            </a:r>
            <a:r>
              <a:rPr lang="en-PK" sz="2000" b="1" dirty="0"/>
              <a:t>)</a:t>
            </a:r>
            <a:r>
              <a:rPr lang="en-US" sz="2000" b="1" dirty="0"/>
              <a:t>;</a:t>
            </a:r>
          </a:p>
          <a:p>
            <a:r>
              <a:rPr lang="en-PK" sz="2000" b="1" dirty="0"/>
              <a:t>~LinkedList(</a:t>
            </a:r>
            <a:r>
              <a:rPr lang="en-US" sz="2000" b="1" dirty="0"/>
              <a:t> </a:t>
            </a:r>
            <a:r>
              <a:rPr lang="en-PK" sz="2000" b="1" dirty="0"/>
              <a:t>)</a:t>
            </a:r>
            <a:r>
              <a:rPr lang="en-US" sz="2000" b="1" dirty="0"/>
              <a:t>;   } ;</a:t>
            </a:r>
            <a:endParaRPr lang="en-PK" sz="20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9FAE11-AC70-FB68-BC04-094CF99243CD}"/>
              </a:ext>
            </a:extLst>
          </p:cNvPr>
          <p:cNvSpPr txBox="1"/>
          <p:nvPr/>
        </p:nvSpPr>
        <p:spPr>
          <a:xfrm>
            <a:off x="445670" y="6399363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void </a:t>
            </a:r>
            <a:r>
              <a:rPr lang="en-US" sz="2000" b="1" dirty="0" err="1"/>
              <a:t>displayMenu</a:t>
            </a:r>
            <a:r>
              <a:rPr lang="en-US" sz="2000" b="1" dirty="0"/>
              <a:t>( ); </a:t>
            </a:r>
            <a:endParaRPr lang="en-PK" sz="2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9D745B-162B-279B-A4AD-219CA3A3D695}"/>
              </a:ext>
            </a:extLst>
          </p:cNvPr>
          <p:cNvSpPr txBox="1"/>
          <p:nvPr/>
        </p:nvSpPr>
        <p:spPr>
          <a:xfrm>
            <a:off x="7623528" y="676331"/>
            <a:ext cx="451088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class Node{</a:t>
            </a:r>
          </a:p>
          <a:p>
            <a:r>
              <a:rPr lang="en-US" sz="2000" b="1" dirty="0"/>
              <a:t>public:    </a:t>
            </a:r>
          </a:p>
          <a:p>
            <a:r>
              <a:rPr lang="en-US" sz="2000" b="1" dirty="0"/>
              <a:t>              int data;    </a:t>
            </a:r>
          </a:p>
          <a:p>
            <a:r>
              <a:rPr lang="en-US" sz="2000" b="1" dirty="0"/>
              <a:t>              Node* next;    </a:t>
            </a:r>
          </a:p>
          <a:p>
            <a:r>
              <a:rPr lang="en-US" sz="2000" b="1" dirty="0"/>
              <a:t>Node(int </a:t>
            </a:r>
            <a:r>
              <a:rPr lang="en-US" sz="2000" b="1" dirty="0" err="1"/>
              <a:t>val</a:t>
            </a:r>
            <a:r>
              <a:rPr lang="en-US" sz="2000" b="1" dirty="0"/>
              <a:t>=0): data(</a:t>
            </a:r>
            <a:r>
              <a:rPr lang="en-US" sz="2000" b="1" dirty="0" err="1"/>
              <a:t>val</a:t>
            </a:r>
            <a:r>
              <a:rPr lang="en-US" sz="2000" b="1" dirty="0"/>
              <a:t>), next(</a:t>
            </a:r>
            <a:r>
              <a:rPr lang="en-US" sz="2000" b="1" dirty="0" err="1"/>
              <a:t>nullptr</a:t>
            </a:r>
            <a:r>
              <a:rPr lang="en-US" sz="2000" b="1" dirty="0"/>
              <a:t>) </a:t>
            </a:r>
          </a:p>
          <a:p>
            <a:r>
              <a:rPr lang="en-US" sz="2000" b="1" dirty="0"/>
              <a:t>{   }</a:t>
            </a:r>
          </a:p>
          <a:p>
            <a:r>
              <a:rPr lang="en-US" sz="2000" b="1" dirty="0"/>
              <a:t>};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AEF253-4C39-4DD5-E82E-C7AB46EA4DA0}"/>
              </a:ext>
            </a:extLst>
          </p:cNvPr>
          <p:cNvSpPr txBox="1"/>
          <p:nvPr/>
        </p:nvSpPr>
        <p:spPr>
          <a:xfrm>
            <a:off x="7476128" y="3691847"/>
            <a:ext cx="451088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int main(){</a:t>
            </a:r>
          </a:p>
          <a:p>
            <a:r>
              <a:rPr lang="en-US" sz="2000" b="1" dirty="0"/>
              <a:t> LinkedList list1;</a:t>
            </a:r>
          </a:p>
          <a:p>
            <a:r>
              <a:rPr lang="en-US" sz="2000" b="1" dirty="0"/>
              <a:t>……………………….</a:t>
            </a:r>
          </a:p>
          <a:p>
            <a:r>
              <a:rPr lang="en-US" sz="2000" b="1" dirty="0"/>
              <a:t>……………………….</a:t>
            </a:r>
          </a:p>
          <a:p>
            <a:r>
              <a:rPr lang="en-US" sz="2000" b="1" dirty="0"/>
              <a:t>……………………….</a:t>
            </a:r>
          </a:p>
          <a:p>
            <a:r>
              <a:rPr lang="en-US" sz="2000" b="1" dirty="0"/>
              <a:t>}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904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2" grpId="0"/>
      <p:bldP spid="13" grpId="0"/>
      <p:bldP spid="14" grpId="0"/>
      <p:bldP spid="17" grpId="0"/>
      <p:bldP spid="18" grpId="0"/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D99FFC-1717-D906-509A-CC46AD5E792D}"/>
              </a:ext>
            </a:extLst>
          </p:cNvPr>
          <p:cNvSpPr txBox="1"/>
          <p:nvPr/>
        </p:nvSpPr>
        <p:spPr>
          <a:xfrm>
            <a:off x="0" y="2809651"/>
            <a:ext cx="530548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int main(){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LinkedList list1;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………………..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}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void </a:t>
            </a:r>
            <a:r>
              <a:rPr lang="en-US" sz="2000" b="1" dirty="0" err="1">
                <a:solidFill>
                  <a:srgbClr val="002060"/>
                </a:solidFill>
              </a:rPr>
              <a:t>insertionAtBeginning</a:t>
            </a:r>
            <a:r>
              <a:rPr lang="en-US" sz="2000" b="1" dirty="0">
                <a:solidFill>
                  <a:srgbClr val="002060"/>
                </a:solidFill>
              </a:rPr>
              <a:t>() {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</a:t>
            </a:r>
            <a:r>
              <a:rPr lang="en-US" sz="2000" b="1" dirty="0" err="1">
                <a:solidFill>
                  <a:srgbClr val="002060"/>
                </a:solidFill>
              </a:rPr>
              <a:t>cout</a:t>
            </a:r>
            <a:r>
              <a:rPr lang="en-US" sz="2000" b="1" dirty="0">
                <a:solidFill>
                  <a:srgbClr val="002060"/>
                </a:solidFill>
              </a:rPr>
              <a:t> &lt;&lt; "\n Enter value for the node = ";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</a:t>
            </a:r>
            <a:r>
              <a:rPr lang="en-US" sz="2000" b="1" dirty="0" err="1">
                <a:solidFill>
                  <a:srgbClr val="002060"/>
                </a:solidFill>
              </a:rPr>
              <a:t>cin</a:t>
            </a:r>
            <a:r>
              <a:rPr lang="en-US" sz="2000" b="1" dirty="0">
                <a:solidFill>
                  <a:srgbClr val="002060"/>
                </a:solidFill>
              </a:rPr>
              <a:t> &gt;&gt; </a:t>
            </a:r>
            <a:r>
              <a:rPr lang="en-US" sz="2000" b="1" dirty="0" err="1">
                <a:solidFill>
                  <a:srgbClr val="002060"/>
                </a:solidFill>
              </a:rPr>
              <a:t>val</a:t>
            </a:r>
            <a:r>
              <a:rPr lang="en-US" sz="2000" b="1" dirty="0">
                <a:solidFill>
                  <a:srgbClr val="002060"/>
                </a:solidFill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</a:t>
            </a:r>
            <a:r>
              <a:rPr lang="en-US" sz="2000" b="1" dirty="0"/>
              <a:t>Node* </a:t>
            </a:r>
            <a:r>
              <a:rPr lang="en-US" sz="2000" b="1" dirty="0" err="1"/>
              <a:t>newNode</a:t>
            </a:r>
            <a:r>
              <a:rPr lang="en-US" sz="2000" b="1" dirty="0"/>
              <a:t> = new Node(</a:t>
            </a:r>
            <a:r>
              <a:rPr lang="en-US" sz="2000" b="1" dirty="0" err="1"/>
              <a:t>val</a:t>
            </a:r>
            <a:r>
              <a:rPr lang="en-US" sz="2000" b="1" dirty="0"/>
              <a:t>);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-&gt;next = head;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head =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if (tail == </a:t>
            </a:r>
            <a:r>
              <a:rPr lang="en-US" sz="2000" b="1" dirty="0" err="1">
                <a:solidFill>
                  <a:srgbClr val="002060"/>
                </a:solidFill>
              </a:rPr>
              <a:t>nullptr</a:t>
            </a:r>
            <a:r>
              <a:rPr lang="en-US" sz="2000" b="1" dirty="0">
                <a:solidFill>
                  <a:srgbClr val="002060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tail =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;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    }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815B7A2-25C5-CFB3-013B-CC00107179D9}"/>
              </a:ext>
            </a:extLst>
          </p:cNvPr>
          <p:cNvGrpSpPr/>
          <p:nvPr/>
        </p:nvGrpSpPr>
        <p:grpSpPr>
          <a:xfrm>
            <a:off x="6056529" y="160309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1A34EBB-1466-0020-7461-3681ABAFF82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FCCB721E-9352-9EA3-89A8-F3F4B897A4DB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347CC99-3A21-C58D-25A1-6C4B41D25DC1}"/>
              </a:ext>
            </a:extLst>
          </p:cNvPr>
          <p:cNvGrpSpPr/>
          <p:nvPr/>
        </p:nvGrpSpPr>
        <p:grpSpPr>
          <a:xfrm>
            <a:off x="6307927" y="707028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74FA552-CCA8-3D26-54A4-094338DDB0E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4579575C-88B6-A34C-22D0-C636695B3C3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419F522-362C-3290-F23F-A36A3F59A3F2}"/>
              </a:ext>
            </a:extLst>
          </p:cNvPr>
          <p:cNvGrpSpPr/>
          <p:nvPr/>
        </p:nvGrpSpPr>
        <p:grpSpPr>
          <a:xfrm>
            <a:off x="7270113" y="1422408"/>
            <a:ext cx="4002126" cy="1143042"/>
            <a:chOff x="5206427" y="770677"/>
            <a:chExt cx="4516995" cy="117963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FFE309F-E083-261C-8178-05907158F045}"/>
                </a:ext>
              </a:extLst>
            </p:cNvPr>
            <p:cNvGrpSpPr/>
            <p:nvPr/>
          </p:nvGrpSpPr>
          <p:grpSpPr>
            <a:xfrm>
              <a:off x="6297519" y="770677"/>
              <a:ext cx="2676866" cy="484119"/>
              <a:chOff x="1159466" y="892336"/>
              <a:chExt cx="2459575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1A45F00C-8630-4B71-8690-96E3E634A14C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5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21" name="Rectangle: Rounded Corners 4">
                <a:extLst>
                  <a:ext uri="{FF2B5EF4-FFF2-40B4-BE49-F238E27FC236}">
                    <a16:creationId xmlns:a16="http://schemas.microsoft.com/office/drawing/2014/main" id="{56898BB0-0572-CCA4-432E-DD8473A53619}"/>
                  </a:ext>
                </a:extLst>
              </p:cNvPr>
              <p:cNvSpPr txBox="1"/>
              <p:nvPr/>
            </p:nvSpPr>
            <p:spPr>
              <a:xfrm>
                <a:off x="1202695" y="1067247"/>
                <a:ext cx="2416346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5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</a:t>
                </a:r>
                <a:r>
                  <a:rPr lang="en-US" sz="25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5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832FAD9-2027-B436-BB30-98206E72CC77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4BE06DC-F430-5C4E-02BE-92ED5D90E0BD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ADA6B740-5294-EBE6-421C-173C9FE0197F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9" name="Rectangle: Rounded Corners 4">
                <a:extLst>
                  <a:ext uri="{FF2B5EF4-FFF2-40B4-BE49-F238E27FC236}">
                    <a16:creationId xmlns:a16="http://schemas.microsoft.com/office/drawing/2014/main" id="{3FEE6FD4-CBD0-565C-9544-2005719A089F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8FFF800-39F9-5D66-3998-2BB6C1E7D2BD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0B9848B8-E239-C18B-5B3A-EF7D311F7021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7" name="Rectangle: Rounded Corners 4">
                <a:extLst>
                  <a:ext uri="{FF2B5EF4-FFF2-40B4-BE49-F238E27FC236}">
                    <a16:creationId xmlns:a16="http://schemas.microsoft.com/office/drawing/2014/main" id="{591E20D7-C185-81AA-5BFB-AF229B869D98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7BD3488-B289-9BF9-2FFB-FE9CE49BED7E}"/>
              </a:ext>
            </a:extLst>
          </p:cNvPr>
          <p:cNvGrpSpPr/>
          <p:nvPr/>
        </p:nvGrpSpPr>
        <p:grpSpPr>
          <a:xfrm>
            <a:off x="6951909" y="1779539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563EB7F-09F7-A0ED-63CF-59ABE327984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4" name="Rectangle: Rounded Corners 4">
              <a:extLst>
                <a:ext uri="{FF2B5EF4-FFF2-40B4-BE49-F238E27FC236}">
                  <a16:creationId xmlns:a16="http://schemas.microsoft.com/office/drawing/2014/main" id="{572BD2B3-E87E-780D-5801-368D62349F0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7EE2F80-6811-65EB-C65A-10870DDB4F3C}"/>
              </a:ext>
            </a:extLst>
          </p:cNvPr>
          <p:cNvGrpSpPr/>
          <p:nvPr/>
        </p:nvGrpSpPr>
        <p:grpSpPr>
          <a:xfrm>
            <a:off x="9062418" y="1338923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98CAEBCF-1869-7DB0-5AE5-84CE45EEB11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Rectangle: Rounded Corners 4">
              <a:extLst>
                <a:ext uri="{FF2B5EF4-FFF2-40B4-BE49-F238E27FC236}">
                  <a16:creationId xmlns:a16="http://schemas.microsoft.com/office/drawing/2014/main" id="{45AD6AA6-DE75-5A3B-1B5A-6BB15BA9CB5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3FA2C48-7235-360A-4D74-E5AB232C0A9F}"/>
              </a:ext>
            </a:extLst>
          </p:cNvPr>
          <p:cNvGrpSpPr/>
          <p:nvPr/>
        </p:nvGrpSpPr>
        <p:grpSpPr>
          <a:xfrm>
            <a:off x="9979265" y="2118571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80490ECE-C0EB-8225-8453-1DF37C94398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0" name="Rectangle: Rounded Corners 4">
              <a:extLst>
                <a:ext uri="{FF2B5EF4-FFF2-40B4-BE49-F238E27FC236}">
                  <a16:creationId xmlns:a16="http://schemas.microsoft.com/office/drawing/2014/main" id="{50A99D17-BC98-1DF3-E90A-0736B9E5671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5724012-EA82-70C3-70FF-EEA9A3D50ABE}"/>
              </a:ext>
            </a:extLst>
          </p:cNvPr>
          <p:cNvGrpSpPr/>
          <p:nvPr/>
        </p:nvGrpSpPr>
        <p:grpSpPr>
          <a:xfrm>
            <a:off x="8299190" y="2084547"/>
            <a:ext cx="73091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36516D9-C2B7-A20E-86BB-DA5DDB08CD1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3" name="Rectangle: Rounded Corners 4">
              <a:extLst>
                <a:ext uri="{FF2B5EF4-FFF2-40B4-BE49-F238E27FC236}">
                  <a16:creationId xmlns:a16="http://schemas.microsoft.com/office/drawing/2014/main" id="{7FE3DB52-5266-23D4-AAF6-6C86F8301A4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29D1B3B-271E-AC40-D8B0-B62B33BC22C5}"/>
              </a:ext>
            </a:extLst>
          </p:cNvPr>
          <p:cNvGrpSpPr/>
          <p:nvPr/>
        </p:nvGrpSpPr>
        <p:grpSpPr>
          <a:xfrm>
            <a:off x="6336148" y="715317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3068E16-4A96-01E1-42FD-0D9AACDC020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6" name="Rectangle: Rounded Corners 4">
              <a:extLst>
                <a:ext uri="{FF2B5EF4-FFF2-40B4-BE49-F238E27FC236}">
                  <a16:creationId xmlns:a16="http://schemas.microsoft.com/office/drawing/2014/main" id="{CB244CAA-B4F0-4FA0-3027-3A44BF7318C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7C336C9-7B9D-8E43-A480-551EB1E2C90E}"/>
              </a:ext>
            </a:extLst>
          </p:cNvPr>
          <p:cNvGrpSpPr/>
          <p:nvPr/>
        </p:nvGrpSpPr>
        <p:grpSpPr>
          <a:xfrm>
            <a:off x="5958344" y="5311776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207E9975-85DB-9769-6AC0-B5F8DF779D2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39" name="Rectangle: Rounded Corners 4">
              <a:extLst>
                <a:ext uri="{FF2B5EF4-FFF2-40B4-BE49-F238E27FC236}">
                  <a16:creationId xmlns:a16="http://schemas.microsoft.com/office/drawing/2014/main" id="{E0955031-F03D-3833-1758-F50CE09295BC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DC2FFA9-EB72-E541-AC4F-C3DAFF31EE01}"/>
              </a:ext>
            </a:extLst>
          </p:cNvPr>
          <p:cNvGrpSpPr/>
          <p:nvPr/>
        </p:nvGrpSpPr>
        <p:grpSpPr>
          <a:xfrm>
            <a:off x="5992162" y="5906375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C0BDF06B-933E-F4AE-064E-4F617F8ACF7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2" name="Rectangle: Rounded Corners 4">
              <a:extLst>
                <a:ext uri="{FF2B5EF4-FFF2-40B4-BE49-F238E27FC236}">
                  <a16:creationId xmlns:a16="http://schemas.microsoft.com/office/drawing/2014/main" id="{76FA3CC7-C9E5-07C6-BEF6-11C17E9663A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9101722E-DF18-CEA6-74C0-215424AF0269}"/>
              </a:ext>
            </a:extLst>
          </p:cNvPr>
          <p:cNvSpPr txBox="1"/>
          <p:nvPr/>
        </p:nvSpPr>
        <p:spPr>
          <a:xfrm>
            <a:off x="32452" y="-15525"/>
            <a:ext cx="62583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1800" b="1" dirty="0">
                <a:solidFill>
                  <a:srgbClr val="7030A0"/>
                </a:solidFill>
              </a:rPr>
              <a:t>class LinkedList{</a:t>
            </a:r>
          </a:p>
          <a:p>
            <a:r>
              <a:rPr lang="en-PK" sz="1800" b="1" dirty="0">
                <a:solidFill>
                  <a:srgbClr val="7030A0"/>
                </a:solidFill>
              </a:rPr>
              <a:t>private:    Node *head</a:t>
            </a:r>
            <a:r>
              <a:rPr lang="en-US" b="1" dirty="0">
                <a:solidFill>
                  <a:srgbClr val="7030A0"/>
                </a:solidFill>
              </a:rPr>
              <a:t>, *tail;</a:t>
            </a:r>
            <a:r>
              <a:rPr lang="en-PK" sz="1800" b="1" dirty="0">
                <a:solidFill>
                  <a:srgbClr val="7030A0"/>
                </a:solidFill>
              </a:rPr>
              <a:t> </a:t>
            </a:r>
            <a:endParaRPr lang="en-US" sz="1800" b="1" dirty="0">
              <a:solidFill>
                <a:srgbClr val="7030A0"/>
              </a:solidFill>
            </a:endParaRPr>
          </a:p>
          <a:p>
            <a:r>
              <a:rPr lang="en-US" b="1" dirty="0">
                <a:solidFill>
                  <a:srgbClr val="7030A0"/>
                </a:solidFill>
              </a:rPr>
              <a:t>                  </a:t>
            </a:r>
            <a:r>
              <a:rPr lang="en-PK" sz="1800" b="1" dirty="0">
                <a:solidFill>
                  <a:srgbClr val="7030A0"/>
                </a:solidFill>
              </a:rPr>
              <a:t>   int </a:t>
            </a:r>
            <a:r>
              <a:rPr lang="en-PK" sz="1800" b="1" dirty="0" err="1">
                <a:solidFill>
                  <a:srgbClr val="7030A0"/>
                </a:solidFill>
              </a:rPr>
              <a:t>val</a:t>
            </a:r>
            <a:r>
              <a:rPr lang="en-PK" sz="1800" b="1" dirty="0">
                <a:solidFill>
                  <a:srgbClr val="7030A0"/>
                </a:solidFill>
              </a:rPr>
              <a:t>, </a:t>
            </a:r>
            <a:r>
              <a:rPr lang="en-US" sz="1800" b="1" dirty="0">
                <a:solidFill>
                  <a:srgbClr val="7030A0"/>
                </a:solidFill>
              </a:rPr>
              <a:t> </a:t>
            </a:r>
            <a:r>
              <a:rPr lang="en-PK" sz="1800" b="1" dirty="0" err="1">
                <a:solidFill>
                  <a:srgbClr val="7030A0"/>
                </a:solidFill>
              </a:rPr>
              <a:t>afterVal</a:t>
            </a:r>
            <a:r>
              <a:rPr lang="en-PK" sz="1800" b="1" dirty="0">
                <a:solidFill>
                  <a:srgbClr val="7030A0"/>
                </a:solidFill>
              </a:rPr>
              <a:t>;</a:t>
            </a:r>
          </a:p>
          <a:p>
            <a:r>
              <a:rPr lang="en-PK" sz="1800" b="1" dirty="0">
                <a:solidFill>
                  <a:srgbClr val="7030A0"/>
                </a:solidFill>
              </a:rPr>
              <a:t>public:</a:t>
            </a:r>
          </a:p>
          <a:p>
            <a:r>
              <a:rPr lang="en-PK" sz="1800" b="1" dirty="0">
                <a:solidFill>
                  <a:srgbClr val="7030A0"/>
                </a:solidFill>
              </a:rPr>
              <a:t>LinkedList() : head(</a:t>
            </a:r>
            <a:r>
              <a:rPr lang="en-PK" sz="1800" b="1" dirty="0" err="1">
                <a:solidFill>
                  <a:srgbClr val="7030A0"/>
                </a:solidFill>
              </a:rPr>
              <a:t>nullptr</a:t>
            </a:r>
            <a:r>
              <a:rPr lang="en-PK" sz="1800" b="1" dirty="0">
                <a:solidFill>
                  <a:srgbClr val="7030A0"/>
                </a:solidFill>
              </a:rPr>
              <a:t>), tail(</a:t>
            </a:r>
            <a:r>
              <a:rPr lang="en-PK" sz="1800" b="1" dirty="0" err="1">
                <a:solidFill>
                  <a:srgbClr val="7030A0"/>
                </a:solidFill>
              </a:rPr>
              <a:t>nullptr</a:t>
            </a:r>
            <a:r>
              <a:rPr lang="en-PK" sz="1800" b="1" dirty="0">
                <a:solidFill>
                  <a:srgbClr val="7030A0"/>
                </a:solidFill>
              </a:rPr>
              <a:t>), </a:t>
            </a:r>
            <a:r>
              <a:rPr lang="en-PK" sz="1800" b="1" dirty="0" err="1">
                <a:solidFill>
                  <a:srgbClr val="7030A0"/>
                </a:solidFill>
              </a:rPr>
              <a:t>val</a:t>
            </a:r>
            <a:r>
              <a:rPr lang="en-PK" sz="1800" b="1" dirty="0">
                <a:solidFill>
                  <a:srgbClr val="7030A0"/>
                </a:solidFill>
              </a:rPr>
              <a:t>(0), </a:t>
            </a:r>
            <a:r>
              <a:rPr lang="en-PK" sz="1800" b="1" dirty="0" err="1">
                <a:solidFill>
                  <a:srgbClr val="7030A0"/>
                </a:solidFill>
              </a:rPr>
              <a:t>afterVal</a:t>
            </a:r>
            <a:r>
              <a:rPr lang="en-PK" sz="1800" b="1" dirty="0">
                <a:solidFill>
                  <a:srgbClr val="7030A0"/>
                </a:solidFill>
              </a:rPr>
              <a:t>(0)</a:t>
            </a:r>
            <a:endParaRPr lang="en-US" sz="1800" b="1" dirty="0">
              <a:solidFill>
                <a:srgbClr val="7030A0"/>
              </a:solidFill>
            </a:endParaRPr>
          </a:p>
          <a:p>
            <a:r>
              <a:rPr lang="en-PK" sz="1800" b="1" dirty="0">
                <a:solidFill>
                  <a:srgbClr val="7030A0"/>
                </a:solidFill>
              </a:rPr>
              <a:t>{</a:t>
            </a:r>
            <a:r>
              <a:rPr lang="en-US" sz="1800" b="1" dirty="0">
                <a:solidFill>
                  <a:srgbClr val="7030A0"/>
                </a:solidFill>
              </a:rPr>
              <a:t>  </a:t>
            </a:r>
            <a:r>
              <a:rPr lang="en-PK" sz="1800" b="1" dirty="0">
                <a:solidFill>
                  <a:srgbClr val="7030A0"/>
                </a:solidFill>
              </a:rPr>
              <a:t>}</a:t>
            </a:r>
            <a:r>
              <a:rPr lang="en-US" sz="1800" b="1" dirty="0">
                <a:solidFill>
                  <a:srgbClr val="7030A0"/>
                </a:solidFill>
              </a:rPr>
              <a:t>   } ;    </a:t>
            </a:r>
            <a:endParaRPr lang="en-PK" sz="1800" b="1" dirty="0">
              <a:solidFill>
                <a:srgbClr val="7030A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97B52AD-8B2D-2EE1-D23C-A0A307272F65}"/>
              </a:ext>
            </a:extLst>
          </p:cNvPr>
          <p:cNvSpPr txBox="1"/>
          <p:nvPr/>
        </p:nvSpPr>
        <p:spPr>
          <a:xfrm>
            <a:off x="29980" y="1644438"/>
            <a:ext cx="63258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class Node{</a:t>
            </a:r>
          </a:p>
          <a:p>
            <a:r>
              <a:rPr lang="en-US" sz="1800" b="1" dirty="0"/>
              <a:t>public:     int data;    Node* next;    </a:t>
            </a:r>
          </a:p>
          <a:p>
            <a:r>
              <a:rPr lang="en-US" sz="1800" b="1" dirty="0"/>
              <a:t>Node(int </a:t>
            </a:r>
            <a:r>
              <a:rPr lang="en-US" sz="1800" b="1" dirty="0" err="1"/>
              <a:t>val</a:t>
            </a:r>
            <a:r>
              <a:rPr lang="en-US" sz="1800" b="1" dirty="0"/>
              <a:t>=0): data(</a:t>
            </a:r>
            <a:r>
              <a:rPr lang="en-US" sz="1800" b="1" dirty="0" err="1"/>
              <a:t>val</a:t>
            </a:r>
            <a:r>
              <a:rPr lang="en-US" sz="1800" b="1" dirty="0"/>
              <a:t>), next(</a:t>
            </a:r>
            <a:r>
              <a:rPr lang="en-US" sz="1800" b="1" dirty="0" err="1"/>
              <a:t>nullptr</a:t>
            </a:r>
            <a:r>
              <a:rPr lang="en-US" sz="1800" b="1" dirty="0"/>
              <a:t>) {   }</a:t>
            </a:r>
          </a:p>
          <a:p>
            <a:r>
              <a:rPr lang="en-US" sz="1800" b="1" dirty="0"/>
              <a:t>};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0C4BFA6-D89E-EDE1-3AA8-7483699BC10D}"/>
              </a:ext>
            </a:extLst>
          </p:cNvPr>
          <p:cNvGrpSpPr/>
          <p:nvPr/>
        </p:nvGrpSpPr>
        <p:grpSpPr>
          <a:xfrm>
            <a:off x="5973334" y="5883772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CDE1B27C-F759-2CB9-41F5-F9C962354BC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9" name="Rectangle: Rounded Corners 4">
              <a:extLst>
                <a:ext uri="{FF2B5EF4-FFF2-40B4-BE49-F238E27FC236}">
                  <a16:creationId xmlns:a16="http://schemas.microsoft.com/office/drawing/2014/main" id="{31324E85-EE43-A977-567C-6CF9C7318A5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4199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164252-72E3-851A-91DF-99D654DD778D}"/>
              </a:ext>
            </a:extLst>
          </p:cNvPr>
          <p:cNvSpPr txBox="1"/>
          <p:nvPr/>
        </p:nvSpPr>
        <p:spPr>
          <a:xfrm>
            <a:off x="32452" y="-15525"/>
            <a:ext cx="62583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1800" b="1" dirty="0">
                <a:solidFill>
                  <a:srgbClr val="7030A0"/>
                </a:solidFill>
              </a:rPr>
              <a:t>class LinkedList{</a:t>
            </a:r>
          </a:p>
          <a:p>
            <a:r>
              <a:rPr lang="en-PK" sz="1800" b="1" dirty="0">
                <a:solidFill>
                  <a:srgbClr val="7030A0"/>
                </a:solidFill>
              </a:rPr>
              <a:t>private:    Node *head</a:t>
            </a:r>
            <a:r>
              <a:rPr lang="en-US" b="1" dirty="0">
                <a:solidFill>
                  <a:srgbClr val="7030A0"/>
                </a:solidFill>
              </a:rPr>
              <a:t>, *tail;</a:t>
            </a:r>
            <a:r>
              <a:rPr lang="en-PK" sz="1800" b="1" dirty="0">
                <a:solidFill>
                  <a:srgbClr val="7030A0"/>
                </a:solidFill>
              </a:rPr>
              <a:t> </a:t>
            </a:r>
            <a:endParaRPr lang="en-US" sz="1800" b="1" dirty="0">
              <a:solidFill>
                <a:srgbClr val="7030A0"/>
              </a:solidFill>
            </a:endParaRPr>
          </a:p>
          <a:p>
            <a:r>
              <a:rPr lang="en-US" b="1" dirty="0">
                <a:solidFill>
                  <a:srgbClr val="7030A0"/>
                </a:solidFill>
              </a:rPr>
              <a:t>                  </a:t>
            </a:r>
            <a:r>
              <a:rPr lang="en-PK" sz="1800" b="1" dirty="0">
                <a:solidFill>
                  <a:srgbClr val="7030A0"/>
                </a:solidFill>
              </a:rPr>
              <a:t>   int </a:t>
            </a:r>
            <a:r>
              <a:rPr lang="en-PK" sz="1800" b="1" dirty="0" err="1">
                <a:solidFill>
                  <a:srgbClr val="7030A0"/>
                </a:solidFill>
              </a:rPr>
              <a:t>val</a:t>
            </a:r>
            <a:r>
              <a:rPr lang="en-PK" sz="1800" b="1" dirty="0">
                <a:solidFill>
                  <a:srgbClr val="7030A0"/>
                </a:solidFill>
              </a:rPr>
              <a:t>, </a:t>
            </a:r>
            <a:r>
              <a:rPr lang="en-US" sz="1800" b="1" dirty="0">
                <a:solidFill>
                  <a:srgbClr val="7030A0"/>
                </a:solidFill>
              </a:rPr>
              <a:t> </a:t>
            </a:r>
            <a:r>
              <a:rPr lang="en-PK" sz="1800" b="1" dirty="0" err="1">
                <a:solidFill>
                  <a:srgbClr val="7030A0"/>
                </a:solidFill>
              </a:rPr>
              <a:t>afterVal</a:t>
            </a:r>
            <a:r>
              <a:rPr lang="en-PK" sz="1800" b="1" dirty="0">
                <a:solidFill>
                  <a:srgbClr val="7030A0"/>
                </a:solidFill>
              </a:rPr>
              <a:t>;</a:t>
            </a:r>
          </a:p>
          <a:p>
            <a:r>
              <a:rPr lang="en-PK" sz="1800" b="1" dirty="0">
                <a:solidFill>
                  <a:srgbClr val="7030A0"/>
                </a:solidFill>
              </a:rPr>
              <a:t>public:</a:t>
            </a:r>
          </a:p>
          <a:p>
            <a:r>
              <a:rPr lang="en-PK" sz="1800" b="1" dirty="0">
                <a:solidFill>
                  <a:srgbClr val="7030A0"/>
                </a:solidFill>
              </a:rPr>
              <a:t>LinkedList() : head(</a:t>
            </a:r>
            <a:r>
              <a:rPr lang="en-PK" sz="1800" b="1" dirty="0" err="1">
                <a:solidFill>
                  <a:srgbClr val="7030A0"/>
                </a:solidFill>
              </a:rPr>
              <a:t>nullptr</a:t>
            </a:r>
            <a:r>
              <a:rPr lang="en-PK" sz="1800" b="1" dirty="0">
                <a:solidFill>
                  <a:srgbClr val="7030A0"/>
                </a:solidFill>
              </a:rPr>
              <a:t>), tail(</a:t>
            </a:r>
            <a:r>
              <a:rPr lang="en-PK" sz="1800" b="1" dirty="0" err="1">
                <a:solidFill>
                  <a:srgbClr val="7030A0"/>
                </a:solidFill>
              </a:rPr>
              <a:t>nullptr</a:t>
            </a:r>
            <a:r>
              <a:rPr lang="en-PK" sz="1800" b="1" dirty="0">
                <a:solidFill>
                  <a:srgbClr val="7030A0"/>
                </a:solidFill>
              </a:rPr>
              <a:t>), </a:t>
            </a:r>
            <a:r>
              <a:rPr lang="en-PK" sz="1800" b="1" dirty="0" err="1">
                <a:solidFill>
                  <a:srgbClr val="7030A0"/>
                </a:solidFill>
              </a:rPr>
              <a:t>val</a:t>
            </a:r>
            <a:r>
              <a:rPr lang="en-PK" sz="1800" b="1" dirty="0">
                <a:solidFill>
                  <a:srgbClr val="7030A0"/>
                </a:solidFill>
              </a:rPr>
              <a:t>(0), </a:t>
            </a:r>
            <a:r>
              <a:rPr lang="en-PK" sz="1800" b="1" dirty="0" err="1">
                <a:solidFill>
                  <a:srgbClr val="7030A0"/>
                </a:solidFill>
              </a:rPr>
              <a:t>afterVal</a:t>
            </a:r>
            <a:r>
              <a:rPr lang="en-PK" sz="1800" b="1" dirty="0">
                <a:solidFill>
                  <a:srgbClr val="7030A0"/>
                </a:solidFill>
              </a:rPr>
              <a:t>(0)</a:t>
            </a:r>
            <a:endParaRPr lang="en-US" sz="1800" b="1" dirty="0">
              <a:solidFill>
                <a:srgbClr val="7030A0"/>
              </a:solidFill>
            </a:endParaRPr>
          </a:p>
          <a:p>
            <a:r>
              <a:rPr lang="en-PK" sz="1800" b="1" dirty="0">
                <a:solidFill>
                  <a:srgbClr val="7030A0"/>
                </a:solidFill>
              </a:rPr>
              <a:t>{</a:t>
            </a:r>
            <a:r>
              <a:rPr lang="en-US" sz="1800" b="1" dirty="0">
                <a:solidFill>
                  <a:srgbClr val="7030A0"/>
                </a:solidFill>
              </a:rPr>
              <a:t>  </a:t>
            </a:r>
            <a:r>
              <a:rPr lang="en-PK" sz="1800" b="1" dirty="0">
                <a:solidFill>
                  <a:srgbClr val="7030A0"/>
                </a:solidFill>
              </a:rPr>
              <a:t>}</a:t>
            </a:r>
            <a:r>
              <a:rPr lang="en-US" sz="1800" b="1" dirty="0">
                <a:solidFill>
                  <a:srgbClr val="7030A0"/>
                </a:solidFill>
              </a:rPr>
              <a:t>   } ;    </a:t>
            </a:r>
            <a:endParaRPr lang="en-PK" sz="1800" b="1" dirty="0">
              <a:solidFill>
                <a:srgbClr val="7030A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3F53BF-D942-9F03-83E9-5B1A394B2C52}"/>
              </a:ext>
            </a:extLst>
          </p:cNvPr>
          <p:cNvSpPr txBox="1"/>
          <p:nvPr/>
        </p:nvSpPr>
        <p:spPr>
          <a:xfrm>
            <a:off x="29980" y="1644438"/>
            <a:ext cx="63258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class Node{</a:t>
            </a:r>
          </a:p>
          <a:p>
            <a:r>
              <a:rPr lang="en-US" sz="1800" b="1" dirty="0"/>
              <a:t>public:     int data;    Node* next;    </a:t>
            </a:r>
          </a:p>
          <a:p>
            <a:r>
              <a:rPr lang="en-US" sz="1800" b="1" dirty="0"/>
              <a:t>Node(int </a:t>
            </a:r>
            <a:r>
              <a:rPr lang="en-US" sz="1800" b="1" dirty="0" err="1"/>
              <a:t>val</a:t>
            </a:r>
            <a:r>
              <a:rPr lang="en-US" sz="1800" b="1" dirty="0"/>
              <a:t>=0): data(</a:t>
            </a:r>
            <a:r>
              <a:rPr lang="en-US" sz="1800" b="1" dirty="0" err="1"/>
              <a:t>val</a:t>
            </a:r>
            <a:r>
              <a:rPr lang="en-US" sz="1800" b="1" dirty="0"/>
              <a:t>), next(</a:t>
            </a:r>
            <a:r>
              <a:rPr lang="en-US" sz="1800" b="1" dirty="0" err="1"/>
              <a:t>nullptr</a:t>
            </a:r>
            <a:r>
              <a:rPr lang="en-US" sz="1800" b="1" dirty="0"/>
              <a:t>) {   }</a:t>
            </a:r>
          </a:p>
          <a:p>
            <a:r>
              <a:rPr lang="en-US" sz="1800" b="1" dirty="0"/>
              <a:t>};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A4DED0-0E95-1D11-CEAF-E22F48539E14}"/>
              </a:ext>
            </a:extLst>
          </p:cNvPr>
          <p:cNvGrpSpPr/>
          <p:nvPr/>
        </p:nvGrpSpPr>
        <p:grpSpPr>
          <a:xfrm>
            <a:off x="6176449" y="160309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0A29BFE-454D-7936-CE39-62F43028CED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A01C5A9C-99CD-990A-B891-EDA2A7A1E4E4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42D47F2-A157-6042-11A5-FD137EAAEF19}"/>
              </a:ext>
            </a:extLst>
          </p:cNvPr>
          <p:cNvGrpSpPr/>
          <p:nvPr/>
        </p:nvGrpSpPr>
        <p:grpSpPr>
          <a:xfrm>
            <a:off x="6427847" y="707028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87A15C5-CEE7-F991-2AF2-E86F1B77049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D6C9ABC1-53AF-5A19-F23B-361FD485993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7A4540-3FDE-46F8-51C1-E4F51A156DC5}"/>
              </a:ext>
            </a:extLst>
          </p:cNvPr>
          <p:cNvGrpSpPr/>
          <p:nvPr/>
        </p:nvGrpSpPr>
        <p:grpSpPr>
          <a:xfrm>
            <a:off x="7685029" y="3140553"/>
            <a:ext cx="4002126" cy="1143042"/>
            <a:chOff x="5206427" y="770677"/>
            <a:chExt cx="4516995" cy="117963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ACA2923-9D19-638C-E3A6-5A50F0E4ABCA}"/>
                </a:ext>
              </a:extLst>
            </p:cNvPr>
            <p:cNvGrpSpPr/>
            <p:nvPr/>
          </p:nvGrpSpPr>
          <p:grpSpPr>
            <a:xfrm>
              <a:off x="6297519" y="770677"/>
              <a:ext cx="2618070" cy="484119"/>
              <a:chOff x="1159466" y="892336"/>
              <a:chExt cx="2405552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E1C31224-F4B1-27E3-EF34-E31E3E78E3FB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5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22" name="Rectangle: Rounded Corners 4">
                <a:extLst>
                  <a:ext uri="{FF2B5EF4-FFF2-40B4-BE49-F238E27FC236}">
                    <a16:creationId xmlns:a16="http://schemas.microsoft.com/office/drawing/2014/main" id="{7E9C1CB4-A164-CE8C-67D4-90AC62258B3F}"/>
                  </a:ext>
                </a:extLst>
              </p:cNvPr>
              <p:cNvSpPr txBox="1"/>
              <p:nvPr/>
            </p:nvSpPr>
            <p:spPr>
              <a:xfrm>
                <a:off x="1202696" y="1067247"/>
                <a:ext cx="221898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5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    </a:t>
                </a:r>
                <a:r>
                  <a:rPr lang="en-US" sz="25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5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91C6D86-CD13-E6F6-C918-7E26144C00EF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1CC10D3-1D5C-F79C-BA53-E4AF129F36D7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DF6819FB-6C11-ECBB-776C-F273454A97B1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20" name="Rectangle: Rounded Corners 4">
                <a:extLst>
                  <a:ext uri="{FF2B5EF4-FFF2-40B4-BE49-F238E27FC236}">
                    <a16:creationId xmlns:a16="http://schemas.microsoft.com/office/drawing/2014/main" id="{0F9D3749-E941-BC63-99F6-6FCE7AF6A203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C8B3F35-BB90-2948-7752-60A3E35FA0EC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7C613140-5E0C-E8A6-1BED-F9A28EB3A6EF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8" name="Rectangle: Rounded Corners 4">
                <a:extLst>
                  <a:ext uri="{FF2B5EF4-FFF2-40B4-BE49-F238E27FC236}">
                    <a16:creationId xmlns:a16="http://schemas.microsoft.com/office/drawing/2014/main" id="{D9C39840-6107-52A2-DDC8-4493CCA399DD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7A1CA9A-34CB-A241-9787-7561A6667908}"/>
              </a:ext>
            </a:extLst>
          </p:cNvPr>
          <p:cNvGrpSpPr/>
          <p:nvPr/>
        </p:nvGrpSpPr>
        <p:grpSpPr>
          <a:xfrm>
            <a:off x="7366825" y="3497684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26E721D-7D66-889B-13C4-1A139C0A4FD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5" name="Rectangle: Rounded Corners 4">
              <a:extLst>
                <a:ext uri="{FF2B5EF4-FFF2-40B4-BE49-F238E27FC236}">
                  <a16:creationId xmlns:a16="http://schemas.microsoft.com/office/drawing/2014/main" id="{7E610B26-6D99-6DD2-E3EB-86399D441FE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7839DD6-6506-9AA8-1FC0-8FE90F1B9A6B}"/>
              </a:ext>
            </a:extLst>
          </p:cNvPr>
          <p:cNvGrpSpPr/>
          <p:nvPr/>
        </p:nvGrpSpPr>
        <p:grpSpPr>
          <a:xfrm>
            <a:off x="9477334" y="3057068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D6BC3D-BBA2-7696-8465-08A86FFE5EF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8" name="Rectangle: Rounded Corners 4">
              <a:extLst>
                <a:ext uri="{FF2B5EF4-FFF2-40B4-BE49-F238E27FC236}">
                  <a16:creationId xmlns:a16="http://schemas.microsoft.com/office/drawing/2014/main" id="{512002FC-B5B8-5E28-033C-805AEDD0BC3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424DF7F-B755-439F-8ADC-FB2F7B19B919}"/>
              </a:ext>
            </a:extLst>
          </p:cNvPr>
          <p:cNvGrpSpPr/>
          <p:nvPr/>
        </p:nvGrpSpPr>
        <p:grpSpPr>
          <a:xfrm>
            <a:off x="10394181" y="3836716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95645FE-4F09-BAAC-B0C4-16983280C39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1" name="Rectangle: Rounded Corners 4">
              <a:extLst>
                <a:ext uri="{FF2B5EF4-FFF2-40B4-BE49-F238E27FC236}">
                  <a16:creationId xmlns:a16="http://schemas.microsoft.com/office/drawing/2014/main" id="{6A085BC2-77B4-4499-A03F-3EA9A5DD551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D940A12-613E-0EA0-63FB-959395656081}"/>
              </a:ext>
            </a:extLst>
          </p:cNvPr>
          <p:cNvGrpSpPr/>
          <p:nvPr/>
        </p:nvGrpSpPr>
        <p:grpSpPr>
          <a:xfrm>
            <a:off x="8714106" y="3802692"/>
            <a:ext cx="73091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7C8ECC74-B59C-7CAF-B3B4-CA05B9D218D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4" name="Rectangle: Rounded Corners 4">
              <a:extLst>
                <a:ext uri="{FF2B5EF4-FFF2-40B4-BE49-F238E27FC236}">
                  <a16:creationId xmlns:a16="http://schemas.microsoft.com/office/drawing/2014/main" id="{45182439-9B95-F239-2368-3FE70E70BA1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AAA55F8-4593-DC75-DF4E-AE0F1CE5D77C}"/>
              </a:ext>
            </a:extLst>
          </p:cNvPr>
          <p:cNvGrpSpPr/>
          <p:nvPr/>
        </p:nvGrpSpPr>
        <p:grpSpPr>
          <a:xfrm>
            <a:off x="6456068" y="715317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CEC77B2A-0CFC-F17F-9801-4047ECD055D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7" name="Rectangle: Rounded Corners 4">
              <a:extLst>
                <a:ext uri="{FF2B5EF4-FFF2-40B4-BE49-F238E27FC236}">
                  <a16:creationId xmlns:a16="http://schemas.microsoft.com/office/drawing/2014/main" id="{EDCA6AAD-21B9-019F-3AC0-3D0831662B0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7C3A5F4-26C9-1323-FE4D-E40E29EF5FF8}"/>
              </a:ext>
            </a:extLst>
          </p:cNvPr>
          <p:cNvGrpSpPr/>
          <p:nvPr/>
        </p:nvGrpSpPr>
        <p:grpSpPr>
          <a:xfrm>
            <a:off x="6078264" y="5311776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5CDDC6B5-2131-D892-BCA3-9A0321796A7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40" name="Rectangle: Rounded Corners 4">
              <a:extLst>
                <a:ext uri="{FF2B5EF4-FFF2-40B4-BE49-F238E27FC236}">
                  <a16:creationId xmlns:a16="http://schemas.microsoft.com/office/drawing/2014/main" id="{977D98C7-E844-4848-FCBD-BC1185F94978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19C0D30-2B55-301C-B87B-620AC820F853}"/>
              </a:ext>
            </a:extLst>
          </p:cNvPr>
          <p:cNvGrpSpPr/>
          <p:nvPr/>
        </p:nvGrpSpPr>
        <p:grpSpPr>
          <a:xfrm>
            <a:off x="6112082" y="5906375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CB181C66-6144-DA86-2C90-6141DA161D7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3" name="Rectangle: Rounded Corners 4">
              <a:extLst>
                <a:ext uri="{FF2B5EF4-FFF2-40B4-BE49-F238E27FC236}">
                  <a16:creationId xmlns:a16="http://schemas.microsoft.com/office/drawing/2014/main" id="{92CBC7E1-9A80-48F3-43EF-99BFDD09138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F74BF55-BF9F-AEA1-D32D-6CF09ED8F6D9}"/>
              </a:ext>
            </a:extLst>
          </p:cNvPr>
          <p:cNvGrpSpPr/>
          <p:nvPr/>
        </p:nvGrpSpPr>
        <p:grpSpPr>
          <a:xfrm>
            <a:off x="6093254" y="5883772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12567B5A-689F-9AD0-502C-B6A3E2DF8D7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6" name="Rectangle: Rounded Corners 4">
              <a:extLst>
                <a:ext uri="{FF2B5EF4-FFF2-40B4-BE49-F238E27FC236}">
                  <a16:creationId xmlns:a16="http://schemas.microsoft.com/office/drawing/2014/main" id="{5B499D0C-BCFF-53D2-5D29-FDF4EF665A8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22FCD5C-AF03-5091-B34D-054B58AC0B79}"/>
              </a:ext>
            </a:extLst>
          </p:cNvPr>
          <p:cNvSpPr txBox="1"/>
          <p:nvPr/>
        </p:nvSpPr>
        <p:spPr>
          <a:xfrm>
            <a:off x="0" y="3021450"/>
            <a:ext cx="530548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void </a:t>
            </a:r>
            <a:r>
              <a:rPr lang="en-US" sz="2000" b="1" dirty="0" err="1">
                <a:solidFill>
                  <a:srgbClr val="002060"/>
                </a:solidFill>
              </a:rPr>
              <a:t>insertionAtBeginning</a:t>
            </a:r>
            <a:r>
              <a:rPr lang="en-US" sz="2000" b="1" dirty="0">
                <a:solidFill>
                  <a:srgbClr val="002060"/>
                </a:solidFill>
              </a:rPr>
              <a:t>() {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</a:t>
            </a:r>
            <a:r>
              <a:rPr lang="en-US" sz="2000" b="1" dirty="0" err="1">
                <a:solidFill>
                  <a:srgbClr val="002060"/>
                </a:solidFill>
              </a:rPr>
              <a:t>cout</a:t>
            </a:r>
            <a:r>
              <a:rPr lang="en-US" sz="2000" b="1" dirty="0">
                <a:solidFill>
                  <a:srgbClr val="002060"/>
                </a:solidFill>
              </a:rPr>
              <a:t> &lt;&lt; "\n Enter value for the node = ";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</a:t>
            </a:r>
            <a:r>
              <a:rPr lang="en-US" sz="2000" b="1" dirty="0" err="1">
                <a:solidFill>
                  <a:srgbClr val="002060"/>
                </a:solidFill>
              </a:rPr>
              <a:t>cin</a:t>
            </a:r>
            <a:r>
              <a:rPr lang="en-US" sz="2000" b="1" dirty="0">
                <a:solidFill>
                  <a:srgbClr val="002060"/>
                </a:solidFill>
              </a:rPr>
              <a:t> &gt;&gt; </a:t>
            </a:r>
            <a:r>
              <a:rPr lang="en-US" sz="2000" b="1" dirty="0" err="1">
                <a:solidFill>
                  <a:srgbClr val="002060"/>
                </a:solidFill>
              </a:rPr>
              <a:t>val</a:t>
            </a:r>
            <a:r>
              <a:rPr lang="en-US" sz="2000" b="1" dirty="0">
                <a:solidFill>
                  <a:srgbClr val="002060"/>
                </a:solidFill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Node*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 = new </a:t>
            </a:r>
            <a:r>
              <a:rPr lang="en-US" sz="2000" b="1" dirty="0"/>
              <a:t>Node(</a:t>
            </a:r>
            <a:r>
              <a:rPr lang="en-US" sz="2000" b="1" dirty="0" err="1"/>
              <a:t>val</a:t>
            </a:r>
            <a:r>
              <a:rPr lang="en-US" sz="2000" b="1" dirty="0"/>
              <a:t>);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-&gt;next = head;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head =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if (tail == </a:t>
            </a:r>
            <a:r>
              <a:rPr lang="en-US" sz="2000" b="1" dirty="0" err="1">
                <a:solidFill>
                  <a:srgbClr val="002060"/>
                </a:solidFill>
              </a:rPr>
              <a:t>nullptr</a:t>
            </a:r>
            <a:r>
              <a:rPr lang="en-US" sz="2000" b="1" dirty="0">
                <a:solidFill>
                  <a:srgbClr val="002060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tail =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;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    }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E9E07CF-DE22-EA28-A33C-57BDA52CCC45}"/>
              </a:ext>
            </a:extLst>
          </p:cNvPr>
          <p:cNvGrpSpPr/>
          <p:nvPr/>
        </p:nvGrpSpPr>
        <p:grpSpPr>
          <a:xfrm>
            <a:off x="7685029" y="1431364"/>
            <a:ext cx="4002126" cy="1143042"/>
            <a:chOff x="5206427" y="770677"/>
            <a:chExt cx="4516995" cy="1179639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88FDC632-5DD6-746B-DD42-B430E91E7721}"/>
                </a:ext>
              </a:extLst>
            </p:cNvPr>
            <p:cNvGrpSpPr/>
            <p:nvPr/>
          </p:nvGrpSpPr>
          <p:grpSpPr>
            <a:xfrm>
              <a:off x="6297520" y="770677"/>
              <a:ext cx="2535415" cy="484119"/>
              <a:chOff x="1159467" y="892336"/>
              <a:chExt cx="2329607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78D744D7-72EA-5B23-9B8A-2BCA559A9831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5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58" name="Rectangle: Rounded Corners 4">
                <a:extLst>
                  <a:ext uri="{FF2B5EF4-FFF2-40B4-BE49-F238E27FC236}">
                    <a16:creationId xmlns:a16="http://schemas.microsoft.com/office/drawing/2014/main" id="{B08F52A7-D59B-8843-958E-8A319C9D1377}"/>
                  </a:ext>
                </a:extLst>
              </p:cNvPr>
              <p:cNvSpPr txBox="1"/>
              <p:nvPr/>
            </p:nvSpPr>
            <p:spPr>
              <a:xfrm>
                <a:off x="1270085" y="1114247"/>
                <a:ext cx="2218989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5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</a:t>
                </a:r>
                <a:r>
                  <a:rPr lang="en-US" sz="2500" b="1" dirty="0">
                    <a:solidFill>
                      <a:schemeClr val="bg2">
                        <a:lumMod val="25000"/>
                      </a:schemeClr>
                    </a:solidFill>
                  </a:rPr>
                  <a:t> </a:t>
                </a:r>
                <a:r>
                  <a:rPr lang="en-US" sz="25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5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2547F9F7-747B-7BEF-20C8-C75701C5A71A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6F7089A-F3CF-DAF6-3E3D-CF219C5780B2}"/>
                </a:ext>
              </a:extLst>
            </p:cNvPr>
            <p:cNvGrpSpPr/>
            <p:nvPr/>
          </p:nvGrpSpPr>
          <p:grpSpPr>
            <a:xfrm>
              <a:off x="5359337" y="1467460"/>
              <a:ext cx="1869845" cy="371558"/>
              <a:chOff x="1159466" y="892336"/>
              <a:chExt cx="2145283" cy="1367628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E903ABB4-E1AA-C1D2-3634-75B6A193784A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145283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56" name="Rectangle: Rounded Corners 4">
                <a:extLst>
                  <a:ext uri="{FF2B5EF4-FFF2-40B4-BE49-F238E27FC236}">
                    <a16:creationId xmlns:a16="http://schemas.microsoft.com/office/drawing/2014/main" id="{9619F453-2A87-3A5D-1BAD-0D688FE24A70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6CA657B5-709C-4801-81DB-8CEFAF2EB3D1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8C4B197A-5D97-932A-6217-73ABB02EDC3A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54" name="Rectangle: Rounded Corners 4">
                <a:extLst>
                  <a:ext uri="{FF2B5EF4-FFF2-40B4-BE49-F238E27FC236}">
                    <a16:creationId xmlns:a16="http://schemas.microsoft.com/office/drawing/2014/main" id="{A6B9427B-E671-EAEB-BF8D-539F4FA7D98E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259A1FF-DFED-E559-CD2F-7A92E0CC2BE5}"/>
              </a:ext>
            </a:extLst>
          </p:cNvPr>
          <p:cNvGrpSpPr/>
          <p:nvPr/>
        </p:nvGrpSpPr>
        <p:grpSpPr>
          <a:xfrm>
            <a:off x="8791427" y="2112454"/>
            <a:ext cx="73091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CB712FA3-E0CB-BFC6-92F4-4DF12616970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1" name="Rectangle: Rounded Corners 4">
              <a:extLst>
                <a:ext uri="{FF2B5EF4-FFF2-40B4-BE49-F238E27FC236}">
                  <a16:creationId xmlns:a16="http://schemas.microsoft.com/office/drawing/2014/main" id="{2230E7F0-28A9-6198-2E59-CAE892A3443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7C6E24F-46BF-560E-D07F-FD8D825763B2}"/>
              </a:ext>
            </a:extLst>
          </p:cNvPr>
          <p:cNvGrpSpPr/>
          <p:nvPr/>
        </p:nvGrpSpPr>
        <p:grpSpPr>
          <a:xfrm>
            <a:off x="10394181" y="2134518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1E3DFEC4-3EEC-72E0-D8CE-96940C5B6F2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4" name="Rectangle: Rounded Corners 4">
              <a:extLst>
                <a:ext uri="{FF2B5EF4-FFF2-40B4-BE49-F238E27FC236}">
                  <a16:creationId xmlns:a16="http://schemas.microsoft.com/office/drawing/2014/main" id="{F83AA6EB-D24A-DAEB-481D-25F13364759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8BB6C06-797E-998E-38DF-CDBFA4CF8601}"/>
              </a:ext>
            </a:extLst>
          </p:cNvPr>
          <p:cNvGrpSpPr/>
          <p:nvPr/>
        </p:nvGrpSpPr>
        <p:grpSpPr>
          <a:xfrm>
            <a:off x="9393785" y="1364955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67BCB635-44AC-3867-DC4F-99A1F72048D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7" name="Rectangle: Rounded Corners 4">
              <a:extLst>
                <a:ext uri="{FF2B5EF4-FFF2-40B4-BE49-F238E27FC236}">
                  <a16:creationId xmlns:a16="http://schemas.microsoft.com/office/drawing/2014/main" id="{D3989039-BCB7-661B-E649-13BDCFDF40D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A5B838E-7D47-CBEB-EAC4-6989AAF53D97}"/>
              </a:ext>
            </a:extLst>
          </p:cNvPr>
          <p:cNvGrpSpPr/>
          <p:nvPr/>
        </p:nvGrpSpPr>
        <p:grpSpPr>
          <a:xfrm>
            <a:off x="7304426" y="1831602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958775F7-FD45-3384-9058-2D2E0BB191A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0" name="Rectangle: Rounded Corners 4">
              <a:extLst>
                <a:ext uri="{FF2B5EF4-FFF2-40B4-BE49-F238E27FC236}">
                  <a16:creationId xmlns:a16="http://schemas.microsoft.com/office/drawing/2014/main" id="{E58AACE9-8359-28A0-29E6-87E0D5C1435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9DC3610-9B54-9374-C23A-85F076AEC5C2}"/>
              </a:ext>
            </a:extLst>
          </p:cNvPr>
          <p:cNvGrpSpPr/>
          <p:nvPr/>
        </p:nvGrpSpPr>
        <p:grpSpPr>
          <a:xfrm>
            <a:off x="10394181" y="2131374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EE5AB168-707E-A667-B93D-CB818ED30E9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3" name="Rectangle: Rounded Corners 4">
              <a:extLst>
                <a:ext uri="{FF2B5EF4-FFF2-40B4-BE49-F238E27FC236}">
                  <a16:creationId xmlns:a16="http://schemas.microsoft.com/office/drawing/2014/main" id="{FFCD7688-72FA-D108-6919-0033E17246D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128A9CA-77E8-F302-A083-C4F7828D8D1D}"/>
              </a:ext>
            </a:extLst>
          </p:cNvPr>
          <p:cNvGrpSpPr/>
          <p:nvPr/>
        </p:nvGrpSpPr>
        <p:grpSpPr>
          <a:xfrm>
            <a:off x="6414120" y="676916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FAA35B26-FC5F-F7BB-0174-D490AD92A53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9" name="Rectangle: Rounded Corners 4">
              <a:extLst>
                <a:ext uri="{FF2B5EF4-FFF2-40B4-BE49-F238E27FC236}">
                  <a16:creationId xmlns:a16="http://schemas.microsoft.com/office/drawing/2014/main" id="{F861F266-1686-2046-6FED-4282EF6A8E0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A6E3E60-469D-E56F-B613-5D949753A318}"/>
              </a:ext>
            </a:extLst>
          </p:cNvPr>
          <p:cNvGrpSpPr/>
          <p:nvPr/>
        </p:nvGrpSpPr>
        <p:grpSpPr>
          <a:xfrm rot="2287042">
            <a:off x="7852027" y="916510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19C2E368-0A53-60A8-9EE0-BCEB79DF5E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Arrow: Right 73">
              <a:extLst>
                <a:ext uri="{FF2B5EF4-FFF2-40B4-BE49-F238E27FC236}">
                  <a16:creationId xmlns:a16="http://schemas.microsoft.com/office/drawing/2014/main" id="{241B01D1-D295-901F-1490-B636F02AEBE3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EDB5309-173F-802D-8C32-3218F1D43D1A}"/>
              </a:ext>
            </a:extLst>
          </p:cNvPr>
          <p:cNvGrpSpPr/>
          <p:nvPr/>
        </p:nvGrpSpPr>
        <p:grpSpPr>
          <a:xfrm rot="8512001">
            <a:off x="10916637" y="2717808"/>
            <a:ext cx="889628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28DC6C5-74A6-0CE0-E413-308796B94F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Arrow: Right 79">
              <a:extLst>
                <a:ext uri="{FF2B5EF4-FFF2-40B4-BE49-F238E27FC236}">
                  <a16:creationId xmlns:a16="http://schemas.microsoft.com/office/drawing/2014/main" id="{1750FE9B-96C3-CF92-0EBA-D6504436D2C2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94757B0-C063-D26C-2C71-64FDF71200A9}"/>
              </a:ext>
            </a:extLst>
          </p:cNvPr>
          <p:cNvGrpSpPr/>
          <p:nvPr/>
        </p:nvGrpSpPr>
        <p:grpSpPr>
          <a:xfrm rot="17926181">
            <a:off x="6201304" y="4382749"/>
            <a:ext cx="1529013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0B1D7D0-CF27-0C42-97FE-5E00116B0A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Arrow: Right 82">
              <a:extLst>
                <a:ext uri="{FF2B5EF4-FFF2-40B4-BE49-F238E27FC236}">
                  <a16:creationId xmlns:a16="http://schemas.microsoft.com/office/drawing/2014/main" id="{C6EE98B9-33E3-4147-973E-163E8B9D9036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</p:spTree>
    <p:extLst>
      <p:ext uri="{BB962C8B-B14F-4D97-AF65-F5344CB8AC3E}">
        <p14:creationId xmlns:p14="http://schemas.microsoft.com/office/powerpoint/2010/main" val="64754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000"/>
                            </p:stCondLst>
                            <p:childTnLst>
                              <p:par>
                                <p:cTn id="15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500"/>
                            </p:stCondLst>
                            <p:childTnLst>
                              <p:par>
                                <p:cTn id="15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000"/>
                            </p:stCondLst>
                            <p:childTnLst>
                              <p:par>
                                <p:cTn id="16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397454-961E-6292-46ED-5C60CA5680CC}"/>
              </a:ext>
            </a:extLst>
          </p:cNvPr>
          <p:cNvSpPr txBox="1"/>
          <p:nvPr/>
        </p:nvSpPr>
        <p:spPr>
          <a:xfrm>
            <a:off x="53435" y="1817001"/>
            <a:ext cx="553255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void </a:t>
            </a:r>
            <a:r>
              <a:rPr lang="en-US" sz="2000" b="1" dirty="0" err="1">
                <a:solidFill>
                  <a:srgbClr val="002060"/>
                </a:solidFill>
              </a:rPr>
              <a:t>insertionAtEnd</a:t>
            </a:r>
            <a:r>
              <a:rPr lang="en-US" sz="2000" b="1" dirty="0">
                <a:solidFill>
                  <a:srgbClr val="002060"/>
                </a:solidFill>
              </a:rPr>
              <a:t>() {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</a:t>
            </a:r>
            <a:r>
              <a:rPr lang="en-US" sz="2000" b="1" dirty="0" err="1">
                <a:solidFill>
                  <a:srgbClr val="002060"/>
                </a:solidFill>
              </a:rPr>
              <a:t>cout</a:t>
            </a:r>
            <a:r>
              <a:rPr lang="en-US" sz="2000" b="1" dirty="0">
                <a:solidFill>
                  <a:srgbClr val="002060"/>
                </a:solidFill>
              </a:rPr>
              <a:t> &lt;&lt; "\n Enter value for the node = ";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</a:t>
            </a:r>
            <a:r>
              <a:rPr lang="en-US" sz="2000" b="1" dirty="0" err="1">
                <a:solidFill>
                  <a:srgbClr val="002060"/>
                </a:solidFill>
              </a:rPr>
              <a:t>cin</a:t>
            </a:r>
            <a:r>
              <a:rPr lang="en-US" sz="2000" b="1" dirty="0">
                <a:solidFill>
                  <a:srgbClr val="002060"/>
                </a:solidFill>
              </a:rPr>
              <a:t> &gt;&gt; </a:t>
            </a:r>
            <a:r>
              <a:rPr lang="en-US" sz="2000" b="1" dirty="0" err="1">
                <a:solidFill>
                  <a:srgbClr val="002060"/>
                </a:solidFill>
              </a:rPr>
              <a:t>val</a:t>
            </a:r>
            <a:r>
              <a:rPr lang="en-US" sz="2000" b="1" dirty="0">
                <a:solidFill>
                  <a:srgbClr val="002060"/>
                </a:solidFill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Node*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 = new Node(</a:t>
            </a:r>
            <a:r>
              <a:rPr lang="en-US" sz="2000" b="1" dirty="0" err="1">
                <a:solidFill>
                  <a:srgbClr val="002060"/>
                </a:solidFill>
              </a:rPr>
              <a:t>val</a:t>
            </a:r>
            <a:r>
              <a:rPr lang="en-US" sz="2000" b="1" dirty="0">
                <a:solidFill>
                  <a:srgbClr val="002060"/>
                </a:solidFill>
              </a:rPr>
              <a:t>);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if ( </a:t>
            </a:r>
            <a:r>
              <a:rPr lang="en-US" sz="2000" b="1" dirty="0" err="1"/>
              <a:t>isListEmpty</a:t>
            </a:r>
            <a:r>
              <a:rPr lang="en-US" sz="2000" b="1" dirty="0"/>
              <a:t>( ) </a:t>
            </a:r>
            <a:r>
              <a:rPr lang="en-US" sz="2000" b="1" dirty="0">
                <a:solidFill>
                  <a:srgbClr val="002060"/>
                </a:solidFill>
              </a:rPr>
              <a:t>) {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    head = tail =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; 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    return;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}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tail-&gt;next =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; 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tail =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; 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9FD9EE-7A23-B260-565A-C7184382C18F}"/>
              </a:ext>
            </a:extLst>
          </p:cNvPr>
          <p:cNvSpPr txBox="1"/>
          <p:nvPr/>
        </p:nvSpPr>
        <p:spPr>
          <a:xfrm>
            <a:off x="134912" y="546221"/>
            <a:ext cx="53054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bool </a:t>
            </a:r>
            <a:r>
              <a:rPr lang="en-US" sz="2000" b="1" dirty="0" err="1"/>
              <a:t>isListEmpty</a:t>
            </a:r>
            <a:r>
              <a:rPr lang="en-US" sz="2000" b="1" dirty="0"/>
              <a:t>() {</a:t>
            </a:r>
          </a:p>
          <a:p>
            <a:r>
              <a:rPr lang="en-US" sz="2000" b="1" dirty="0"/>
              <a:t>        return (head == </a:t>
            </a:r>
            <a:r>
              <a:rPr lang="en-US" sz="2000" b="1" dirty="0" err="1"/>
              <a:t>nullptr</a:t>
            </a:r>
            <a:r>
              <a:rPr lang="en-US" sz="2000" b="1" dirty="0"/>
              <a:t>);</a:t>
            </a:r>
          </a:p>
          <a:p>
            <a:r>
              <a:rPr lang="en-US" sz="2000" b="1" dirty="0"/>
              <a:t>    }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97137FD-68CB-8BA3-9DD1-6D956C13E10C}"/>
              </a:ext>
            </a:extLst>
          </p:cNvPr>
          <p:cNvGrpSpPr/>
          <p:nvPr/>
        </p:nvGrpSpPr>
        <p:grpSpPr>
          <a:xfrm>
            <a:off x="5968225" y="160309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A25BF9B-E596-2F5B-EA51-BA7424066AE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4855BAFA-D59C-E258-E6D5-6BD5BA9303D2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E3AB56D-E543-33D3-8E50-7DCF01D47A7D}"/>
              </a:ext>
            </a:extLst>
          </p:cNvPr>
          <p:cNvGrpSpPr/>
          <p:nvPr/>
        </p:nvGrpSpPr>
        <p:grpSpPr>
          <a:xfrm>
            <a:off x="6219623" y="707028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5CF39BF-463C-2E40-4DF9-545663BEFC0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A75D63B4-D927-5ED2-8B4B-A1F34024ADD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A61A6CA-63ED-7247-4297-FCAB5EBB3F54}"/>
              </a:ext>
            </a:extLst>
          </p:cNvPr>
          <p:cNvGrpSpPr/>
          <p:nvPr/>
        </p:nvGrpSpPr>
        <p:grpSpPr>
          <a:xfrm>
            <a:off x="7685029" y="3022864"/>
            <a:ext cx="4002126" cy="1143042"/>
            <a:chOff x="5206427" y="770677"/>
            <a:chExt cx="4516995" cy="117963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6F5B7AE-32F6-4EA1-6A6B-8EFF208B98A0}"/>
                </a:ext>
              </a:extLst>
            </p:cNvPr>
            <p:cNvGrpSpPr/>
            <p:nvPr/>
          </p:nvGrpSpPr>
          <p:grpSpPr>
            <a:xfrm>
              <a:off x="6297519" y="770677"/>
              <a:ext cx="2618070" cy="484119"/>
              <a:chOff x="1159466" y="892336"/>
              <a:chExt cx="2405552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B071492A-80FD-713A-84DB-406B7A60BE44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5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20" name="Rectangle: Rounded Corners 4">
                <a:extLst>
                  <a:ext uri="{FF2B5EF4-FFF2-40B4-BE49-F238E27FC236}">
                    <a16:creationId xmlns:a16="http://schemas.microsoft.com/office/drawing/2014/main" id="{93A4B191-CC17-BBAD-70CD-E6D169D86257}"/>
                  </a:ext>
                </a:extLst>
              </p:cNvPr>
              <p:cNvSpPr txBox="1"/>
              <p:nvPr/>
            </p:nvSpPr>
            <p:spPr>
              <a:xfrm>
                <a:off x="1202696" y="1067247"/>
                <a:ext cx="221898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5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    </a:t>
                </a:r>
                <a:r>
                  <a:rPr lang="en-US" sz="25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5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3B86D96-134E-E733-6E6A-CD4C32D2A441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8EC8F67-6A84-97C1-6F66-46EF7818AABF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79496494-51FD-8671-E477-1C0B33286408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8" name="Rectangle: Rounded Corners 4">
                <a:extLst>
                  <a:ext uri="{FF2B5EF4-FFF2-40B4-BE49-F238E27FC236}">
                    <a16:creationId xmlns:a16="http://schemas.microsoft.com/office/drawing/2014/main" id="{96BCBF84-0476-0752-2D53-3B725D764274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A2549DE-23D6-28F1-18A7-9F99DB709A78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043153DB-B430-1D34-7CCE-B9AFC399CACD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6" name="Rectangle: Rounded Corners 4">
                <a:extLst>
                  <a:ext uri="{FF2B5EF4-FFF2-40B4-BE49-F238E27FC236}">
                    <a16:creationId xmlns:a16="http://schemas.microsoft.com/office/drawing/2014/main" id="{477F4968-F8F8-DDE1-3C21-A357DDA746E6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502632F-B7F7-FCA2-4979-977B688B89C8}"/>
              </a:ext>
            </a:extLst>
          </p:cNvPr>
          <p:cNvGrpSpPr/>
          <p:nvPr/>
        </p:nvGrpSpPr>
        <p:grpSpPr>
          <a:xfrm>
            <a:off x="7366825" y="3379995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72369E2D-4B3F-D439-6E9D-76B99D693A2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3" name="Rectangle: Rounded Corners 4">
              <a:extLst>
                <a:ext uri="{FF2B5EF4-FFF2-40B4-BE49-F238E27FC236}">
                  <a16:creationId xmlns:a16="http://schemas.microsoft.com/office/drawing/2014/main" id="{AF675976-186B-3D08-9CB0-A9DB2CB6B61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79D4E4F-9D50-940F-30A7-939C089CBADC}"/>
              </a:ext>
            </a:extLst>
          </p:cNvPr>
          <p:cNvGrpSpPr/>
          <p:nvPr/>
        </p:nvGrpSpPr>
        <p:grpSpPr>
          <a:xfrm>
            <a:off x="9477334" y="2939379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2D8F8641-618F-F781-484A-653BB88D718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6" name="Rectangle: Rounded Corners 4">
              <a:extLst>
                <a:ext uri="{FF2B5EF4-FFF2-40B4-BE49-F238E27FC236}">
                  <a16:creationId xmlns:a16="http://schemas.microsoft.com/office/drawing/2014/main" id="{38D45969-343D-96B3-E9C5-CEBAF4C1BB0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A373097-A984-B210-87E0-D51089B0633A}"/>
              </a:ext>
            </a:extLst>
          </p:cNvPr>
          <p:cNvGrpSpPr/>
          <p:nvPr/>
        </p:nvGrpSpPr>
        <p:grpSpPr>
          <a:xfrm>
            <a:off x="10394181" y="3719027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5E7D617A-D3AB-A321-6CE7-D8EBC22C781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9" name="Rectangle: Rounded Corners 4">
              <a:extLst>
                <a:ext uri="{FF2B5EF4-FFF2-40B4-BE49-F238E27FC236}">
                  <a16:creationId xmlns:a16="http://schemas.microsoft.com/office/drawing/2014/main" id="{FB78B9A2-A27D-3B93-FF9E-2CAAACAF454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11FF204-1AB1-F78B-9C24-CFFD98DAF471}"/>
              </a:ext>
            </a:extLst>
          </p:cNvPr>
          <p:cNvGrpSpPr/>
          <p:nvPr/>
        </p:nvGrpSpPr>
        <p:grpSpPr>
          <a:xfrm>
            <a:off x="8714106" y="3685003"/>
            <a:ext cx="73091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283B2D9A-DC65-F6F1-77CC-53B9337F739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Rectangle: Rounded Corners 4">
              <a:extLst>
                <a:ext uri="{FF2B5EF4-FFF2-40B4-BE49-F238E27FC236}">
                  <a16:creationId xmlns:a16="http://schemas.microsoft.com/office/drawing/2014/main" id="{EE3671E1-AA4B-52C1-BD76-4EE0E5C5059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145F647-C24C-B0E3-69FA-427507A6A261}"/>
              </a:ext>
            </a:extLst>
          </p:cNvPr>
          <p:cNvGrpSpPr/>
          <p:nvPr/>
        </p:nvGrpSpPr>
        <p:grpSpPr>
          <a:xfrm>
            <a:off x="6247844" y="715317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11B3A6C1-02FE-BF51-C7E7-10B09F730D4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5" name="Rectangle: Rounded Corners 4">
              <a:extLst>
                <a:ext uri="{FF2B5EF4-FFF2-40B4-BE49-F238E27FC236}">
                  <a16:creationId xmlns:a16="http://schemas.microsoft.com/office/drawing/2014/main" id="{3CBA23AB-C4A2-3855-C3E2-05989FAB721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685426B-9833-EF63-AF81-665AE144CF1F}"/>
              </a:ext>
            </a:extLst>
          </p:cNvPr>
          <p:cNvGrpSpPr/>
          <p:nvPr/>
        </p:nvGrpSpPr>
        <p:grpSpPr>
          <a:xfrm>
            <a:off x="5555661" y="5410648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2674A58-F189-36E6-1D07-585720F202A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38" name="Rectangle: Rounded Corners 4">
              <a:extLst>
                <a:ext uri="{FF2B5EF4-FFF2-40B4-BE49-F238E27FC236}">
                  <a16:creationId xmlns:a16="http://schemas.microsoft.com/office/drawing/2014/main" id="{2830BE40-F803-FC73-6811-A724B8C51279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437BC47-FD3A-27FD-A49C-9E4D9A60BC4D}"/>
              </a:ext>
            </a:extLst>
          </p:cNvPr>
          <p:cNvGrpSpPr/>
          <p:nvPr/>
        </p:nvGrpSpPr>
        <p:grpSpPr>
          <a:xfrm>
            <a:off x="5589479" y="6005247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B8E2C49A-495D-7FA3-E80F-1C74120816E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1" name="Rectangle: Rounded Corners 4">
              <a:extLst>
                <a:ext uri="{FF2B5EF4-FFF2-40B4-BE49-F238E27FC236}">
                  <a16:creationId xmlns:a16="http://schemas.microsoft.com/office/drawing/2014/main" id="{CF8EE7CA-6C80-DAB7-DB9A-19E36E66839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67948B6-3F6A-A80F-E701-68CCA8963B6A}"/>
              </a:ext>
            </a:extLst>
          </p:cNvPr>
          <p:cNvGrpSpPr/>
          <p:nvPr/>
        </p:nvGrpSpPr>
        <p:grpSpPr>
          <a:xfrm>
            <a:off x="5570651" y="5982644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DD1E9B1A-1AF1-0170-83E9-1589B13B7B2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4" name="Rectangle: Rounded Corners 4">
              <a:extLst>
                <a:ext uri="{FF2B5EF4-FFF2-40B4-BE49-F238E27FC236}">
                  <a16:creationId xmlns:a16="http://schemas.microsoft.com/office/drawing/2014/main" id="{050B9942-994B-BBFF-C163-999D0758EA3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C3E558F-35EC-823B-6B1F-ED1D51AFE711}"/>
              </a:ext>
            </a:extLst>
          </p:cNvPr>
          <p:cNvGrpSpPr/>
          <p:nvPr/>
        </p:nvGrpSpPr>
        <p:grpSpPr>
          <a:xfrm>
            <a:off x="7685029" y="1313675"/>
            <a:ext cx="4002126" cy="1143042"/>
            <a:chOff x="5206427" y="770677"/>
            <a:chExt cx="4516995" cy="1179639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854BB2F-CAD9-53F6-345B-B47F807875FF}"/>
                </a:ext>
              </a:extLst>
            </p:cNvPr>
            <p:cNvGrpSpPr/>
            <p:nvPr/>
          </p:nvGrpSpPr>
          <p:grpSpPr>
            <a:xfrm>
              <a:off x="6297520" y="770677"/>
              <a:ext cx="2535415" cy="484119"/>
              <a:chOff x="1159467" y="892336"/>
              <a:chExt cx="2329607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37D3457C-50FF-0C9F-7DF7-97E67FCAFBF7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5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55" name="Rectangle: Rounded Corners 4">
                <a:extLst>
                  <a:ext uri="{FF2B5EF4-FFF2-40B4-BE49-F238E27FC236}">
                    <a16:creationId xmlns:a16="http://schemas.microsoft.com/office/drawing/2014/main" id="{ADA6EC4D-DAF3-4887-F469-190C7A9A17BD}"/>
                  </a:ext>
                </a:extLst>
              </p:cNvPr>
              <p:cNvSpPr txBox="1"/>
              <p:nvPr/>
            </p:nvSpPr>
            <p:spPr>
              <a:xfrm>
                <a:off x="1270085" y="1114247"/>
                <a:ext cx="2218989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5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</a:t>
                </a:r>
                <a:r>
                  <a:rPr lang="en-US" sz="25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5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D8E8BDBE-0145-DD34-42D2-E085EE2A384B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874F8815-1B4D-D682-05CA-97B777887EEA}"/>
                </a:ext>
              </a:extLst>
            </p:cNvPr>
            <p:cNvGrpSpPr/>
            <p:nvPr/>
          </p:nvGrpSpPr>
          <p:grpSpPr>
            <a:xfrm>
              <a:off x="5359337" y="1467460"/>
              <a:ext cx="1869845" cy="371558"/>
              <a:chOff x="1159466" y="892336"/>
              <a:chExt cx="2145283" cy="1367628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2A9D4960-D1D9-D8B8-D480-3C29E53E06ED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145283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53" name="Rectangle: Rounded Corners 4">
                <a:extLst>
                  <a:ext uri="{FF2B5EF4-FFF2-40B4-BE49-F238E27FC236}">
                    <a16:creationId xmlns:a16="http://schemas.microsoft.com/office/drawing/2014/main" id="{45EEBC4C-C116-DF88-2AD0-BF9158B3DD5A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66C9724-6784-B237-847B-CCBFAC21C876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DD7E3536-C76E-BB10-A164-42837744C026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51" name="Rectangle: Rounded Corners 4">
                <a:extLst>
                  <a:ext uri="{FF2B5EF4-FFF2-40B4-BE49-F238E27FC236}">
                    <a16:creationId xmlns:a16="http://schemas.microsoft.com/office/drawing/2014/main" id="{EC1E63C1-5BFC-F5E4-DD9C-53809601B201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6CDC630-33F3-AC3D-F339-0071FDD7E7E8}"/>
              </a:ext>
            </a:extLst>
          </p:cNvPr>
          <p:cNvGrpSpPr/>
          <p:nvPr/>
        </p:nvGrpSpPr>
        <p:grpSpPr>
          <a:xfrm>
            <a:off x="8791427" y="1994765"/>
            <a:ext cx="73091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A63EFBEF-CE88-7410-C390-654C82BD5C7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8" name="Rectangle: Rounded Corners 4">
              <a:extLst>
                <a:ext uri="{FF2B5EF4-FFF2-40B4-BE49-F238E27FC236}">
                  <a16:creationId xmlns:a16="http://schemas.microsoft.com/office/drawing/2014/main" id="{D5D446F5-73FE-516B-579E-C77DC158463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3BF642C-7FBD-DB29-35CB-69F389D0FFDE}"/>
              </a:ext>
            </a:extLst>
          </p:cNvPr>
          <p:cNvGrpSpPr/>
          <p:nvPr/>
        </p:nvGrpSpPr>
        <p:grpSpPr>
          <a:xfrm>
            <a:off x="10394181" y="2016829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7CEC6B5A-A136-4F97-D7C8-6C7CEDBF321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1" name="Rectangle: Rounded Corners 4">
              <a:extLst>
                <a:ext uri="{FF2B5EF4-FFF2-40B4-BE49-F238E27FC236}">
                  <a16:creationId xmlns:a16="http://schemas.microsoft.com/office/drawing/2014/main" id="{4BB1E248-4DC2-9FDE-B826-D4FB469ECCD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25018B5-5CA3-BA35-2AC0-4CC724739DBD}"/>
              </a:ext>
            </a:extLst>
          </p:cNvPr>
          <p:cNvGrpSpPr/>
          <p:nvPr/>
        </p:nvGrpSpPr>
        <p:grpSpPr>
          <a:xfrm>
            <a:off x="9393785" y="1247266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7F2053E-2C80-4F5C-EC36-C5D4F8BDD5F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4" name="Rectangle: Rounded Corners 4">
              <a:extLst>
                <a:ext uri="{FF2B5EF4-FFF2-40B4-BE49-F238E27FC236}">
                  <a16:creationId xmlns:a16="http://schemas.microsoft.com/office/drawing/2014/main" id="{E890FB03-A666-1DF2-92B1-37D449E6D9A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2162B40-7B12-CA6B-33D0-FA3234D597E8}"/>
              </a:ext>
            </a:extLst>
          </p:cNvPr>
          <p:cNvGrpSpPr/>
          <p:nvPr/>
        </p:nvGrpSpPr>
        <p:grpSpPr>
          <a:xfrm>
            <a:off x="7304426" y="1713913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0AE39BA9-0715-2009-87B1-C6AAAB9C51E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7" name="Rectangle: Rounded Corners 4">
              <a:extLst>
                <a:ext uri="{FF2B5EF4-FFF2-40B4-BE49-F238E27FC236}">
                  <a16:creationId xmlns:a16="http://schemas.microsoft.com/office/drawing/2014/main" id="{C4683630-8F03-7893-D38F-E678D0CF5EA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7F9689B-E6B1-6D3E-BFC5-B9B196168DB9}"/>
              </a:ext>
            </a:extLst>
          </p:cNvPr>
          <p:cNvGrpSpPr/>
          <p:nvPr/>
        </p:nvGrpSpPr>
        <p:grpSpPr>
          <a:xfrm>
            <a:off x="10394181" y="2013685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118D035B-7DBC-AAA3-DE6B-3D126CF7EF1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0" name="Rectangle: Rounded Corners 4">
              <a:extLst>
                <a:ext uri="{FF2B5EF4-FFF2-40B4-BE49-F238E27FC236}">
                  <a16:creationId xmlns:a16="http://schemas.microsoft.com/office/drawing/2014/main" id="{5436E720-729E-F668-0C8D-F564755E5A2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3C6E360-CF6E-5D0C-3262-163D406413C2}"/>
              </a:ext>
            </a:extLst>
          </p:cNvPr>
          <p:cNvGrpSpPr/>
          <p:nvPr/>
        </p:nvGrpSpPr>
        <p:grpSpPr>
          <a:xfrm>
            <a:off x="6205896" y="676916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FF9C4D6C-ACBC-AEE0-2BA2-6AE753AD034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3" name="Rectangle: Rounded Corners 4">
              <a:extLst>
                <a:ext uri="{FF2B5EF4-FFF2-40B4-BE49-F238E27FC236}">
                  <a16:creationId xmlns:a16="http://schemas.microsoft.com/office/drawing/2014/main" id="{D9BB1841-9A67-D1FD-A5EC-110AEAFA569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B9AD3FF-42E5-3C21-ECB2-BBAF15F88235}"/>
              </a:ext>
            </a:extLst>
          </p:cNvPr>
          <p:cNvGrpSpPr/>
          <p:nvPr/>
        </p:nvGrpSpPr>
        <p:grpSpPr>
          <a:xfrm>
            <a:off x="7685029" y="4715223"/>
            <a:ext cx="4002126" cy="1143042"/>
            <a:chOff x="5206427" y="770677"/>
            <a:chExt cx="4516995" cy="1179639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2894CD63-B598-B220-A6E6-AF4833B0662F}"/>
                </a:ext>
              </a:extLst>
            </p:cNvPr>
            <p:cNvGrpSpPr/>
            <p:nvPr/>
          </p:nvGrpSpPr>
          <p:grpSpPr>
            <a:xfrm>
              <a:off x="6297519" y="770677"/>
              <a:ext cx="2618070" cy="484119"/>
              <a:chOff x="1159466" y="892336"/>
              <a:chExt cx="2405552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DADF28EE-6785-0843-4A61-3B2B420C6F95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5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96" name="Rectangle: Rounded Corners 4">
                <a:extLst>
                  <a:ext uri="{FF2B5EF4-FFF2-40B4-BE49-F238E27FC236}">
                    <a16:creationId xmlns:a16="http://schemas.microsoft.com/office/drawing/2014/main" id="{88929F61-99FC-9E65-B07A-C87532271823}"/>
                  </a:ext>
                </a:extLst>
              </p:cNvPr>
              <p:cNvSpPr txBox="1"/>
              <p:nvPr/>
            </p:nvSpPr>
            <p:spPr>
              <a:xfrm>
                <a:off x="1202696" y="1067247"/>
                <a:ext cx="221898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5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    </a:t>
                </a:r>
                <a:r>
                  <a:rPr lang="en-US" sz="25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5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181E1B55-8602-559C-BA01-5EDF42F8DEC8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B415C889-0418-FE95-2609-1F3C37118F8C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93" name="Rectangle: Rounded Corners 92">
                <a:extLst>
                  <a:ext uri="{FF2B5EF4-FFF2-40B4-BE49-F238E27FC236}">
                    <a16:creationId xmlns:a16="http://schemas.microsoft.com/office/drawing/2014/main" id="{3BACB11D-00E2-AE44-C987-C5C3290731A5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94" name="Rectangle: Rounded Corners 4">
                <a:extLst>
                  <a:ext uri="{FF2B5EF4-FFF2-40B4-BE49-F238E27FC236}">
                    <a16:creationId xmlns:a16="http://schemas.microsoft.com/office/drawing/2014/main" id="{2957841D-75F3-1114-EE19-233A02E1C4D0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3414009C-818C-D7E5-CCA8-5BB28DDA8A87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91" name="Rectangle: Rounded Corners 90">
                <a:extLst>
                  <a:ext uri="{FF2B5EF4-FFF2-40B4-BE49-F238E27FC236}">
                    <a16:creationId xmlns:a16="http://schemas.microsoft.com/office/drawing/2014/main" id="{F3C69BB1-6359-1E4F-E8FF-486B8747154A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92" name="Rectangle: Rounded Corners 4">
                <a:extLst>
                  <a:ext uri="{FF2B5EF4-FFF2-40B4-BE49-F238E27FC236}">
                    <a16:creationId xmlns:a16="http://schemas.microsoft.com/office/drawing/2014/main" id="{FE156D00-A6AC-B5A2-D4CA-2E293536B77E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E80B8C3-060C-4B6B-7155-957BC5472AF6}"/>
              </a:ext>
            </a:extLst>
          </p:cNvPr>
          <p:cNvGrpSpPr/>
          <p:nvPr/>
        </p:nvGrpSpPr>
        <p:grpSpPr>
          <a:xfrm>
            <a:off x="7318032" y="5053482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8BDBA6CB-C06F-B24D-D561-149813F7569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9" name="Rectangle: Rounded Corners 4">
              <a:extLst>
                <a:ext uri="{FF2B5EF4-FFF2-40B4-BE49-F238E27FC236}">
                  <a16:creationId xmlns:a16="http://schemas.microsoft.com/office/drawing/2014/main" id="{B66C0B98-00D4-1AF9-CAE4-BD59DE5EDE2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949C254-0ACB-EC44-DF8F-4B95C04DFAB3}"/>
              </a:ext>
            </a:extLst>
          </p:cNvPr>
          <p:cNvGrpSpPr/>
          <p:nvPr/>
        </p:nvGrpSpPr>
        <p:grpSpPr>
          <a:xfrm>
            <a:off x="10379870" y="3713257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93BAFD4A-C99C-C974-65BB-0E7E265DF2F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2" name="Rectangle: Rounded Corners 4">
              <a:extLst>
                <a:ext uri="{FF2B5EF4-FFF2-40B4-BE49-F238E27FC236}">
                  <a16:creationId xmlns:a16="http://schemas.microsoft.com/office/drawing/2014/main" id="{356FF1DD-B4C7-A313-3C0B-C67713D11E8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1CE878E-4EE3-425E-9E24-FE66A22AE7CC}"/>
              </a:ext>
            </a:extLst>
          </p:cNvPr>
          <p:cNvGrpSpPr/>
          <p:nvPr/>
        </p:nvGrpSpPr>
        <p:grpSpPr>
          <a:xfrm>
            <a:off x="5570651" y="5980263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55896397-1C9E-EF7B-E03A-798F7ED33DD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5" name="Rectangle: Rounded Corners 4">
              <a:extLst>
                <a:ext uri="{FF2B5EF4-FFF2-40B4-BE49-F238E27FC236}">
                  <a16:creationId xmlns:a16="http://schemas.microsoft.com/office/drawing/2014/main" id="{76875971-2542-F8D2-B873-7B299451732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DDDF149-A3BD-2C06-4741-E5AFD9052F5A}"/>
              </a:ext>
            </a:extLst>
          </p:cNvPr>
          <p:cNvGrpSpPr/>
          <p:nvPr/>
        </p:nvGrpSpPr>
        <p:grpSpPr>
          <a:xfrm rot="2287042">
            <a:off x="7769521" y="845124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DD0DCF1E-BAC7-63CA-1B41-92CF5548CF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Arrow: Right 107">
              <a:extLst>
                <a:ext uri="{FF2B5EF4-FFF2-40B4-BE49-F238E27FC236}">
                  <a16:creationId xmlns:a16="http://schemas.microsoft.com/office/drawing/2014/main" id="{9A6B7DE6-FF94-D5E3-2F4E-72C59FC11039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AFB9449-196F-A128-C839-E976ACDC0F8F}"/>
              </a:ext>
            </a:extLst>
          </p:cNvPr>
          <p:cNvGrpSpPr/>
          <p:nvPr/>
        </p:nvGrpSpPr>
        <p:grpSpPr>
          <a:xfrm rot="8512001">
            <a:off x="10971400" y="2546887"/>
            <a:ext cx="889628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D62F879-2684-FEBE-AD92-C80FF4887C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Arrow: Right 110">
              <a:extLst>
                <a:ext uri="{FF2B5EF4-FFF2-40B4-BE49-F238E27FC236}">
                  <a16:creationId xmlns:a16="http://schemas.microsoft.com/office/drawing/2014/main" id="{4E3CCC62-F1AE-6688-A344-110E71D1208A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03521112-6110-F7D2-2781-F49692B4EF74}"/>
              </a:ext>
            </a:extLst>
          </p:cNvPr>
          <p:cNvGrpSpPr/>
          <p:nvPr/>
        </p:nvGrpSpPr>
        <p:grpSpPr>
          <a:xfrm rot="8512001">
            <a:off x="10925083" y="4266280"/>
            <a:ext cx="889628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579FC1A6-84EC-B0E9-01A8-95C00A1688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Arrow: Right 113">
              <a:extLst>
                <a:ext uri="{FF2B5EF4-FFF2-40B4-BE49-F238E27FC236}">
                  <a16:creationId xmlns:a16="http://schemas.microsoft.com/office/drawing/2014/main" id="{0EC307B0-D790-5958-F519-1C3258AB7963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80E55E71-C881-F5AD-8853-C7251919E9CA}"/>
              </a:ext>
            </a:extLst>
          </p:cNvPr>
          <p:cNvGrpSpPr/>
          <p:nvPr/>
        </p:nvGrpSpPr>
        <p:grpSpPr>
          <a:xfrm rot="20738645">
            <a:off x="6286479" y="5000520"/>
            <a:ext cx="889628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9421B303-543F-2673-7D8F-1F5540C836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Arrow: Right 116">
              <a:extLst>
                <a:ext uri="{FF2B5EF4-FFF2-40B4-BE49-F238E27FC236}">
                  <a16:creationId xmlns:a16="http://schemas.microsoft.com/office/drawing/2014/main" id="{368EEDFC-96F9-A674-7EC6-29E7AE839059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BCCE4B82-C655-3632-77ED-4254543FBB30}"/>
              </a:ext>
            </a:extLst>
          </p:cNvPr>
          <p:cNvGrpSpPr/>
          <p:nvPr/>
        </p:nvGrpSpPr>
        <p:grpSpPr>
          <a:xfrm>
            <a:off x="10442195" y="5395599"/>
            <a:ext cx="1058415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A88E7870-2C40-2152-5E8C-298205E9E75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0" name="Rectangle: Rounded Corners 4">
              <a:extLst>
                <a:ext uri="{FF2B5EF4-FFF2-40B4-BE49-F238E27FC236}">
                  <a16:creationId xmlns:a16="http://schemas.microsoft.com/office/drawing/2014/main" id="{D3AD4D08-FB07-43C3-CC44-9434A0F8186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FAE5C5A-E28E-7EEB-7365-97A27BE8024D}"/>
              </a:ext>
            </a:extLst>
          </p:cNvPr>
          <p:cNvGrpSpPr/>
          <p:nvPr/>
        </p:nvGrpSpPr>
        <p:grpSpPr>
          <a:xfrm>
            <a:off x="8699960" y="5410648"/>
            <a:ext cx="73091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FDCA1D55-D661-2A96-21FD-412EAA0B99B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3" name="Rectangle: Rounded Corners 4">
              <a:extLst>
                <a:ext uri="{FF2B5EF4-FFF2-40B4-BE49-F238E27FC236}">
                  <a16:creationId xmlns:a16="http://schemas.microsoft.com/office/drawing/2014/main" id="{E877C662-A86B-AE15-D809-E9AAB137025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1669824-9B01-2F0A-9A9F-5FA2B520CE58}"/>
              </a:ext>
            </a:extLst>
          </p:cNvPr>
          <p:cNvGrpSpPr/>
          <p:nvPr/>
        </p:nvGrpSpPr>
        <p:grpSpPr>
          <a:xfrm>
            <a:off x="9408115" y="4651503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1D706B3C-0A9C-0878-2DE1-A5CA39F3A63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6" name="Rectangle: Rounded Corners 4">
              <a:extLst>
                <a:ext uri="{FF2B5EF4-FFF2-40B4-BE49-F238E27FC236}">
                  <a16:creationId xmlns:a16="http://schemas.microsoft.com/office/drawing/2014/main" id="{5AD97332-8387-AF7A-C75E-E5A9447938D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CEC9036-B4A9-7F92-E04C-1D982673C246}"/>
              </a:ext>
            </a:extLst>
          </p:cNvPr>
          <p:cNvGrpSpPr/>
          <p:nvPr/>
        </p:nvGrpSpPr>
        <p:grpSpPr>
          <a:xfrm>
            <a:off x="5291995" y="2512386"/>
            <a:ext cx="73091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B442E57F-73DC-48EE-DB54-5FC00660806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5" name="Rectangle: Rounded Corners 4">
              <a:extLst>
                <a:ext uri="{FF2B5EF4-FFF2-40B4-BE49-F238E27FC236}">
                  <a16:creationId xmlns:a16="http://schemas.microsoft.com/office/drawing/2014/main" id="{8BC09B2B-9618-1B49-3AD8-145EF23429C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33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1710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4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1.48148E-6 L 0.00013 0.00023 C -0.00091 0.00393 -0.00208 0.00787 -0.00273 0.01227 C -0.00482 0.025 -0.00468 0.04259 -0.00482 0.05486 C -0.00247 0.10116 -0.00195 0.14768 0.00235 0.19352 C 0.00339 0.20486 0.00782 0.21412 0.01107 0.22361 C 0.01511 0.23588 0.01485 0.2368 0.02136 0.24699 C 0.02357 0.25069 0.0263 0.25324 0.02852 0.25671 C 0.03021 0.25903 0.03125 0.26273 0.03295 0.26504 C 0.03594 0.26875 0.03959 0.27083 0.04245 0.27454 C 0.04466 0.27731 0.04623 0.28148 0.04844 0.28403 C 0.06016 0.29907 0.07266 0.31157 0.08412 0.32685 C 0.08893 0.33333 0.09388 0.34004 0.0987 0.34606 C 0.10157 0.34954 0.10456 0.35254 0.10755 0.35579 C 0.10938 0.35764 0.11159 0.35879 0.11328 0.36111 C 0.11472 0.36319 0.1155 0.36643 0.11706 0.36805 C 0.1224 0.37384 0.12852 0.37685 0.13373 0.3831 C 0.13763 0.38773 0.14167 0.39213 0.14545 0.39676 C 0.14675 0.39861 0.14779 0.40116 0.14922 0.40231 C 0.1513 0.4044 0.15365 0.40486 0.15573 0.40648 C 0.15768 0.4081 0.15964 0.41065 0.16159 0.41204 C 0.16315 0.41296 0.16459 0.41273 0.16602 0.41342 C 0.16758 0.41412 0.1694 0.41551 0.1711 0.4162 C 0.17709 0.41852 0.18334 0.42037 0.18933 0.42315 C 0.19076 0.42361 0.19232 0.425 0.19375 0.42569 C 0.19714 0.42754 0.20052 0.4287 0.20404 0.42986 C 0.20821 0.43125 0.21563 0.43194 0.21927 0.43287 L 0.25365 0.43125 C 0.25703 0.43102 0.26068 0.43194 0.26393 0.42986 C 0.28321 0.41667 0.24206 0.42176 0.27813 0.42176 L 0.27813 0.42199 " pathEditMode="relative" rAng="0" ptsTypes="AAAAAAAAAAAAAAAAAAAAAAAAAAAAAAA">
                                      <p:cBhvr>
                                        <p:cTn id="150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46" y="2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000"/>
                            </p:stCondLst>
                            <p:childTnLst>
                              <p:par>
                                <p:cTn id="18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2000"/>
                            </p:stCondLst>
                            <p:childTnLst>
                              <p:par>
                                <p:cTn id="19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1000"/>
                            </p:stCondLst>
                            <p:childTnLst>
                              <p:par>
                                <p:cTn id="23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2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1500"/>
                            </p:stCondLst>
                            <p:childTnLst>
                              <p:par>
                                <p:cTn id="23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2000"/>
                            </p:stCondLst>
                            <p:childTnLst>
                              <p:par>
                                <p:cTn id="24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2500"/>
                            </p:stCondLst>
                            <p:childTnLst>
                              <p:par>
                                <p:cTn id="24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E08903-FE1D-0016-C847-28164B4CB517}"/>
              </a:ext>
            </a:extLst>
          </p:cNvPr>
          <p:cNvSpPr txBox="1"/>
          <p:nvPr/>
        </p:nvSpPr>
        <p:spPr>
          <a:xfrm>
            <a:off x="35329" y="1817001"/>
            <a:ext cx="553255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void </a:t>
            </a:r>
            <a:r>
              <a:rPr lang="en-US" sz="2000" b="1" dirty="0" err="1">
                <a:solidFill>
                  <a:srgbClr val="002060"/>
                </a:solidFill>
              </a:rPr>
              <a:t>insertionAtEnd</a:t>
            </a:r>
            <a:r>
              <a:rPr lang="en-US" sz="2000" b="1" dirty="0">
                <a:solidFill>
                  <a:srgbClr val="002060"/>
                </a:solidFill>
              </a:rPr>
              <a:t>() {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</a:t>
            </a:r>
            <a:r>
              <a:rPr lang="en-US" sz="2000" b="1" dirty="0" err="1">
                <a:solidFill>
                  <a:srgbClr val="002060"/>
                </a:solidFill>
              </a:rPr>
              <a:t>cout</a:t>
            </a:r>
            <a:r>
              <a:rPr lang="en-US" sz="2000" b="1" dirty="0">
                <a:solidFill>
                  <a:srgbClr val="002060"/>
                </a:solidFill>
              </a:rPr>
              <a:t> &lt;&lt; "\n Enter value for the node = ";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</a:t>
            </a:r>
            <a:r>
              <a:rPr lang="en-US" sz="2000" b="1" dirty="0" err="1">
                <a:solidFill>
                  <a:srgbClr val="002060"/>
                </a:solidFill>
              </a:rPr>
              <a:t>cin</a:t>
            </a:r>
            <a:r>
              <a:rPr lang="en-US" sz="2000" b="1" dirty="0">
                <a:solidFill>
                  <a:srgbClr val="002060"/>
                </a:solidFill>
              </a:rPr>
              <a:t> &gt;&gt; </a:t>
            </a:r>
            <a:r>
              <a:rPr lang="en-US" sz="2000" b="1" dirty="0" err="1">
                <a:solidFill>
                  <a:srgbClr val="002060"/>
                </a:solidFill>
              </a:rPr>
              <a:t>val</a:t>
            </a:r>
            <a:r>
              <a:rPr lang="en-US" sz="2000" b="1" dirty="0">
                <a:solidFill>
                  <a:srgbClr val="002060"/>
                </a:solidFill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Node*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 = new Node(</a:t>
            </a:r>
            <a:r>
              <a:rPr lang="en-US" sz="2000" b="1" dirty="0" err="1">
                <a:solidFill>
                  <a:srgbClr val="002060"/>
                </a:solidFill>
              </a:rPr>
              <a:t>val</a:t>
            </a:r>
            <a:r>
              <a:rPr lang="en-US" sz="2000" b="1" dirty="0">
                <a:solidFill>
                  <a:srgbClr val="002060"/>
                </a:solidFill>
              </a:rPr>
              <a:t>);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if ( </a:t>
            </a:r>
            <a:r>
              <a:rPr lang="en-US" sz="2000" b="1" dirty="0" err="1"/>
              <a:t>isListEmpty</a:t>
            </a:r>
            <a:r>
              <a:rPr lang="en-US" sz="2000" b="1" dirty="0"/>
              <a:t>( ) </a:t>
            </a:r>
            <a:r>
              <a:rPr lang="en-US" sz="2000" b="1" dirty="0">
                <a:solidFill>
                  <a:srgbClr val="002060"/>
                </a:solidFill>
              </a:rPr>
              <a:t>) {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    head = tail =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; 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    return;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}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tail-&gt;next =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; 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tail =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; 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3072D-2942-5DF4-CFB7-90E875EA1BA9}"/>
              </a:ext>
            </a:extLst>
          </p:cNvPr>
          <p:cNvSpPr txBox="1"/>
          <p:nvPr/>
        </p:nvSpPr>
        <p:spPr>
          <a:xfrm>
            <a:off x="116806" y="546221"/>
            <a:ext cx="53054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bool </a:t>
            </a:r>
            <a:r>
              <a:rPr lang="en-US" sz="2000" b="1" dirty="0" err="1"/>
              <a:t>isListEmpty</a:t>
            </a:r>
            <a:r>
              <a:rPr lang="en-US" sz="2000" b="1" dirty="0"/>
              <a:t>() {</a:t>
            </a:r>
          </a:p>
          <a:p>
            <a:r>
              <a:rPr lang="en-US" sz="2000" b="1" dirty="0"/>
              <a:t>        return (head == </a:t>
            </a:r>
            <a:r>
              <a:rPr lang="en-US" sz="2000" b="1" dirty="0" err="1"/>
              <a:t>nullptr</a:t>
            </a:r>
            <a:r>
              <a:rPr lang="en-US" sz="2000" b="1" dirty="0"/>
              <a:t>);</a:t>
            </a:r>
          </a:p>
          <a:p>
            <a:r>
              <a:rPr lang="en-US" sz="2000" b="1" dirty="0"/>
              <a:t>    }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A696AC2-D7C9-B460-7FB0-5DC7E35B108B}"/>
              </a:ext>
            </a:extLst>
          </p:cNvPr>
          <p:cNvGrpSpPr/>
          <p:nvPr/>
        </p:nvGrpSpPr>
        <p:grpSpPr>
          <a:xfrm>
            <a:off x="6056529" y="160309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7F604FE-E926-035B-B55B-FC63E7D9424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42E4B742-F237-CAAD-3BF2-EFCE4759AFA5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BCB1AAC-411D-D174-A98E-A33ED9EFE08C}"/>
              </a:ext>
            </a:extLst>
          </p:cNvPr>
          <p:cNvGrpSpPr/>
          <p:nvPr/>
        </p:nvGrpSpPr>
        <p:grpSpPr>
          <a:xfrm>
            <a:off x="6307927" y="707028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FB0DF73-E8BE-06B3-1CE2-DC5436EAA1C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33533E0F-8A08-DD3C-6ABE-824427211CA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A7C797B-C11B-D027-A94F-BECBF313B3E4}"/>
              </a:ext>
            </a:extLst>
          </p:cNvPr>
          <p:cNvGrpSpPr/>
          <p:nvPr/>
        </p:nvGrpSpPr>
        <p:grpSpPr>
          <a:xfrm>
            <a:off x="6121298" y="5067337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871EBA2-C698-522D-7653-D43DD36EF1B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9EBD6211-0F7D-CA95-FDCE-06B533F08D26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14BFE87-897C-C43A-9D3D-CD912AA91346}"/>
              </a:ext>
            </a:extLst>
          </p:cNvPr>
          <p:cNvGrpSpPr/>
          <p:nvPr/>
        </p:nvGrpSpPr>
        <p:grpSpPr>
          <a:xfrm>
            <a:off x="6155116" y="5661936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F8E0535-CA11-B07A-53C2-E0EEFC9E985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0" name="Rectangle: Rounded Corners 4">
              <a:extLst>
                <a:ext uri="{FF2B5EF4-FFF2-40B4-BE49-F238E27FC236}">
                  <a16:creationId xmlns:a16="http://schemas.microsoft.com/office/drawing/2014/main" id="{E5DECE93-66D1-D3A2-8BB7-60F1A1B99AD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E3DA04C-3D5E-1EB4-5CB1-C3AE8D376126}"/>
              </a:ext>
            </a:extLst>
          </p:cNvPr>
          <p:cNvGrpSpPr/>
          <p:nvPr/>
        </p:nvGrpSpPr>
        <p:grpSpPr>
          <a:xfrm>
            <a:off x="7422479" y="2207413"/>
            <a:ext cx="4002126" cy="1143042"/>
            <a:chOff x="5206427" y="770677"/>
            <a:chExt cx="4516995" cy="1179639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63747DA-CEE2-E125-BC27-291CAA4FB388}"/>
                </a:ext>
              </a:extLst>
            </p:cNvPr>
            <p:cNvGrpSpPr/>
            <p:nvPr/>
          </p:nvGrpSpPr>
          <p:grpSpPr>
            <a:xfrm>
              <a:off x="6297519" y="770677"/>
              <a:ext cx="2618070" cy="484119"/>
              <a:chOff x="1159466" y="892336"/>
              <a:chExt cx="2405552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FA23F095-708E-2332-8845-708A615A728C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5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40" name="Rectangle: Rounded Corners 4">
                <a:extLst>
                  <a:ext uri="{FF2B5EF4-FFF2-40B4-BE49-F238E27FC236}">
                    <a16:creationId xmlns:a16="http://schemas.microsoft.com/office/drawing/2014/main" id="{32093DAF-9F49-7711-C1A9-9C77465E4E46}"/>
                  </a:ext>
                </a:extLst>
              </p:cNvPr>
              <p:cNvSpPr txBox="1"/>
              <p:nvPr/>
            </p:nvSpPr>
            <p:spPr>
              <a:xfrm>
                <a:off x="1202696" y="1067247"/>
                <a:ext cx="221898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5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    </a:t>
                </a:r>
                <a:r>
                  <a:rPr lang="en-US" sz="25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5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9813893F-ECC4-FE3C-9DCE-19747DAF6BCB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7B8B413-3CF7-7711-EE99-0393E5CE9642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239D9396-E5DE-99DC-137F-C0AF384F9DCF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38" name="Rectangle: Rounded Corners 4">
                <a:extLst>
                  <a:ext uri="{FF2B5EF4-FFF2-40B4-BE49-F238E27FC236}">
                    <a16:creationId xmlns:a16="http://schemas.microsoft.com/office/drawing/2014/main" id="{137EAD51-822B-2D4A-8932-1BE2B5EFE357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A8F7415-CA79-F66A-A751-1B550011E4DD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1E9CF4B-C96F-1AB5-0804-D1452B780299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36" name="Rectangle: Rounded Corners 4">
                <a:extLst>
                  <a:ext uri="{FF2B5EF4-FFF2-40B4-BE49-F238E27FC236}">
                    <a16:creationId xmlns:a16="http://schemas.microsoft.com/office/drawing/2014/main" id="{FFCB1BA1-6E15-AA72-B725-93BAD8C122A7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6AF2810-8ADF-932D-0A03-4FDD967D958C}"/>
              </a:ext>
            </a:extLst>
          </p:cNvPr>
          <p:cNvGrpSpPr/>
          <p:nvPr/>
        </p:nvGrpSpPr>
        <p:grpSpPr>
          <a:xfrm>
            <a:off x="6778911" y="2589798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A596F981-C3BB-2B35-3751-82E14425BBA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3" name="Rectangle: Rounded Corners 4">
              <a:extLst>
                <a:ext uri="{FF2B5EF4-FFF2-40B4-BE49-F238E27FC236}">
                  <a16:creationId xmlns:a16="http://schemas.microsoft.com/office/drawing/2014/main" id="{F8834D45-68FD-C174-5F21-B35B55C95F1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3CB69C0-CA97-6E81-4B71-CE7987E9A064}"/>
              </a:ext>
            </a:extLst>
          </p:cNvPr>
          <p:cNvGrpSpPr/>
          <p:nvPr/>
        </p:nvGrpSpPr>
        <p:grpSpPr>
          <a:xfrm>
            <a:off x="9207947" y="2123928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152D0037-A560-070F-D299-36DE70AD4F3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6" name="Rectangle: Rounded Corners 4">
              <a:extLst>
                <a:ext uri="{FF2B5EF4-FFF2-40B4-BE49-F238E27FC236}">
                  <a16:creationId xmlns:a16="http://schemas.microsoft.com/office/drawing/2014/main" id="{E0A9A91C-9786-B7AA-B3C0-6F0E5C9B006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167A5A3-C0F3-B0F3-D825-9FBBE3D437D5}"/>
              </a:ext>
            </a:extLst>
          </p:cNvPr>
          <p:cNvGrpSpPr/>
          <p:nvPr/>
        </p:nvGrpSpPr>
        <p:grpSpPr>
          <a:xfrm>
            <a:off x="10092436" y="2907559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258C7AD6-4A50-AAAF-AA26-4BDA72CE464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9" name="Rectangle: Rounded Corners 4">
              <a:extLst>
                <a:ext uri="{FF2B5EF4-FFF2-40B4-BE49-F238E27FC236}">
                  <a16:creationId xmlns:a16="http://schemas.microsoft.com/office/drawing/2014/main" id="{74251C4F-22B7-73E9-5F35-EF2F3AE85DC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9397473-BFFD-993F-74A6-A422B344CC3F}"/>
              </a:ext>
            </a:extLst>
          </p:cNvPr>
          <p:cNvGrpSpPr/>
          <p:nvPr/>
        </p:nvGrpSpPr>
        <p:grpSpPr>
          <a:xfrm>
            <a:off x="5002797" y="2453590"/>
            <a:ext cx="73091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E7ED8FDF-C856-7B8A-C61B-B0881C2524B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6" name="Rectangle: Rounded Corners 4">
              <a:extLst>
                <a:ext uri="{FF2B5EF4-FFF2-40B4-BE49-F238E27FC236}">
                  <a16:creationId xmlns:a16="http://schemas.microsoft.com/office/drawing/2014/main" id="{9FAD8B55-7059-AA02-F77A-31CE5CA9495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786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7D1AE60-4A39-DDC5-7F92-469A8184FADD}"/>
              </a:ext>
            </a:extLst>
          </p:cNvPr>
          <p:cNvGrpSpPr/>
          <p:nvPr/>
        </p:nvGrpSpPr>
        <p:grpSpPr>
          <a:xfrm>
            <a:off x="6297433" y="711594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24895ED6-7CEB-C08B-CAB8-93F99237C87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5" name="Rectangle: Rounded Corners 4">
              <a:extLst>
                <a:ext uri="{FF2B5EF4-FFF2-40B4-BE49-F238E27FC236}">
                  <a16:creationId xmlns:a16="http://schemas.microsoft.com/office/drawing/2014/main" id="{51970558-5E42-F0AE-4A63-A4A7DE89B59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550C403-6C36-0B97-CD37-06AFAD50C820}"/>
              </a:ext>
            </a:extLst>
          </p:cNvPr>
          <p:cNvGrpSpPr/>
          <p:nvPr/>
        </p:nvGrpSpPr>
        <p:grpSpPr>
          <a:xfrm>
            <a:off x="6162494" y="5657206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2B9C5690-2FAE-6484-0475-DFA50EDA9FB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8" name="Rectangle: Rounded Corners 4">
              <a:extLst>
                <a:ext uri="{FF2B5EF4-FFF2-40B4-BE49-F238E27FC236}">
                  <a16:creationId xmlns:a16="http://schemas.microsoft.com/office/drawing/2014/main" id="{7A4BCC00-A45A-42E3-5CB7-F91A7D5AFB2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E28681A-1EDB-761F-EDFB-B3FCA45C4ED3}"/>
              </a:ext>
            </a:extLst>
          </p:cNvPr>
          <p:cNvGrpSpPr/>
          <p:nvPr/>
        </p:nvGrpSpPr>
        <p:grpSpPr>
          <a:xfrm rot="2287042">
            <a:off x="6901168" y="1412601"/>
            <a:ext cx="1542853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7C52B32-5C0A-DF51-B189-C5CB4DC116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1AB626A2-AA2C-2C58-D526-1022BE6A2A44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FF92D9A-E266-25D6-ABCA-CABA9EC10605}"/>
              </a:ext>
            </a:extLst>
          </p:cNvPr>
          <p:cNvGrpSpPr/>
          <p:nvPr/>
        </p:nvGrpSpPr>
        <p:grpSpPr>
          <a:xfrm rot="17350456">
            <a:off x="5992261" y="3910216"/>
            <a:ext cx="1843177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F6C5DA6-1B13-6C1A-769E-9269BC9DEB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Arrow: Right 63">
              <a:extLst>
                <a:ext uri="{FF2B5EF4-FFF2-40B4-BE49-F238E27FC236}">
                  <a16:creationId xmlns:a16="http://schemas.microsoft.com/office/drawing/2014/main" id="{D430C031-0A02-1205-A64E-5EA88BE67D8D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</p:spTree>
    <p:extLst>
      <p:ext uri="{BB962C8B-B14F-4D97-AF65-F5344CB8AC3E}">
        <p14:creationId xmlns:p14="http://schemas.microsoft.com/office/powerpoint/2010/main" val="2711340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69 -0.00139 L 0.00469 -0.00115 C 0.00534 0.00324 0.00625 0.00811 0.00691 0.01297 C 0.01016 0.03889 0.00599 0.01783 0.01211 0.05255 C 0.01407 0.06412 0.0168 0.07524 0.01875 0.08681 C 0.02214 0.10811 0.01967 0.11389 0.0254 0.13565 C 0.02891 0.14885 0.03282 0.16158 0.03803 0.17269 C 0.04636 0.19028 0.07722 0.22107 0.08412 0.22801 C 0.11263 0.25718 0.11888 0.26598 0.14792 0.27824 C 0.15248 0.2801 0.1573 0.2801 0.16198 0.28102 C 0.17592 0.27871 0.19011 0.28056 0.20365 0.27431 C 0.21003 0.2713 0.21511 0.2625 0.21993 0.2544 C 0.22631 0.24422 0.23125 0.23149 0.23698 0.22014 C 0.23946 0.21528 0.24154 0.20973 0.24441 0.20579 C 0.24571 0.20394 0.24714 0.20255 0.24818 0.20047 C 0.24961 0.19769 0.25066 0.19422 0.25183 0.19121 C 0.25287 0.18889 0.25391 0.18681 0.25482 0.18449 C 0.2556 0.1794 0.25638 0.17408 0.25704 0.16875 C 0.2573 0.16644 0.25743 0.16436 0.25782 0.16204 C 0.25873 0.15672 0.2599 0.15162 0.26081 0.1463 C 0.26107 0.14468 0.26107 0.1426 0.26146 0.14098 C 0.26263 0.13658 0.26394 0.13218 0.26524 0.12778 C 0.26576 0.12616 0.26628 0.12431 0.26667 0.12246 C 0.26823 0.11644 0.27175 0.10116 0.27344 0.09746 L 0.27631 0.09098 C 0.27709 0.08727 0.278 0.08403 0.27865 0.08033 C 0.27956 0.07408 0.2793 0.07084 0.2793 0.06459 L 0.2793 0.06482 " pathEditMode="relative" rAng="0" ptsTypes="AAAAAAAAAAAAAAAAAAAAAAAAAAAA">
                                      <p:cBhvr>
                                        <p:cTn id="7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24" y="14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000"/>
                            </p:stCondLst>
                            <p:childTnLst>
                              <p:par>
                                <p:cTn id="15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500"/>
                            </p:stCondLst>
                            <p:childTnLst>
                              <p:par>
                                <p:cTn id="16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133C3E-19BA-DF25-1A80-4AB72552C131}"/>
              </a:ext>
            </a:extLst>
          </p:cNvPr>
          <p:cNvSpPr txBox="1"/>
          <p:nvPr/>
        </p:nvSpPr>
        <p:spPr>
          <a:xfrm>
            <a:off x="124486" y="193253"/>
            <a:ext cx="609750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void </a:t>
            </a:r>
            <a:r>
              <a:rPr lang="en-US" b="1" dirty="0" err="1"/>
              <a:t>insertionAfterValue</a:t>
            </a:r>
            <a:r>
              <a:rPr lang="en-US" b="1" dirty="0"/>
              <a:t>() {</a:t>
            </a:r>
          </a:p>
          <a:p>
            <a:r>
              <a:rPr lang="en-US" b="1" dirty="0"/>
              <a:t>        cout &lt;&lt; "\n Enter value after which you wish to insert new node = ";</a:t>
            </a:r>
          </a:p>
          <a:p>
            <a:r>
              <a:rPr lang="en-US" b="1" dirty="0"/>
              <a:t>        cin &gt;&gt; </a:t>
            </a:r>
            <a:r>
              <a:rPr lang="en-US" b="1" dirty="0" err="1"/>
              <a:t>afterVal</a:t>
            </a:r>
            <a:r>
              <a:rPr lang="en-US" b="1" dirty="0"/>
              <a:t>;</a:t>
            </a:r>
          </a:p>
          <a:p>
            <a:r>
              <a:rPr lang="en-US" b="1" dirty="0"/>
              <a:t>        Node* </a:t>
            </a:r>
            <a:r>
              <a:rPr lang="en-US" b="1" dirty="0" err="1"/>
              <a:t>tN</a:t>
            </a:r>
            <a:r>
              <a:rPr lang="en-US" b="1" dirty="0"/>
              <a:t> = head;</a:t>
            </a:r>
          </a:p>
          <a:p>
            <a:r>
              <a:rPr lang="en-US" b="1" dirty="0"/>
              <a:t>        while (</a:t>
            </a:r>
            <a:r>
              <a:rPr lang="en-US" b="1" dirty="0" err="1"/>
              <a:t>tN</a:t>
            </a:r>
            <a:r>
              <a:rPr lang="en-US" b="1" dirty="0"/>
              <a:t> != </a:t>
            </a:r>
            <a:r>
              <a:rPr lang="en-US" b="1" dirty="0" err="1"/>
              <a:t>nullptr</a:t>
            </a:r>
            <a:r>
              <a:rPr lang="en-US" b="1" dirty="0"/>
              <a:t> &amp;&amp; </a:t>
            </a:r>
            <a:r>
              <a:rPr lang="en-US" b="1" dirty="0" err="1"/>
              <a:t>tN</a:t>
            </a:r>
            <a:r>
              <a:rPr lang="en-US" b="1" dirty="0"/>
              <a:t>-&gt;data != </a:t>
            </a:r>
            <a:r>
              <a:rPr lang="en-US" b="1" dirty="0" err="1"/>
              <a:t>afterVal</a:t>
            </a:r>
            <a:r>
              <a:rPr lang="en-US" b="1" dirty="0"/>
              <a:t>)</a:t>
            </a:r>
          </a:p>
          <a:p>
            <a:r>
              <a:rPr lang="en-US" b="1" dirty="0"/>
              <a:t>            	</a:t>
            </a:r>
            <a:r>
              <a:rPr lang="en-US" b="1" dirty="0" err="1"/>
              <a:t>tN</a:t>
            </a:r>
            <a:r>
              <a:rPr lang="en-US" b="1" dirty="0"/>
              <a:t> = </a:t>
            </a:r>
            <a:r>
              <a:rPr lang="en-US" b="1" dirty="0" err="1"/>
              <a:t>tN</a:t>
            </a:r>
            <a:r>
              <a:rPr lang="en-US" b="1" dirty="0"/>
              <a:t>-&gt;next;</a:t>
            </a:r>
          </a:p>
          <a:p>
            <a:r>
              <a:rPr lang="en-US" b="1" dirty="0"/>
              <a:t>        if (</a:t>
            </a:r>
            <a:r>
              <a:rPr lang="en-US" b="1" dirty="0" err="1"/>
              <a:t>tN</a:t>
            </a:r>
            <a:r>
              <a:rPr lang="en-US" b="1" dirty="0"/>
              <a:t> == </a:t>
            </a:r>
            <a:r>
              <a:rPr lang="en-US" b="1" dirty="0" err="1"/>
              <a:t>nullptr</a:t>
            </a:r>
            <a:r>
              <a:rPr lang="en-US" b="1" dirty="0"/>
              <a:t>) {</a:t>
            </a:r>
          </a:p>
          <a:p>
            <a:r>
              <a:rPr lang="en-US" b="1" dirty="0"/>
              <a:t>            cout &lt;&lt; "\n Value not present in the list. \n";</a:t>
            </a:r>
          </a:p>
          <a:p>
            <a:r>
              <a:rPr lang="en-US" b="1" dirty="0"/>
              <a:t>            return;</a:t>
            </a:r>
          </a:p>
          <a:p>
            <a:r>
              <a:rPr lang="en-US" b="1" dirty="0"/>
              <a:t>        }</a:t>
            </a:r>
          </a:p>
          <a:p>
            <a:r>
              <a:rPr lang="en-US" b="1" dirty="0"/>
              <a:t>        cout &lt;&lt; "\n Value found, enter data value for the new node = ";</a:t>
            </a:r>
          </a:p>
          <a:p>
            <a:r>
              <a:rPr lang="en-US" b="1" dirty="0"/>
              <a:t>        cin &gt;&gt; </a:t>
            </a:r>
            <a:r>
              <a:rPr lang="en-US" b="1" dirty="0" err="1"/>
              <a:t>val</a:t>
            </a:r>
            <a:r>
              <a:rPr lang="en-US" b="1" dirty="0"/>
              <a:t>;</a:t>
            </a:r>
          </a:p>
          <a:p>
            <a:r>
              <a:rPr lang="en-US" b="1" dirty="0"/>
              <a:t>        Node* </a:t>
            </a:r>
            <a:r>
              <a:rPr lang="en-US" b="1" dirty="0" err="1"/>
              <a:t>newNode</a:t>
            </a:r>
            <a:r>
              <a:rPr lang="en-US" b="1" dirty="0"/>
              <a:t> = new Node(</a:t>
            </a:r>
            <a:r>
              <a:rPr lang="en-US" b="1" dirty="0" err="1"/>
              <a:t>val</a:t>
            </a:r>
            <a:r>
              <a:rPr lang="en-US" b="1" dirty="0"/>
              <a:t>);</a:t>
            </a:r>
          </a:p>
          <a:p>
            <a:r>
              <a:rPr lang="en-US" b="1" dirty="0"/>
              <a:t>        </a:t>
            </a:r>
            <a:r>
              <a:rPr lang="en-US" b="1" dirty="0" err="1"/>
              <a:t>newNode</a:t>
            </a:r>
            <a:r>
              <a:rPr lang="en-US" b="1" dirty="0"/>
              <a:t>-&gt;next = </a:t>
            </a:r>
            <a:r>
              <a:rPr lang="en-US" b="1" dirty="0" err="1"/>
              <a:t>tN</a:t>
            </a:r>
            <a:r>
              <a:rPr lang="en-US" b="1" dirty="0"/>
              <a:t>-&gt;next;</a:t>
            </a:r>
          </a:p>
          <a:p>
            <a:r>
              <a:rPr lang="en-US" b="1" dirty="0"/>
              <a:t>        </a:t>
            </a:r>
            <a:r>
              <a:rPr lang="en-US" b="1" dirty="0" err="1"/>
              <a:t>tN</a:t>
            </a:r>
            <a:r>
              <a:rPr lang="en-US" b="1" dirty="0"/>
              <a:t>-&gt;next = </a:t>
            </a:r>
            <a:r>
              <a:rPr lang="en-US" b="1" dirty="0" err="1"/>
              <a:t>newNode</a:t>
            </a:r>
            <a:r>
              <a:rPr lang="en-US" b="1" dirty="0"/>
              <a:t>;</a:t>
            </a:r>
          </a:p>
          <a:p>
            <a:r>
              <a:rPr lang="en-US" b="1" dirty="0"/>
              <a:t>        if (</a:t>
            </a:r>
            <a:r>
              <a:rPr lang="en-US" b="1" dirty="0" err="1"/>
              <a:t>tN</a:t>
            </a:r>
            <a:r>
              <a:rPr lang="en-US" b="1" dirty="0"/>
              <a:t> == tail) </a:t>
            </a:r>
          </a:p>
          <a:p>
            <a:r>
              <a:rPr lang="en-US" b="1" dirty="0"/>
              <a:t>	tail = </a:t>
            </a:r>
            <a:r>
              <a:rPr lang="en-US" b="1" dirty="0" err="1"/>
              <a:t>newNode</a:t>
            </a:r>
            <a:r>
              <a:rPr lang="en-US" b="1" dirty="0"/>
              <a:t>;</a:t>
            </a:r>
          </a:p>
          <a:p>
            <a:r>
              <a:rPr lang="en-US" b="1" dirty="0"/>
              <a:t>    }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00C62A4-4EE4-7E05-25A6-3882348C6B23}"/>
              </a:ext>
            </a:extLst>
          </p:cNvPr>
          <p:cNvGrpSpPr/>
          <p:nvPr/>
        </p:nvGrpSpPr>
        <p:grpSpPr>
          <a:xfrm>
            <a:off x="6176449" y="160309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C45FCDB-37E4-81C5-E74D-787AEED5B12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9B27D032-281A-60F3-00C3-470BE469CB89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339213-C0E9-7968-D79A-B1BBB6B0A20A}"/>
              </a:ext>
            </a:extLst>
          </p:cNvPr>
          <p:cNvGrpSpPr/>
          <p:nvPr/>
        </p:nvGrpSpPr>
        <p:grpSpPr>
          <a:xfrm>
            <a:off x="7827496" y="2367522"/>
            <a:ext cx="4014430" cy="1145236"/>
            <a:chOff x="5206427" y="770677"/>
            <a:chExt cx="4516995" cy="117963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599EE6E-4CA8-6EEE-7F17-79D649063099}"/>
                </a:ext>
              </a:extLst>
            </p:cNvPr>
            <p:cNvGrpSpPr/>
            <p:nvPr/>
          </p:nvGrpSpPr>
          <p:grpSpPr>
            <a:xfrm>
              <a:off x="6297519" y="770677"/>
              <a:ext cx="2618070" cy="484119"/>
              <a:chOff x="1159466" y="892336"/>
              <a:chExt cx="2405552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61BA5570-C35D-7C75-7DD6-F241CCC35EA2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22" name="Rectangle: Rounded Corners 4">
                <a:extLst>
                  <a:ext uri="{FF2B5EF4-FFF2-40B4-BE49-F238E27FC236}">
                    <a16:creationId xmlns:a16="http://schemas.microsoft.com/office/drawing/2014/main" id="{BFAC928C-DE37-6A65-3C7D-D0ACDC10D9CB}"/>
                  </a:ext>
                </a:extLst>
              </p:cNvPr>
              <p:cNvSpPr txBox="1"/>
              <p:nvPr/>
            </p:nvSpPr>
            <p:spPr>
              <a:xfrm>
                <a:off x="1202696" y="1067247"/>
                <a:ext cx="221898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   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4FF9412-AF8C-656B-0364-000BE7B56AB8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7BBFC67-0487-AD39-0211-60B6ADC6ACE2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81B3A07F-6B73-F5EB-CA65-9E90FBED7355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20" name="Rectangle: Rounded Corners 4">
                <a:extLst>
                  <a:ext uri="{FF2B5EF4-FFF2-40B4-BE49-F238E27FC236}">
                    <a16:creationId xmlns:a16="http://schemas.microsoft.com/office/drawing/2014/main" id="{5BC9FC0F-8093-53E3-D4FF-FEB2264D9974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FB28DB5-EC5A-AA7B-F7B1-A5E3AC408859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F7CC288F-F639-F178-1EBA-6486BA4522CB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8" name="Rectangle: Rounded Corners 4">
                <a:extLst>
                  <a:ext uri="{FF2B5EF4-FFF2-40B4-BE49-F238E27FC236}">
                    <a16:creationId xmlns:a16="http://schemas.microsoft.com/office/drawing/2014/main" id="{D0AB62C9-F343-8C7B-313C-6515BB0AD03B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8680147-E229-5B95-8D06-7E2C80F1B19B}"/>
              </a:ext>
            </a:extLst>
          </p:cNvPr>
          <p:cNvGrpSpPr/>
          <p:nvPr/>
        </p:nvGrpSpPr>
        <p:grpSpPr>
          <a:xfrm>
            <a:off x="7509292" y="2724653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80CE1344-0424-46EF-87C4-F7CB0B38B28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5" name="Rectangle: Rounded Corners 4">
              <a:extLst>
                <a:ext uri="{FF2B5EF4-FFF2-40B4-BE49-F238E27FC236}">
                  <a16:creationId xmlns:a16="http://schemas.microsoft.com/office/drawing/2014/main" id="{954EBB75-1B84-04A0-3274-9C99B0CC76F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FFEFBD5-A762-9536-08BA-97C79D707C4B}"/>
              </a:ext>
            </a:extLst>
          </p:cNvPr>
          <p:cNvGrpSpPr/>
          <p:nvPr/>
        </p:nvGrpSpPr>
        <p:grpSpPr>
          <a:xfrm>
            <a:off x="9619801" y="2284037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0DD6F9D1-FC67-B06B-2925-78C70DE009E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8" name="Rectangle: Rounded Corners 4">
              <a:extLst>
                <a:ext uri="{FF2B5EF4-FFF2-40B4-BE49-F238E27FC236}">
                  <a16:creationId xmlns:a16="http://schemas.microsoft.com/office/drawing/2014/main" id="{F27C7B01-AB7A-172C-78D6-157264D8E52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813DB8A-DF91-75C8-814C-9AE584C9343E}"/>
              </a:ext>
            </a:extLst>
          </p:cNvPr>
          <p:cNvGrpSpPr/>
          <p:nvPr/>
        </p:nvGrpSpPr>
        <p:grpSpPr>
          <a:xfrm>
            <a:off x="10536648" y="3063685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7DAC96CE-9D16-173C-EDDD-E7D87B3DE6B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1" name="Rectangle: Rounded Corners 4">
              <a:extLst>
                <a:ext uri="{FF2B5EF4-FFF2-40B4-BE49-F238E27FC236}">
                  <a16:creationId xmlns:a16="http://schemas.microsoft.com/office/drawing/2014/main" id="{9E0633E1-8957-DF66-CE4E-51802347519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00BBE8F-97FD-493C-5A05-143A7B4F8486}"/>
              </a:ext>
            </a:extLst>
          </p:cNvPr>
          <p:cNvGrpSpPr/>
          <p:nvPr/>
        </p:nvGrpSpPr>
        <p:grpSpPr>
          <a:xfrm>
            <a:off x="8856573" y="3029661"/>
            <a:ext cx="733158" cy="37377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19393F1E-1246-C4B3-3890-96EA84C3024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4" name="Rectangle: Rounded Corners 4">
              <a:extLst>
                <a:ext uri="{FF2B5EF4-FFF2-40B4-BE49-F238E27FC236}">
                  <a16:creationId xmlns:a16="http://schemas.microsoft.com/office/drawing/2014/main" id="{82E6112E-DC46-B902-DD83-28F6FE88D21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548C1D7-5B76-A58C-1ACA-64BA85008232}"/>
              </a:ext>
            </a:extLst>
          </p:cNvPr>
          <p:cNvGrpSpPr/>
          <p:nvPr/>
        </p:nvGrpSpPr>
        <p:grpSpPr>
          <a:xfrm>
            <a:off x="6078264" y="5311776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52A49A30-5254-C121-ADCF-4F41B4DD484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40" name="Rectangle: Rounded Corners 4">
              <a:extLst>
                <a:ext uri="{FF2B5EF4-FFF2-40B4-BE49-F238E27FC236}">
                  <a16:creationId xmlns:a16="http://schemas.microsoft.com/office/drawing/2014/main" id="{A87FC0F3-BF4E-C0E8-DC75-668EDC05B87A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A74EDB0-70E1-9D1D-0EDB-ED08E351D40C}"/>
              </a:ext>
            </a:extLst>
          </p:cNvPr>
          <p:cNvGrpSpPr/>
          <p:nvPr/>
        </p:nvGrpSpPr>
        <p:grpSpPr>
          <a:xfrm>
            <a:off x="6078264" y="5921098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F6F79B24-3B5D-9782-EACA-7915A9EAAEF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6" name="Rectangle: Rounded Corners 4">
              <a:extLst>
                <a:ext uri="{FF2B5EF4-FFF2-40B4-BE49-F238E27FC236}">
                  <a16:creationId xmlns:a16="http://schemas.microsoft.com/office/drawing/2014/main" id="{8CC03423-75A8-717B-A760-73F646E034D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ABCF7B8-AED8-71AD-2C13-C429A3DDCEC5}"/>
              </a:ext>
            </a:extLst>
          </p:cNvPr>
          <p:cNvGrpSpPr/>
          <p:nvPr/>
        </p:nvGrpSpPr>
        <p:grpSpPr>
          <a:xfrm>
            <a:off x="7854655" y="866572"/>
            <a:ext cx="4014430" cy="1145236"/>
            <a:chOff x="5206427" y="770677"/>
            <a:chExt cx="4516995" cy="1179639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C939FE6-88A7-303E-8F51-4E7CC159B0A6}"/>
                </a:ext>
              </a:extLst>
            </p:cNvPr>
            <p:cNvGrpSpPr/>
            <p:nvPr/>
          </p:nvGrpSpPr>
          <p:grpSpPr>
            <a:xfrm>
              <a:off x="6297520" y="770677"/>
              <a:ext cx="2334807" cy="484119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91383C-5F61-9424-A946-E20A6D0095F2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57" name="Rectangle: Rounded Corners 4">
                <a:extLst>
                  <a:ext uri="{FF2B5EF4-FFF2-40B4-BE49-F238E27FC236}">
                    <a16:creationId xmlns:a16="http://schemas.microsoft.com/office/drawing/2014/main" id="{5ED65F4A-060F-3BF1-CC3E-D47ADD2A88CB}"/>
                  </a:ext>
                </a:extLst>
              </p:cNvPr>
              <p:cNvSpPr txBox="1"/>
              <p:nvPr/>
            </p:nvSpPr>
            <p:spPr>
              <a:xfrm>
                <a:off x="1270085" y="1114247"/>
                <a:ext cx="188445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</a:t>
                </a:r>
                <a:r>
                  <a:rPr lang="en-US" sz="2000" b="1" dirty="0">
                    <a:solidFill>
                      <a:schemeClr val="bg2">
                        <a:lumMod val="25000"/>
                      </a:schemeClr>
                    </a:solidFill>
                  </a:rPr>
                  <a:t>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14D785F3-A9C7-5E07-ED19-E18DE1965CF8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4073A93-5D62-36ED-FC26-695B13420BCC}"/>
                </a:ext>
              </a:extLst>
            </p:cNvPr>
            <p:cNvGrpSpPr/>
            <p:nvPr/>
          </p:nvGrpSpPr>
          <p:grpSpPr>
            <a:xfrm>
              <a:off x="5359337" y="1467460"/>
              <a:ext cx="1869845" cy="371558"/>
              <a:chOff x="1159466" y="892336"/>
              <a:chExt cx="2145283" cy="1367628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02EA5460-CA8A-1068-BEDF-849A725ADC53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145283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55" name="Rectangle: Rounded Corners 4">
                <a:extLst>
                  <a:ext uri="{FF2B5EF4-FFF2-40B4-BE49-F238E27FC236}">
                    <a16:creationId xmlns:a16="http://schemas.microsoft.com/office/drawing/2014/main" id="{52A69730-3B83-3B39-89E8-F65C18275391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699C905-AB8D-3D76-E57D-29A2838D49A6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6EB9F96D-C0D6-1F94-59D7-F9888CDD9F66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53" name="Rectangle: Rounded Corners 4">
                <a:extLst>
                  <a:ext uri="{FF2B5EF4-FFF2-40B4-BE49-F238E27FC236}">
                    <a16:creationId xmlns:a16="http://schemas.microsoft.com/office/drawing/2014/main" id="{96E44AA1-8331-0561-9C26-715E8FC6B894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B86190A-5A78-E1B2-C5E4-06CD9266D1B7}"/>
              </a:ext>
            </a:extLst>
          </p:cNvPr>
          <p:cNvGrpSpPr/>
          <p:nvPr/>
        </p:nvGrpSpPr>
        <p:grpSpPr>
          <a:xfrm>
            <a:off x="8961053" y="1547662"/>
            <a:ext cx="733158" cy="37377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10D2129B-9BB2-F718-02F9-69D8F9E9FAE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0" name="Rectangle: Rounded Corners 4">
              <a:extLst>
                <a:ext uri="{FF2B5EF4-FFF2-40B4-BE49-F238E27FC236}">
                  <a16:creationId xmlns:a16="http://schemas.microsoft.com/office/drawing/2014/main" id="{1574D76F-EC4A-3238-2778-F02850D1001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75ED2F5-47C3-7741-BBD6-2FC188E7CBF1}"/>
              </a:ext>
            </a:extLst>
          </p:cNvPr>
          <p:cNvGrpSpPr/>
          <p:nvPr/>
        </p:nvGrpSpPr>
        <p:grpSpPr>
          <a:xfrm>
            <a:off x="10563807" y="1569726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F244B0CA-46D4-E6F8-C5FA-E13309DED01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3" name="Rectangle: Rounded Corners 4">
              <a:extLst>
                <a:ext uri="{FF2B5EF4-FFF2-40B4-BE49-F238E27FC236}">
                  <a16:creationId xmlns:a16="http://schemas.microsoft.com/office/drawing/2014/main" id="{E7063B23-5743-1D7E-13BC-2D4974D6455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CAC5DA1-0D95-962F-EAA4-061AD75CDE28}"/>
              </a:ext>
            </a:extLst>
          </p:cNvPr>
          <p:cNvGrpSpPr/>
          <p:nvPr/>
        </p:nvGrpSpPr>
        <p:grpSpPr>
          <a:xfrm>
            <a:off x="9563411" y="800163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E5A002DA-83D7-F5CB-D596-0DED776AA9F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6" name="Rectangle: Rounded Corners 4">
              <a:extLst>
                <a:ext uri="{FF2B5EF4-FFF2-40B4-BE49-F238E27FC236}">
                  <a16:creationId xmlns:a16="http://schemas.microsoft.com/office/drawing/2014/main" id="{3EF6B16B-E7CF-CDC7-9BE2-174B380D7A2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75C34A1-5BEC-6A8D-BF84-E7A81881783D}"/>
              </a:ext>
            </a:extLst>
          </p:cNvPr>
          <p:cNvGrpSpPr/>
          <p:nvPr/>
        </p:nvGrpSpPr>
        <p:grpSpPr>
          <a:xfrm>
            <a:off x="7474052" y="126681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ACED548F-F8D2-AD1C-6D66-823E9CDCEE4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9" name="Rectangle: Rounded Corners 4">
              <a:extLst>
                <a:ext uri="{FF2B5EF4-FFF2-40B4-BE49-F238E27FC236}">
                  <a16:creationId xmlns:a16="http://schemas.microsoft.com/office/drawing/2014/main" id="{3748A733-7C5A-338E-BBE4-98A80700F76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37AC82F-E60E-F7E7-3120-F1D9C84A224A}"/>
              </a:ext>
            </a:extLst>
          </p:cNvPr>
          <p:cNvGrpSpPr/>
          <p:nvPr/>
        </p:nvGrpSpPr>
        <p:grpSpPr>
          <a:xfrm>
            <a:off x="10563807" y="1566582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88D73D57-2A5C-3432-2A87-E62A8BEAF9A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2" name="Rectangle: Rounded Corners 4">
              <a:extLst>
                <a:ext uri="{FF2B5EF4-FFF2-40B4-BE49-F238E27FC236}">
                  <a16:creationId xmlns:a16="http://schemas.microsoft.com/office/drawing/2014/main" id="{F2E196B9-57DA-A63B-05BD-0485EFE614D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2F83361-9E16-717D-10BB-20726F91F1E8}"/>
              </a:ext>
            </a:extLst>
          </p:cNvPr>
          <p:cNvGrpSpPr/>
          <p:nvPr/>
        </p:nvGrpSpPr>
        <p:grpSpPr>
          <a:xfrm>
            <a:off x="6436474" y="720871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7A782061-2653-9449-70AF-64C9FFB5CBB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5" name="Rectangle: Rounded Corners 4">
              <a:extLst>
                <a:ext uri="{FF2B5EF4-FFF2-40B4-BE49-F238E27FC236}">
                  <a16:creationId xmlns:a16="http://schemas.microsoft.com/office/drawing/2014/main" id="{D92BA383-8E9A-9441-B24D-DC78C25BDE8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EB9A82-2325-9E9B-EE5E-74D2BF9C471D}"/>
              </a:ext>
            </a:extLst>
          </p:cNvPr>
          <p:cNvGrpSpPr/>
          <p:nvPr/>
        </p:nvGrpSpPr>
        <p:grpSpPr>
          <a:xfrm>
            <a:off x="2557547" y="1026485"/>
            <a:ext cx="733158" cy="2772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6B909F9F-2C7B-5494-51E2-B0C4B4E6157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0" name="Rectangle: Rounded Corners 4">
              <a:extLst>
                <a:ext uri="{FF2B5EF4-FFF2-40B4-BE49-F238E27FC236}">
                  <a16:creationId xmlns:a16="http://schemas.microsoft.com/office/drawing/2014/main" id="{F5336327-8A0C-C732-2C6F-D68B7ECED16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05D91F4C-92A4-B363-B1C1-D0DDB3760B9F}"/>
              </a:ext>
            </a:extLst>
          </p:cNvPr>
          <p:cNvGrpSpPr/>
          <p:nvPr/>
        </p:nvGrpSpPr>
        <p:grpSpPr>
          <a:xfrm>
            <a:off x="4378529" y="3639500"/>
            <a:ext cx="1300470" cy="997421"/>
            <a:chOff x="5386193" y="1370509"/>
            <a:chExt cx="1300470" cy="997421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8CE78F6C-55D1-9B18-3DE9-0630000A0700}"/>
                </a:ext>
              </a:extLst>
            </p:cNvPr>
            <p:cNvGrpSpPr/>
            <p:nvPr/>
          </p:nvGrpSpPr>
          <p:grpSpPr>
            <a:xfrm>
              <a:off x="5386193" y="1370509"/>
              <a:ext cx="1300470" cy="844560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112" name="Rectangle: Rounded Corners 111">
                <a:extLst>
                  <a:ext uri="{FF2B5EF4-FFF2-40B4-BE49-F238E27FC236}">
                    <a16:creationId xmlns:a16="http://schemas.microsoft.com/office/drawing/2014/main" id="{3BDC3FD1-7F6E-D603-9DBA-0076A8E3C9D6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PK">
                  <a:solidFill>
                    <a:srgbClr val="FF0000"/>
                  </a:solidFill>
                </a:endParaRPr>
              </a:p>
            </p:txBody>
          </p:sp>
          <p:sp>
            <p:nvSpPr>
              <p:cNvPr id="113" name="Rectangle: Rounded Corners 4">
                <a:extLst>
                  <a:ext uri="{FF2B5EF4-FFF2-40B4-BE49-F238E27FC236}">
                    <a16:creationId xmlns:a16="http://schemas.microsoft.com/office/drawing/2014/main" id="{69385E4A-D926-871E-A719-A6BB4D7D9B4A}"/>
                  </a:ext>
                </a:extLst>
              </p:cNvPr>
              <p:cNvSpPr txBox="1"/>
              <p:nvPr/>
            </p:nvSpPr>
            <p:spPr>
              <a:xfrm>
                <a:off x="1302711" y="1060713"/>
                <a:ext cx="1813421" cy="1051982"/>
              </a:xfrm>
              <a:prstGeom prst="rect">
                <a:avLst/>
              </a:prstGeom>
              <a:grpFill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lvl="0" indent="0" algn="ctr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600" b="1" dirty="0" err="1">
                    <a:solidFill>
                      <a:srgbClr val="FF0000"/>
                    </a:solidFill>
                  </a:rPr>
                  <a:t>tN</a:t>
                </a:r>
                <a:endParaRPr lang="en-PK" sz="2600" b="1" kern="12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E7E626EF-BB30-FB28-835D-0BEFA16CF039}"/>
                </a:ext>
              </a:extLst>
            </p:cNvPr>
            <p:cNvGrpSpPr/>
            <p:nvPr/>
          </p:nvGrpSpPr>
          <p:grpSpPr>
            <a:xfrm>
              <a:off x="5406257" y="2049895"/>
              <a:ext cx="1232834" cy="318035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4A667487-6AE1-3D08-3528-F6E055C04E94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16" name="Rectangle: Rounded Corners 4">
                <a:extLst>
                  <a:ext uri="{FF2B5EF4-FFF2-40B4-BE49-F238E27FC236}">
                    <a16:creationId xmlns:a16="http://schemas.microsoft.com/office/drawing/2014/main" id="{60ED494A-7461-62C3-C2E6-194C11BF2D84}"/>
                  </a:ext>
                </a:extLst>
              </p:cNvPr>
              <p:cNvSpPr txBox="1"/>
              <p:nvPr/>
            </p:nvSpPr>
            <p:spPr>
              <a:xfrm>
                <a:off x="1202638" y="1108729"/>
                <a:ext cx="2022421" cy="1051981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200" b="1" kern="0" dirty="0">
                    <a:solidFill>
                      <a:srgbClr val="FFFFFF"/>
                    </a:solidFill>
                    <a:latin typeface="Franklin Gothic Book"/>
                  </a:rPr>
                  <a:t>0x1200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C13C00E-5FCC-3BE4-5FC5-2230E817895B}"/>
              </a:ext>
            </a:extLst>
          </p:cNvPr>
          <p:cNvGrpSpPr/>
          <p:nvPr/>
        </p:nvGrpSpPr>
        <p:grpSpPr>
          <a:xfrm>
            <a:off x="4393380" y="4312694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D2E95ED0-FE48-C76C-0CAD-3D98C77FDA7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0" name="Rectangle: Rounded Corners 4">
              <a:extLst>
                <a:ext uri="{FF2B5EF4-FFF2-40B4-BE49-F238E27FC236}">
                  <a16:creationId xmlns:a16="http://schemas.microsoft.com/office/drawing/2014/main" id="{B60BF924-3B65-45B4-40B4-925AD50DF3B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621B683-D3AF-734B-EC45-90AA3C3689A5}"/>
              </a:ext>
            </a:extLst>
          </p:cNvPr>
          <p:cNvGrpSpPr/>
          <p:nvPr/>
        </p:nvGrpSpPr>
        <p:grpSpPr>
          <a:xfrm>
            <a:off x="2530346" y="3743174"/>
            <a:ext cx="733158" cy="2772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DD061B45-1CC3-1E52-60FD-BB9E6B5B8B5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3" name="Rectangle: Rounded Corners 4">
              <a:extLst>
                <a:ext uri="{FF2B5EF4-FFF2-40B4-BE49-F238E27FC236}">
                  <a16:creationId xmlns:a16="http://schemas.microsoft.com/office/drawing/2014/main" id="{7F3AE0A6-EA17-3494-5F84-C86D8D49916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33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9B29489-B71B-522E-3E6D-C13666C802C8}"/>
              </a:ext>
            </a:extLst>
          </p:cNvPr>
          <p:cNvGrpSpPr/>
          <p:nvPr/>
        </p:nvGrpSpPr>
        <p:grpSpPr>
          <a:xfrm>
            <a:off x="7835508" y="3870809"/>
            <a:ext cx="4014430" cy="1145236"/>
            <a:chOff x="5206427" y="770677"/>
            <a:chExt cx="4516995" cy="1179639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D588B3C2-5AD4-2FF1-3C34-BDF80699208B}"/>
                </a:ext>
              </a:extLst>
            </p:cNvPr>
            <p:cNvGrpSpPr/>
            <p:nvPr/>
          </p:nvGrpSpPr>
          <p:grpSpPr>
            <a:xfrm>
              <a:off x="6297519" y="770677"/>
              <a:ext cx="2618070" cy="484119"/>
              <a:chOff x="1159466" y="892336"/>
              <a:chExt cx="2405552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136" name="Rectangle: Rounded Corners 135">
                <a:extLst>
                  <a:ext uri="{FF2B5EF4-FFF2-40B4-BE49-F238E27FC236}">
                    <a16:creationId xmlns:a16="http://schemas.microsoft.com/office/drawing/2014/main" id="{6EFE78DA-C926-5BF1-EFFC-5B3D742D3500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137" name="Rectangle: Rounded Corners 4">
                <a:extLst>
                  <a:ext uri="{FF2B5EF4-FFF2-40B4-BE49-F238E27FC236}">
                    <a16:creationId xmlns:a16="http://schemas.microsoft.com/office/drawing/2014/main" id="{467F6FAF-2312-28E2-DCD5-765E6BB3E3D1}"/>
                  </a:ext>
                </a:extLst>
              </p:cNvPr>
              <p:cNvSpPr txBox="1"/>
              <p:nvPr/>
            </p:nvSpPr>
            <p:spPr>
              <a:xfrm>
                <a:off x="1202696" y="1067247"/>
                <a:ext cx="221898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   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129" name="Rectangle: Rounded Corners 128">
              <a:extLst>
                <a:ext uri="{FF2B5EF4-FFF2-40B4-BE49-F238E27FC236}">
                  <a16:creationId xmlns:a16="http://schemas.microsoft.com/office/drawing/2014/main" id="{7B22080A-2759-6881-8442-6C11CF0C42FC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EAD67F04-A82D-64AB-7562-2624C9CCB0FE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134" name="Rectangle: Rounded Corners 133">
                <a:extLst>
                  <a:ext uri="{FF2B5EF4-FFF2-40B4-BE49-F238E27FC236}">
                    <a16:creationId xmlns:a16="http://schemas.microsoft.com/office/drawing/2014/main" id="{DAC3092D-B31A-ECD9-5318-8F51E109578A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35" name="Rectangle: Rounded Corners 4">
                <a:extLst>
                  <a:ext uri="{FF2B5EF4-FFF2-40B4-BE49-F238E27FC236}">
                    <a16:creationId xmlns:a16="http://schemas.microsoft.com/office/drawing/2014/main" id="{D993FB6D-C1C4-7362-2413-4713F81E447C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F612C057-B8A2-0F73-7A52-6F95586AAB0D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132" name="Rectangle: Rounded Corners 131">
                <a:extLst>
                  <a:ext uri="{FF2B5EF4-FFF2-40B4-BE49-F238E27FC236}">
                    <a16:creationId xmlns:a16="http://schemas.microsoft.com/office/drawing/2014/main" id="{7AE761E0-4CDE-BFEB-99AD-D0B4C01E03B0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33" name="Rectangle: Rounded Corners 4">
                <a:extLst>
                  <a:ext uri="{FF2B5EF4-FFF2-40B4-BE49-F238E27FC236}">
                    <a16:creationId xmlns:a16="http://schemas.microsoft.com/office/drawing/2014/main" id="{88878790-1C7E-7E4E-7C55-39B5F6961721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EC8AD20D-F0DD-889A-827B-DEB631A9C22E}"/>
              </a:ext>
            </a:extLst>
          </p:cNvPr>
          <p:cNvGrpSpPr/>
          <p:nvPr/>
        </p:nvGrpSpPr>
        <p:grpSpPr>
          <a:xfrm>
            <a:off x="7498937" y="4220553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F581EFC1-6F7A-80A4-C002-6B7455D8E5D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0" name="Rectangle: Rounded Corners 4">
              <a:extLst>
                <a:ext uri="{FF2B5EF4-FFF2-40B4-BE49-F238E27FC236}">
                  <a16:creationId xmlns:a16="http://schemas.microsoft.com/office/drawing/2014/main" id="{E67A9C6D-21FD-3E5E-2AB7-A889409DFF4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59F6A4B-9E1D-065D-C978-5F761FD844A7}"/>
              </a:ext>
            </a:extLst>
          </p:cNvPr>
          <p:cNvGrpSpPr/>
          <p:nvPr/>
        </p:nvGrpSpPr>
        <p:grpSpPr>
          <a:xfrm>
            <a:off x="9460533" y="376756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42" name="Rectangle: Rounded Corners 141">
              <a:extLst>
                <a:ext uri="{FF2B5EF4-FFF2-40B4-BE49-F238E27FC236}">
                  <a16:creationId xmlns:a16="http://schemas.microsoft.com/office/drawing/2014/main" id="{7EB55628-9A64-D0FB-3021-6972ED2ADDC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3" name="Rectangle: Rounded Corners 4">
              <a:extLst>
                <a:ext uri="{FF2B5EF4-FFF2-40B4-BE49-F238E27FC236}">
                  <a16:creationId xmlns:a16="http://schemas.microsoft.com/office/drawing/2014/main" id="{75E9578A-E88C-2D24-B1F6-C34D8E7D432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6B394C3C-0ACC-8B00-7D5E-3F47BB67BFFB}"/>
              </a:ext>
            </a:extLst>
          </p:cNvPr>
          <p:cNvGrpSpPr/>
          <p:nvPr/>
        </p:nvGrpSpPr>
        <p:grpSpPr>
          <a:xfrm>
            <a:off x="8857302" y="4602085"/>
            <a:ext cx="733158" cy="2772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45" name="Rectangle: Rounded Corners 144">
              <a:extLst>
                <a:ext uri="{FF2B5EF4-FFF2-40B4-BE49-F238E27FC236}">
                  <a16:creationId xmlns:a16="http://schemas.microsoft.com/office/drawing/2014/main" id="{5A5A4340-499C-5CBE-9817-0D29CA2DB3A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6" name="Rectangle: Rounded Corners 4">
              <a:extLst>
                <a:ext uri="{FF2B5EF4-FFF2-40B4-BE49-F238E27FC236}">
                  <a16:creationId xmlns:a16="http://schemas.microsoft.com/office/drawing/2014/main" id="{9B40CC8E-9980-8E63-6BC3-4D55D0E3CB3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33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B877E38B-CC49-17F5-129B-C5EED667BB39}"/>
              </a:ext>
            </a:extLst>
          </p:cNvPr>
          <p:cNvGrpSpPr/>
          <p:nvPr/>
        </p:nvGrpSpPr>
        <p:grpSpPr>
          <a:xfrm>
            <a:off x="10505661" y="4574771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96D415E8-E17B-9FAB-730F-CE1E801C1A4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2" name="Rectangle: Rounded Corners 4">
              <a:extLst>
                <a:ext uri="{FF2B5EF4-FFF2-40B4-BE49-F238E27FC236}">
                  <a16:creationId xmlns:a16="http://schemas.microsoft.com/office/drawing/2014/main" id="{63617C43-F02F-C919-5913-AB755EBBF78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C9274CCD-EFD1-72F3-BBEC-E8FD6714E18C}"/>
              </a:ext>
            </a:extLst>
          </p:cNvPr>
          <p:cNvGrpSpPr/>
          <p:nvPr/>
        </p:nvGrpSpPr>
        <p:grpSpPr>
          <a:xfrm>
            <a:off x="10531779" y="305900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19EFBCC8-D859-55CC-2A77-3090C525BC1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5" name="Rectangle: Rounded Corners 4">
              <a:extLst>
                <a:ext uri="{FF2B5EF4-FFF2-40B4-BE49-F238E27FC236}">
                  <a16:creationId xmlns:a16="http://schemas.microsoft.com/office/drawing/2014/main" id="{5AB0DD91-0397-CEA7-1F6E-299C659C88D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DD98335D-2A81-5873-C748-D5E39046CF43}"/>
              </a:ext>
            </a:extLst>
          </p:cNvPr>
          <p:cNvGrpSpPr/>
          <p:nvPr/>
        </p:nvGrpSpPr>
        <p:grpSpPr>
          <a:xfrm>
            <a:off x="6070910" y="592114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4C133691-61B5-BE6E-8069-5191DEBD340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8" name="Rectangle: Rounded Corners 4">
              <a:extLst>
                <a:ext uri="{FF2B5EF4-FFF2-40B4-BE49-F238E27FC236}">
                  <a16:creationId xmlns:a16="http://schemas.microsoft.com/office/drawing/2014/main" id="{2A31F896-7596-FDA5-22E9-B0AD99C8950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6906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10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870095-AA3F-C30F-E44C-B6FB7B9E05A1}"/>
              </a:ext>
            </a:extLst>
          </p:cNvPr>
          <p:cNvSpPr txBox="1"/>
          <p:nvPr/>
        </p:nvSpPr>
        <p:spPr>
          <a:xfrm>
            <a:off x="70164" y="126753"/>
            <a:ext cx="6475492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void </a:t>
            </a:r>
            <a:r>
              <a:rPr lang="en-US" b="1" dirty="0" err="1"/>
              <a:t>deleteByValue</a:t>
            </a:r>
            <a:r>
              <a:rPr lang="en-US" b="1" dirty="0"/>
              <a:t>() {</a:t>
            </a:r>
          </a:p>
          <a:p>
            <a:r>
              <a:rPr lang="en-US" b="1" dirty="0"/>
              <a:t>        if ( </a:t>
            </a:r>
            <a:r>
              <a:rPr lang="en-US" b="1" dirty="0" err="1"/>
              <a:t>isListEmpty</a:t>
            </a:r>
            <a:r>
              <a:rPr lang="en-US" b="1" dirty="0"/>
              <a:t>( ) ) {  cout &lt;&lt; "\n  Empty List ";   return;    }</a:t>
            </a:r>
          </a:p>
          <a:p>
            <a:r>
              <a:rPr lang="en-US" b="1" dirty="0"/>
              <a:t>cout &lt;&lt; "\n Enter the data value of the node you wish to delete";</a:t>
            </a:r>
          </a:p>
          <a:p>
            <a:r>
              <a:rPr lang="en-US" b="1" dirty="0"/>
              <a:t>        cin &gt;&gt; </a:t>
            </a:r>
            <a:r>
              <a:rPr lang="en-US" b="1" dirty="0" err="1"/>
              <a:t>val</a:t>
            </a:r>
            <a:r>
              <a:rPr lang="en-US" b="1" dirty="0"/>
              <a:t>;</a:t>
            </a:r>
          </a:p>
          <a:p>
            <a:r>
              <a:rPr lang="en-US" b="1" dirty="0"/>
              <a:t>        if (head-&gt;data == </a:t>
            </a:r>
            <a:r>
              <a:rPr lang="en-US" b="1" dirty="0" err="1"/>
              <a:t>val</a:t>
            </a:r>
            <a:r>
              <a:rPr lang="en-US" b="1" dirty="0"/>
              <a:t>) { 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            	Node* temp = head;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           	head = head-&gt;next;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            if (head == </a:t>
            </a:r>
            <a:r>
              <a:rPr lang="en-US" b="1" dirty="0" err="1"/>
              <a:t>nullptr</a:t>
            </a:r>
            <a:r>
              <a:rPr lang="en-US" b="1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                    tail = </a:t>
            </a:r>
            <a:r>
              <a:rPr lang="en-US" b="1" dirty="0" err="1"/>
              <a:t>nullptr</a:t>
            </a:r>
            <a:r>
              <a:rPr lang="en-US" b="1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            delete temp;     return;</a:t>
            </a:r>
          </a:p>
          <a:p>
            <a:r>
              <a:rPr lang="en-US" b="1" dirty="0"/>
              <a:t>        }</a:t>
            </a:r>
          </a:p>
          <a:p>
            <a:r>
              <a:rPr lang="en-US" b="1" dirty="0"/>
              <a:t>        Node* </a:t>
            </a:r>
            <a:r>
              <a:rPr lang="en-US" b="1" dirty="0" err="1"/>
              <a:t>tN</a:t>
            </a:r>
            <a:r>
              <a:rPr lang="en-US" b="1" dirty="0"/>
              <a:t> = head;</a:t>
            </a:r>
          </a:p>
          <a:p>
            <a:r>
              <a:rPr lang="en-US" b="1" dirty="0"/>
              <a:t>        Node* previous = </a:t>
            </a:r>
            <a:r>
              <a:rPr lang="en-US" b="1" dirty="0" err="1"/>
              <a:t>nullptr</a:t>
            </a:r>
            <a:r>
              <a:rPr lang="en-US" b="1" dirty="0"/>
              <a:t>;</a:t>
            </a:r>
          </a:p>
          <a:p>
            <a:r>
              <a:rPr lang="en-US" b="1" dirty="0"/>
              <a:t>        while (</a:t>
            </a:r>
            <a:r>
              <a:rPr lang="en-US" b="1" dirty="0" err="1"/>
              <a:t>tN</a:t>
            </a:r>
            <a:r>
              <a:rPr lang="en-US" b="1" dirty="0"/>
              <a:t> != </a:t>
            </a:r>
            <a:r>
              <a:rPr lang="en-US" b="1" dirty="0" err="1"/>
              <a:t>nullptr</a:t>
            </a:r>
            <a:r>
              <a:rPr lang="en-US" b="1" dirty="0"/>
              <a:t> &amp;&amp; </a:t>
            </a:r>
            <a:r>
              <a:rPr lang="en-US" b="1" dirty="0" err="1"/>
              <a:t>tN</a:t>
            </a:r>
            <a:r>
              <a:rPr lang="en-US" b="1" dirty="0"/>
              <a:t>-&gt;data != </a:t>
            </a:r>
            <a:r>
              <a:rPr lang="en-US" b="1" dirty="0" err="1"/>
              <a:t>val</a:t>
            </a:r>
            <a:r>
              <a:rPr lang="en-US" b="1" dirty="0"/>
              <a:t>) {</a:t>
            </a:r>
          </a:p>
          <a:p>
            <a:r>
              <a:rPr lang="en-US" b="1" dirty="0"/>
              <a:t>            	previous = </a:t>
            </a:r>
            <a:r>
              <a:rPr lang="en-US" b="1" dirty="0" err="1"/>
              <a:t>tN</a:t>
            </a:r>
            <a:r>
              <a:rPr lang="en-US" b="1" dirty="0"/>
              <a:t>;</a:t>
            </a:r>
          </a:p>
          <a:p>
            <a:r>
              <a:rPr lang="en-US" b="1" dirty="0"/>
              <a:t>            	</a:t>
            </a:r>
            <a:r>
              <a:rPr lang="en-US" b="1" dirty="0" err="1"/>
              <a:t>tN</a:t>
            </a:r>
            <a:r>
              <a:rPr lang="en-US" b="1" dirty="0"/>
              <a:t> = </a:t>
            </a:r>
            <a:r>
              <a:rPr lang="en-US" b="1" dirty="0" err="1"/>
              <a:t>tN</a:t>
            </a:r>
            <a:r>
              <a:rPr lang="en-US" b="1" dirty="0"/>
              <a:t>-&gt;next;</a:t>
            </a:r>
          </a:p>
          <a:p>
            <a:r>
              <a:rPr lang="en-US" b="1" dirty="0"/>
              <a:t>        }</a:t>
            </a:r>
          </a:p>
          <a:p>
            <a:r>
              <a:rPr lang="en-US" b="1" dirty="0"/>
              <a:t>        if (</a:t>
            </a:r>
            <a:r>
              <a:rPr lang="en-US" b="1" dirty="0" err="1"/>
              <a:t>tN</a:t>
            </a:r>
            <a:r>
              <a:rPr lang="en-US" b="1" dirty="0"/>
              <a:t> == </a:t>
            </a:r>
            <a:r>
              <a:rPr lang="en-US" b="1" dirty="0" err="1"/>
              <a:t>nullptr</a:t>
            </a:r>
            <a:r>
              <a:rPr lang="en-US" b="1" dirty="0"/>
              <a:t>) {  cout &lt;&lt; "Value not found";     return;   }</a:t>
            </a:r>
          </a:p>
          <a:p>
            <a:r>
              <a:rPr lang="en-US" b="1" dirty="0"/>
              <a:t>        previous-&gt;next = </a:t>
            </a:r>
            <a:r>
              <a:rPr lang="en-US" b="1" dirty="0" err="1"/>
              <a:t>tN</a:t>
            </a:r>
            <a:r>
              <a:rPr lang="en-US" b="1" dirty="0"/>
              <a:t>-&gt;next;</a:t>
            </a:r>
          </a:p>
          <a:p>
            <a:r>
              <a:rPr lang="en-US" b="1" dirty="0"/>
              <a:t>        if (</a:t>
            </a:r>
            <a:r>
              <a:rPr lang="en-US" b="1" dirty="0" err="1"/>
              <a:t>tN</a:t>
            </a:r>
            <a:r>
              <a:rPr lang="en-US" b="1" dirty="0"/>
              <a:t> == tail) </a:t>
            </a:r>
          </a:p>
          <a:p>
            <a:r>
              <a:rPr lang="en-US" b="1" dirty="0"/>
              <a:t>	tail = previous;</a:t>
            </a:r>
          </a:p>
          <a:p>
            <a:r>
              <a:rPr lang="en-US" b="1" dirty="0"/>
              <a:t>        delete </a:t>
            </a:r>
            <a:r>
              <a:rPr lang="en-US" b="1" dirty="0" err="1"/>
              <a:t>tN</a:t>
            </a:r>
            <a:r>
              <a:rPr lang="en-US" b="1" dirty="0"/>
              <a:t>;</a:t>
            </a:r>
          </a:p>
          <a:p>
            <a:r>
              <a:rPr lang="en-US" b="1" dirty="0"/>
              <a:t>    }</a:t>
            </a:r>
          </a:p>
          <a:p>
            <a:endParaRPr lang="en-US" b="1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CA9F3F-ECCB-BA5C-A8F3-538D24A0E93E}"/>
              </a:ext>
            </a:extLst>
          </p:cNvPr>
          <p:cNvGrpSpPr/>
          <p:nvPr/>
        </p:nvGrpSpPr>
        <p:grpSpPr>
          <a:xfrm>
            <a:off x="6248873" y="160309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1B39B7B-27B9-6B96-A8F3-E0834D53B55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F4C82EE7-9722-17B3-0CD8-7932E32B1801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DD17325-0526-D6E7-BA88-D5C6D9F303D2}"/>
              </a:ext>
            </a:extLst>
          </p:cNvPr>
          <p:cNvGrpSpPr/>
          <p:nvPr/>
        </p:nvGrpSpPr>
        <p:grpSpPr>
          <a:xfrm>
            <a:off x="6150688" y="5311776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D09D294-88C8-5E17-94AC-2AEA7391766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E34D2204-D790-1628-B709-CBD969EBE3A6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4E3D708-6F46-03EC-8B07-9811F2488156}"/>
              </a:ext>
            </a:extLst>
          </p:cNvPr>
          <p:cNvGrpSpPr/>
          <p:nvPr/>
        </p:nvGrpSpPr>
        <p:grpSpPr>
          <a:xfrm>
            <a:off x="6595609" y="69926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1124DCE2-1351-62E7-DF70-A57A249C871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3" name="Rectangle: Rounded Corners 4">
              <a:extLst>
                <a:ext uri="{FF2B5EF4-FFF2-40B4-BE49-F238E27FC236}">
                  <a16:creationId xmlns:a16="http://schemas.microsoft.com/office/drawing/2014/main" id="{0FA9393D-2BC5-04FE-668A-93B1CEDCA43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1D2F721-BEEB-691C-C26F-97A98BAB2E1F}"/>
              </a:ext>
            </a:extLst>
          </p:cNvPr>
          <p:cNvGrpSpPr/>
          <p:nvPr/>
        </p:nvGrpSpPr>
        <p:grpSpPr>
          <a:xfrm>
            <a:off x="6174178" y="5869858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7DE4E1AB-66D1-540D-59C3-0E01F113E99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6" name="Rectangle: Rounded Corners 4">
              <a:extLst>
                <a:ext uri="{FF2B5EF4-FFF2-40B4-BE49-F238E27FC236}">
                  <a16:creationId xmlns:a16="http://schemas.microsoft.com/office/drawing/2014/main" id="{00E84532-7975-33E8-838C-A67D79149C9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45DF533-00CF-EA1E-0EFD-4818D107E355}"/>
              </a:ext>
            </a:extLst>
          </p:cNvPr>
          <p:cNvGrpSpPr/>
          <p:nvPr/>
        </p:nvGrpSpPr>
        <p:grpSpPr>
          <a:xfrm>
            <a:off x="7827496" y="2367522"/>
            <a:ext cx="4014430" cy="1145236"/>
            <a:chOff x="5206427" y="770677"/>
            <a:chExt cx="4516995" cy="117963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DB944FE-1643-2178-A1A0-22AC334847F8}"/>
                </a:ext>
              </a:extLst>
            </p:cNvPr>
            <p:cNvGrpSpPr/>
            <p:nvPr/>
          </p:nvGrpSpPr>
          <p:grpSpPr>
            <a:xfrm>
              <a:off x="6297519" y="770677"/>
              <a:ext cx="2618070" cy="484119"/>
              <a:chOff x="1159466" y="892336"/>
              <a:chExt cx="2405552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07A6C189-BF31-F1DB-6AD5-0DCF55BAC506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37" name="Rectangle: Rounded Corners 4">
                <a:extLst>
                  <a:ext uri="{FF2B5EF4-FFF2-40B4-BE49-F238E27FC236}">
                    <a16:creationId xmlns:a16="http://schemas.microsoft.com/office/drawing/2014/main" id="{5E11C1E1-B698-709A-0B76-214DB3574DE9}"/>
                  </a:ext>
                </a:extLst>
              </p:cNvPr>
              <p:cNvSpPr txBox="1"/>
              <p:nvPr/>
            </p:nvSpPr>
            <p:spPr>
              <a:xfrm>
                <a:off x="1202696" y="1067247"/>
                <a:ext cx="221898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   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C848255F-2A85-1908-E7D3-5EDC85C09844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CF33D74-7A28-7B9C-DEA1-91CA57C7126D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701B45A7-628B-5345-174C-1F4DE955C610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35" name="Rectangle: Rounded Corners 4">
                <a:extLst>
                  <a:ext uri="{FF2B5EF4-FFF2-40B4-BE49-F238E27FC236}">
                    <a16:creationId xmlns:a16="http://schemas.microsoft.com/office/drawing/2014/main" id="{DCBC98DA-07B5-C8DF-55A9-6AE1080F3A19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D49748B-B6E9-ABE5-AEE1-9CDB4EBF0774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C99FEA54-1B34-9FA9-35DD-15ACD0B3865D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33" name="Rectangle: Rounded Corners 4">
                <a:extLst>
                  <a:ext uri="{FF2B5EF4-FFF2-40B4-BE49-F238E27FC236}">
                    <a16:creationId xmlns:a16="http://schemas.microsoft.com/office/drawing/2014/main" id="{A2A2063C-D7F4-3D58-85F5-775A58D92E55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ED13A22-846B-F38F-71F6-F76E6859A705}"/>
              </a:ext>
            </a:extLst>
          </p:cNvPr>
          <p:cNvGrpSpPr/>
          <p:nvPr/>
        </p:nvGrpSpPr>
        <p:grpSpPr>
          <a:xfrm>
            <a:off x="7509292" y="2724653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529656E-2EE6-D72F-AB23-341C65D9B26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0" name="Rectangle: Rounded Corners 4">
              <a:extLst>
                <a:ext uri="{FF2B5EF4-FFF2-40B4-BE49-F238E27FC236}">
                  <a16:creationId xmlns:a16="http://schemas.microsoft.com/office/drawing/2014/main" id="{26CEFD65-D562-D488-72DD-25A682549B4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5657AC0-FE90-3E33-91FA-346248D3B2F6}"/>
              </a:ext>
            </a:extLst>
          </p:cNvPr>
          <p:cNvGrpSpPr/>
          <p:nvPr/>
        </p:nvGrpSpPr>
        <p:grpSpPr>
          <a:xfrm>
            <a:off x="9619801" y="2284037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C6BF06C4-8005-1638-4137-A26A92BD396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3" name="Rectangle: Rounded Corners 4">
              <a:extLst>
                <a:ext uri="{FF2B5EF4-FFF2-40B4-BE49-F238E27FC236}">
                  <a16:creationId xmlns:a16="http://schemas.microsoft.com/office/drawing/2014/main" id="{B6BCE6E8-077D-C9E1-E25C-C6AE38CFBB0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48DD656-E609-72E5-EE8B-8AECE4EB51C7}"/>
              </a:ext>
            </a:extLst>
          </p:cNvPr>
          <p:cNvGrpSpPr/>
          <p:nvPr/>
        </p:nvGrpSpPr>
        <p:grpSpPr>
          <a:xfrm>
            <a:off x="10536648" y="3063685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08BB87B9-C258-46C2-8AB2-6CFC17BAE9F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6" name="Rectangle: Rounded Corners 4">
              <a:extLst>
                <a:ext uri="{FF2B5EF4-FFF2-40B4-BE49-F238E27FC236}">
                  <a16:creationId xmlns:a16="http://schemas.microsoft.com/office/drawing/2014/main" id="{CE5628CE-B03B-E9F7-198D-F42ECDB9634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2953AEA-50BE-F440-D49C-6FCAD142546D}"/>
              </a:ext>
            </a:extLst>
          </p:cNvPr>
          <p:cNvGrpSpPr/>
          <p:nvPr/>
        </p:nvGrpSpPr>
        <p:grpSpPr>
          <a:xfrm>
            <a:off x="8856573" y="3029661"/>
            <a:ext cx="733158" cy="37377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883EB3BA-B324-170F-6D0E-C7582069AA7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9" name="Rectangle: Rounded Corners 4">
              <a:extLst>
                <a:ext uri="{FF2B5EF4-FFF2-40B4-BE49-F238E27FC236}">
                  <a16:creationId xmlns:a16="http://schemas.microsoft.com/office/drawing/2014/main" id="{825A0897-D668-744B-B01A-5727FBE20D4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965FC66-9621-46D3-3F56-DA546EED9C45}"/>
              </a:ext>
            </a:extLst>
          </p:cNvPr>
          <p:cNvGrpSpPr/>
          <p:nvPr/>
        </p:nvGrpSpPr>
        <p:grpSpPr>
          <a:xfrm>
            <a:off x="7854655" y="866572"/>
            <a:ext cx="4014430" cy="1145236"/>
            <a:chOff x="5206427" y="770677"/>
            <a:chExt cx="4516995" cy="1179639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7E6154A-5608-5999-1A5D-310DB1543C5F}"/>
                </a:ext>
              </a:extLst>
            </p:cNvPr>
            <p:cNvGrpSpPr/>
            <p:nvPr/>
          </p:nvGrpSpPr>
          <p:grpSpPr>
            <a:xfrm>
              <a:off x="6297520" y="770677"/>
              <a:ext cx="2334807" cy="484119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694A26F7-B173-6A2B-A1EE-159AB9BB9D66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60" name="Rectangle: Rounded Corners 4">
                <a:extLst>
                  <a:ext uri="{FF2B5EF4-FFF2-40B4-BE49-F238E27FC236}">
                    <a16:creationId xmlns:a16="http://schemas.microsoft.com/office/drawing/2014/main" id="{65E42C23-910D-24CE-4EA4-3F6307E5B6F6}"/>
                  </a:ext>
                </a:extLst>
              </p:cNvPr>
              <p:cNvSpPr txBox="1"/>
              <p:nvPr/>
            </p:nvSpPr>
            <p:spPr>
              <a:xfrm>
                <a:off x="1270085" y="1114247"/>
                <a:ext cx="188445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</a:t>
                </a:r>
                <a:r>
                  <a:rPr lang="en-US" sz="2000" b="1" dirty="0">
                    <a:solidFill>
                      <a:schemeClr val="bg2">
                        <a:lumMod val="25000"/>
                      </a:schemeClr>
                    </a:solidFill>
                  </a:rPr>
                  <a:t>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49AAB0DF-D043-2AD4-51FC-860217B90B31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80199E3-F2DD-4922-BAA9-24CDE494157A}"/>
                </a:ext>
              </a:extLst>
            </p:cNvPr>
            <p:cNvGrpSpPr/>
            <p:nvPr/>
          </p:nvGrpSpPr>
          <p:grpSpPr>
            <a:xfrm>
              <a:off x="5359337" y="1467460"/>
              <a:ext cx="1869845" cy="371558"/>
              <a:chOff x="1159466" y="892336"/>
              <a:chExt cx="2145283" cy="1367628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1085AC0F-C044-DC48-13DF-A75F4CB9F02F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145283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58" name="Rectangle: Rounded Corners 4">
                <a:extLst>
                  <a:ext uri="{FF2B5EF4-FFF2-40B4-BE49-F238E27FC236}">
                    <a16:creationId xmlns:a16="http://schemas.microsoft.com/office/drawing/2014/main" id="{A04F3509-23A8-4A7F-6431-5A94EF207E43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FE15F365-A345-9FB0-96D4-9719A2A2E5A9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BD8A8276-7672-E38A-C241-52E5A3660305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56" name="Rectangle: Rounded Corners 4">
                <a:extLst>
                  <a:ext uri="{FF2B5EF4-FFF2-40B4-BE49-F238E27FC236}">
                    <a16:creationId xmlns:a16="http://schemas.microsoft.com/office/drawing/2014/main" id="{7CA693ED-6A98-ED76-6901-DF48679E5BD4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24EC766-DD69-E232-496F-7C53C96A3A2D}"/>
              </a:ext>
            </a:extLst>
          </p:cNvPr>
          <p:cNvGrpSpPr/>
          <p:nvPr/>
        </p:nvGrpSpPr>
        <p:grpSpPr>
          <a:xfrm>
            <a:off x="8961053" y="1547662"/>
            <a:ext cx="733158" cy="37377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98B1CA7C-6BB0-B91F-5180-167D00A08F5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3" name="Rectangle: Rounded Corners 4">
              <a:extLst>
                <a:ext uri="{FF2B5EF4-FFF2-40B4-BE49-F238E27FC236}">
                  <a16:creationId xmlns:a16="http://schemas.microsoft.com/office/drawing/2014/main" id="{4313CF95-354B-4415-893A-A57F6DFD9F5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18BE71E-89B0-27B9-7AC9-575F81979CED}"/>
              </a:ext>
            </a:extLst>
          </p:cNvPr>
          <p:cNvGrpSpPr/>
          <p:nvPr/>
        </p:nvGrpSpPr>
        <p:grpSpPr>
          <a:xfrm>
            <a:off x="10563807" y="1569726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106DB8B4-3F43-E3ED-17BC-6510BEC6692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6" name="Rectangle: Rounded Corners 4">
              <a:extLst>
                <a:ext uri="{FF2B5EF4-FFF2-40B4-BE49-F238E27FC236}">
                  <a16:creationId xmlns:a16="http://schemas.microsoft.com/office/drawing/2014/main" id="{83CBAB4F-DE0B-9B0A-7B51-97306D401CA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2A09C5C-DCD5-8B3E-7B29-6FF65AE75F5C}"/>
              </a:ext>
            </a:extLst>
          </p:cNvPr>
          <p:cNvGrpSpPr/>
          <p:nvPr/>
        </p:nvGrpSpPr>
        <p:grpSpPr>
          <a:xfrm>
            <a:off x="9563411" y="800163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A473268C-EAB3-C80F-1813-2F9C2477527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9" name="Rectangle: Rounded Corners 4">
              <a:extLst>
                <a:ext uri="{FF2B5EF4-FFF2-40B4-BE49-F238E27FC236}">
                  <a16:creationId xmlns:a16="http://schemas.microsoft.com/office/drawing/2014/main" id="{3724FB26-03BE-6C89-192D-87B5EC0D5F4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20D112E-A5B1-521E-C29C-EE98BD3CC8AB}"/>
              </a:ext>
            </a:extLst>
          </p:cNvPr>
          <p:cNvGrpSpPr/>
          <p:nvPr/>
        </p:nvGrpSpPr>
        <p:grpSpPr>
          <a:xfrm>
            <a:off x="7474052" y="126681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C275A6B0-8210-D6B6-5207-2E6480AAFC9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2" name="Rectangle: Rounded Corners 4">
              <a:extLst>
                <a:ext uri="{FF2B5EF4-FFF2-40B4-BE49-F238E27FC236}">
                  <a16:creationId xmlns:a16="http://schemas.microsoft.com/office/drawing/2014/main" id="{2014D6B2-486A-1882-F83C-CA807700872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3CC00D5-F15E-DF37-0936-1AB8CE6C32F6}"/>
              </a:ext>
            </a:extLst>
          </p:cNvPr>
          <p:cNvGrpSpPr/>
          <p:nvPr/>
        </p:nvGrpSpPr>
        <p:grpSpPr>
          <a:xfrm>
            <a:off x="10563807" y="1566582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4AC3F83D-A3A8-E4A6-0372-4CCBE0E32D1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5" name="Rectangle: Rounded Corners 4">
              <a:extLst>
                <a:ext uri="{FF2B5EF4-FFF2-40B4-BE49-F238E27FC236}">
                  <a16:creationId xmlns:a16="http://schemas.microsoft.com/office/drawing/2014/main" id="{311621AD-B22B-10F1-4436-E7BC86F46A3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635FB18-79E4-87C5-C8BE-1F31C3B7E146}"/>
              </a:ext>
            </a:extLst>
          </p:cNvPr>
          <p:cNvGrpSpPr/>
          <p:nvPr/>
        </p:nvGrpSpPr>
        <p:grpSpPr>
          <a:xfrm>
            <a:off x="7835508" y="3870809"/>
            <a:ext cx="4014430" cy="1145236"/>
            <a:chOff x="5206427" y="770677"/>
            <a:chExt cx="4516995" cy="1179639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10E09559-EFEB-739B-6590-87BE6CCE5FDE}"/>
                </a:ext>
              </a:extLst>
            </p:cNvPr>
            <p:cNvGrpSpPr/>
            <p:nvPr/>
          </p:nvGrpSpPr>
          <p:grpSpPr>
            <a:xfrm>
              <a:off x="6297519" y="770677"/>
              <a:ext cx="2618070" cy="484119"/>
              <a:chOff x="1159466" y="892336"/>
              <a:chExt cx="2405552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85" name="Rectangle: Rounded Corners 84">
                <a:extLst>
                  <a:ext uri="{FF2B5EF4-FFF2-40B4-BE49-F238E27FC236}">
                    <a16:creationId xmlns:a16="http://schemas.microsoft.com/office/drawing/2014/main" id="{4BF107E4-08B5-BB29-ADB1-C3B613727DF4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86" name="Rectangle: Rounded Corners 4">
                <a:extLst>
                  <a:ext uri="{FF2B5EF4-FFF2-40B4-BE49-F238E27FC236}">
                    <a16:creationId xmlns:a16="http://schemas.microsoft.com/office/drawing/2014/main" id="{0FFD04A2-6DAB-00E3-2175-1EAC9B743E1D}"/>
                  </a:ext>
                </a:extLst>
              </p:cNvPr>
              <p:cNvSpPr txBox="1"/>
              <p:nvPr/>
            </p:nvSpPr>
            <p:spPr>
              <a:xfrm>
                <a:off x="1202696" y="1067247"/>
                <a:ext cx="221898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   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2DD5CB4D-DB5D-4258-9D7F-2AD877226628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B27820FE-7651-8810-11DD-F6EF133CF142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4A8B1C41-380A-1EC9-FC72-01231C082004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84" name="Rectangle: Rounded Corners 4">
                <a:extLst>
                  <a:ext uri="{FF2B5EF4-FFF2-40B4-BE49-F238E27FC236}">
                    <a16:creationId xmlns:a16="http://schemas.microsoft.com/office/drawing/2014/main" id="{15650853-A202-FE3A-97A3-79ABE53E1650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1A2CE99D-B8C6-5DCC-9026-9A505228CB35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FC0868B6-1D54-FC8F-2433-A69C1706ECF2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82" name="Rectangle: Rounded Corners 4">
                <a:extLst>
                  <a:ext uri="{FF2B5EF4-FFF2-40B4-BE49-F238E27FC236}">
                    <a16:creationId xmlns:a16="http://schemas.microsoft.com/office/drawing/2014/main" id="{2C763A39-3DEA-65A2-78E6-B219F4115FDA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7F349E9-EAD1-366E-5ED9-00DE878CF153}"/>
              </a:ext>
            </a:extLst>
          </p:cNvPr>
          <p:cNvGrpSpPr/>
          <p:nvPr/>
        </p:nvGrpSpPr>
        <p:grpSpPr>
          <a:xfrm>
            <a:off x="7498937" y="4220553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B9FFFFF2-7C80-9E2E-81D8-065F19D2389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9" name="Rectangle: Rounded Corners 4">
              <a:extLst>
                <a:ext uri="{FF2B5EF4-FFF2-40B4-BE49-F238E27FC236}">
                  <a16:creationId xmlns:a16="http://schemas.microsoft.com/office/drawing/2014/main" id="{A41B8DCA-E6C2-C91B-E644-A89B5B77F5B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7D55B56-A5C4-96CE-3246-A93F9BEEB676}"/>
              </a:ext>
            </a:extLst>
          </p:cNvPr>
          <p:cNvGrpSpPr/>
          <p:nvPr/>
        </p:nvGrpSpPr>
        <p:grpSpPr>
          <a:xfrm>
            <a:off x="9460533" y="376756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30BD69B3-1033-3209-0EE9-DB0CDCBA17C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2" name="Rectangle: Rounded Corners 4">
              <a:extLst>
                <a:ext uri="{FF2B5EF4-FFF2-40B4-BE49-F238E27FC236}">
                  <a16:creationId xmlns:a16="http://schemas.microsoft.com/office/drawing/2014/main" id="{E8C4C39E-FDBF-8D5C-3E5D-A125DFAEB87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18951DA6-43C3-2AFB-E989-B891AA1FFC8D}"/>
              </a:ext>
            </a:extLst>
          </p:cNvPr>
          <p:cNvGrpSpPr/>
          <p:nvPr/>
        </p:nvGrpSpPr>
        <p:grpSpPr>
          <a:xfrm>
            <a:off x="8857302" y="4602085"/>
            <a:ext cx="733158" cy="2772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9336D1C4-E57A-D52D-5667-13EEDAB2D81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5" name="Rectangle: Rounded Corners 4">
              <a:extLst>
                <a:ext uri="{FF2B5EF4-FFF2-40B4-BE49-F238E27FC236}">
                  <a16:creationId xmlns:a16="http://schemas.microsoft.com/office/drawing/2014/main" id="{126FE33F-91FA-0F90-6095-9865A736D67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33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6744201-4744-6086-0491-342A965ECFB5}"/>
              </a:ext>
            </a:extLst>
          </p:cNvPr>
          <p:cNvGrpSpPr/>
          <p:nvPr/>
        </p:nvGrpSpPr>
        <p:grpSpPr>
          <a:xfrm>
            <a:off x="10505661" y="4574771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0FB479E1-090C-8DB6-6185-39D4691F49A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8" name="Rectangle: Rounded Corners 4">
              <a:extLst>
                <a:ext uri="{FF2B5EF4-FFF2-40B4-BE49-F238E27FC236}">
                  <a16:creationId xmlns:a16="http://schemas.microsoft.com/office/drawing/2014/main" id="{0D084137-1B88-8F86-5D54-7CDF1F7D7DD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35C472FD-951E-97CE-A3F4-3A5041A611C7}"/>
              </a:ext>
            </a:extLst>
          </p:cNvPr>
          <p:cNvGrpSpPr/>
          <p:nvPr/>
        </p:nvGrpSpPr>
        <p:grpSpPr>
          <a:xfrm>
            <a:off x="10531779" y="305900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18C7D394-2B9D-0E0D-716E-430AD7442BF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1" name="Rectangle: Rounded Corners 4">
              <a:extLst>
                <a:ext uri="{FF2B5EF4-FFF2-40B4-BE49-F238E27FC236}">
                  <a16:creationId xmlns:a16="http://schemas.microsoft.com/office/drawing/2014/main" id="{1E6C57A8-46DD-82B8-E968-3ED1E6620CD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30E13AA-1B55-B175-3B3D-CAD16B935483}"/>
              </a:ext>
            </a:extLst>
          </p:cNvPr>
          <p:cNvGrpSpPr/>
          <p:nvPr/>
        </p:nvGrpSpPr>
        <p:grpSpPr>
          <a:xfrm>
            <a:off x="6165271" y="5874589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42FEE84D-709F-9F21-7644-C0D76753776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7" name="Rectangle: Rounded Corners 4">
              <a:extLst>
                <a:ext uri="{FF2B5EF4-FFF2-40B4-BE49-F238E27FC236}">
                  <a16:creationId xmlns:a16="http://schemas.microsoft.com/office/drawing/2014/main" id="{A6C5A0D2-2074-7BD3-094A-B5B325B5333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8592D81-7515-5B5E-3C6C-15028C37A9E1}"/>
              </a:ext>
            </a:extLst>
          </p:cNvPr>
          <p:cNvGrpSpPr/>
          <p:nvPr/>
        </p:nvGrpSpPr>
        <p:grpSpPr>
          <a:xfrm>
            <a:off x="2151338" y="1130341"/>
            <a:ext cx="733158" cy="37377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EE4203CD-FF87-5F48-C184-6941FBDBBF8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0" name="Rectangle: Rounded Corners 4">
              <a:extLst>
                <a:ext uri="{FF2B5EF4-FFF2-40B4-BE49-F238E27FC236}">
                  <a16:creationId xmlns:a16="http://schemas.microsoft.com/office/drawing/2014/main" id="{870F3163-A5BF-A0B3-56C4-0C58CFF424E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CA8CA0C-8177-B82E-EC8A-E4EBD9C09784}"/>
              </a:ext>
            </a:extLst>
          </p:cNvPr>
          <p:cNvGrpSpPr/>
          <p:nvPr/>
        </p:nvGrpSpPr>
        <p:grpSpPr>
          <a:xfrm>
            <a:off x="3963659" y="1504115"/>
            <a:ext cx="1290388" cy="657736"/>
            <a:chOff x="5386193" y="1370509"/>
            <a:chExt cx="1300470" cy="997421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F12E51B8-5B01-154E-54D5-9D8C42BBFED7}"/>
                </a:ext>
              </a:extLst>
            </p:cNvPr>
            <p:cNvGrpSpPr/>
            <p:nvPr/>
          </p:nvGrpSpPr>
          <p:grpSpPr>
            <a:xfrm>
              <a:off x="5386193" y="1370509"/>
              <a:ext cx="1300470" cy="844560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116" name="Rectangle: Rounded Corners 115">
                <a:extLst>
                  <a:ext uri="{FF2B5EF4-FFF2-40B4-BE49-F238E27FC236}">
                    <a16:creationId xmlns:a16="http://schemas.microsoft.com/office/drawing/2014/main" id="{9CC5B97F-4951-DD24-E879-45F619CB077C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PK">
                  <a:solidFill>
                    <a:srgbClr val="FF0000"/>
                  </a:solidFill>
                </a:endParaRPr>
              </a:p>
            </p:txBody>
          </p:sp>
          <p:sp>
            <p:nvSpPr>
              <p:cNvPr id="117" name="Rectangle: Rounded Corners 4">
                <a:extLst>
                  <a:ext uri="{FF2B5EF4-FFF2-40B4-BE49-F238E27FC236}">
                    <a16:creationId xmlns:a16="http://schemas.microsoft.com/office/drawing/2014/main" id="{8B75B1C0-1643-F385-A8AC-B414D2CEFFBC}"/>
                  </a:ext>
                </a:extLst>
              </p:cNvPr>
              <p:cNvSpPr txBox="1"/>
              <p:nvPr/>
            </p:nvSpPr>
            <p:spPr>
              <a:xfrm>
                <a:off x="1302711" y="1060713"/>
                <a:ext cx="1813421" cy="1051982"/>
              </a:xfrm>
              <a:prstGeom prst="rect">
                <a:avLst/>
              </a:prstGeom>
              <a:grpFill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lvl="0" indent="0" algn="ctr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600" b="1" dirty="0">
                    <a:solidFill>
                      <a:srgbClr val="FF0000"/>
                    </a:solidFill>
                  </a:rPr>
                  <a:t>temp</a:t>
                </a:r>
                <a:endParaRPr lang="en-PK" sz="2600" b="1" kern="12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4CBF6308-0EE3-C327-E011-786B1367B8A7}"/>
                </a:ext>
              </a:extLst>
            </p:cNvPr>
            <p:cNvGrpSpPr/>
            <p:nvPr/>
          </p:nvGrpSpPr>
          <p:grpSpPr>
            <a:xfrm>
              <a:off x="5406257" y="2049895"/>
              <a:ext cx="1232834" cy="318035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14" name="Rectangle: Rounded Corners 113">
                <a:extLst>
                  <a:ext uri="{FF2B5EF4-FFF2-40B4-BE49-F238E27FC236}">
                    <a16:creationId xmlns:a16="http://schemas.microsoft.com/office/drawing/2014/main" id="{CC983442-D8F5-0871-F068-AD21BAD9AF28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15" name="Rectangle: Rounded Corners 4">
                <a:extLst>
                  <a:ext uri="{FF2B5EF4-FFF2-40B4-BE49-F238E27FC236}">
                    <a16:creationId xmlns:a16="http://schemas.microsoft.com/office/drawing/2014/main" id="{3D513487-1183-A81C-1FC3-201E77D23295}"/>
                  </a:ext>
                </a:extLst>
              </p:cNvPr>
              <p:cNvSpPr txBox="1"/>
              <p:nvPr/>
            </p:nvSpPr>
            <p:spPr>
              <a:xfrm>
                <a:off x="1202638" y="1108729"/>
                <a:ext cx="2022421" cy="1051981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200" b="1" kern="0" dirty="0">
                    <a:solidFill>
                      <a:srgbClr val="FFFFFF"/>
                    </a:solidFill>
                    <a:latin typeface="Franklin Gothic Book"/>
                  </a:rPr>
                  <a:t>0x1200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EEAE31B3-44FA-B095-5212-46B9E2D2B367}"/>
              </a:ext>
            </a:extLst>
          </p:cNvPr>
          <p:cNvGrpSpPr/>
          <p:nvPr/>
        </p:nvGrpSpPr>
        <p:grpSpPr>
          <a:xfrm>
            <a:off x="6581601" y="703991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E873F6F4-9277-69E6-3006-53021C97226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0" name="Rectangle: Rounded Corners 4">
              <a:extLst>
                <a:ext uri="{FF2B5EF4-FFF2-40B4-BE49-F238E27FC236}">
                  <a16:creationId xmlns:a16="http://schemas.microsoft.com/office/drawing/2014/main" id="{F2C45EAA-9563-6A3B-0D40-2797EB50582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6A8CA96-70E8-635D-5E50-42217406997A}"/>
              </a:ext>
            </a:extLst>
          </p:cNvPr>
          <p:cNvGrpSpPr/>
          <p:nvPr/>
        </p:nvGrpSpPr>
        <p:grpSpPr>
          <a:xfrm>
            <a:off x="6588605" y="696097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C4D2BFCD-1B63-79FD-6289-3E0B4EF9E35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3" name="Rectangle: Rounded Corners 4">
              <a:extLst>
                <a:ext uri="{FF2B5EF4-FFF2-40B4-BE49-F238E27FC236}">
                  <a16:creationId xmlns:a16="http://schemas.microsoft.com/office/drawing/2014/main" id="{7818800A-EAAC-0E15-BA8C-91B264DDDE0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810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2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10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0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10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10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7" dur="1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10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10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1000" fill="hold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10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8" dur="1000" fill="hold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10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5" dur="1000" fill="hold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1000" fill="hold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10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2" dur="1000" fill="hold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1000" fill="hold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63320-6427-7509-E564-43E9D7E8E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3E5DE6-7192-B924-A5B7-2BE6AC4BA348}"/>
              </a:ext>
            </a:extLst>
          </p:cNvPr>
          <p:cNvSpPr txBox="1"/>
          <p:nvPr/>
        </p:nvSpPr>
        <p:spPr>
          <a:xfrm>
            <a:off x="70164" y="126753"/>
            <a:ext cx="6475492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void </a:t>
            </a:r>
            <a:r>
              <a:rPr lang="en-US" b="1" dirty="0" err="1"/>
              <a:t>deleteByValue</a:t>
            </a:r>
            <a:r>
              <a:rPr lang="en-US" b="1" dirty="0"/>
              <a:t>() {</a:t>
            </a:r>
          </a:p>
          <a:p>
            <a:r>
              <a:rPr lang="en-US" b="1" dirty="0"/>
              <a:t>        if ( </a:t>
            </a:r>
            <a:r>
              <a:rPr lang="en-US" b="1" dirty="0" err="1"/>
              <a:t>isListEmpty</a:t>
            </a:r>
            <a:r>
              <a:rPr lang="en-US" b="1" dirty="0"/>
              <a:t>( ) ) {  cout &lt;&lt; "\n  Empty List ";   return;    }</a:t>
            </a:r>
          </a:p>
          <a:p>
            <a:r>
              <a:rPr lang="en-US" b="1" dirty="0"/>
              <a:t>cout &lt;&lt; "\n Enter the data value of the node you wish to delete";</a:t>
            </a:r>
          </a:p>
          <a:p>
            <a:r>
              <a:rPr lang="en-US" b="1" dirty="0"/>
              <a:t>        cin &gt;&gt; </a:t>
            </a:r>
            <a:r>
              <a:rPr lang="en-US" b="1" dirty="0" err="1"/>
              <a:t>val</a:t>
            </a:r>
            <a:r>
              <a:rPr lang="en-US" b="1" dirty="0"/>
              <a:t>;</a:t>
            </a:r>
          </a:p>
          <a:p>
            <a:r>
              <a:rPr lang="en-US" b="1" dirty="0"/>
              <a:t>        if (head-&gt;data == </a:t>
            </a:r>
            <a:r>
              <a:rPr lang="en-US" b="1" dirty="0" err="1"/>
              <a:t>val</a:t>
            </a:r>
            <a:r>
              <a:rPr lang="en-US" b="1" dirty="0"/>
              <a:t>) {  </a:t>
            </a:r>
          </a:p>
          <a:p>
            <a:r>
              <a:rPr lang="en-US" b="1" dirty="0"/>
              <a:t>            	Node* temp = head;</a:t>
            </a:r>
          </a:p>
          <a:p>
            <a:r>
              <a:rPr lang="en-US" b="1" dirty="0"/>
              <a:t>           	head = head-&gt;next;</a:t>
            </a:r>
          </a:p>
          <a:p>
            <a:r>
              <a:rPr lang="en-US" b="1" dirty="0"/>
              <a:t>            if (head == </a:t>
            </a:r>
            <a:r>
              <a:rPr lang="en-US" b="1" dirty="0" err="1"/>
              <a:t>nullptr</a:t>
            </a:r>
            <a:r>
              <a:rPr lang="en-US" b="1" dirty="0"/>
              <a:t>)</a:t>
            </a:r>
          </a:p>
          <a:p>
            <a:r>
              <a:rPr lang="en-US" b="1" dirty="0"/>
              <a:t>                    tail = </a:t>
            </a:r>
            <a:r>
              <a:rPr lang="en-US" b="1" dirty="0" err="1"/>
              <a:t>nullptr</a:t>
            </a:r>
            <a:r>
              <a:rPr lang="en-US" b="1" dirty="0"/>
              <a:t>;</a:t>
            </a:r>
          </a:p>
          <a:p>
            <a:r>
              <a:rPr lang="en-US" b="1" dirty="0"/>
              <a:t>            delete temp;     return;</a:t>
            </a:r>
          </a:p>
          <a:p>
            <a:r>
              <a:rPr lang="en-US" b="1" dirty="0"/>
              <a:t>        }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        Node* </a:t>
            </a:r>
            <a:r>
              <a:rPr lang="en-US" b="1" dirty="0" err="1"/>
              <a:t>tN</a:t>
            </a:r>
            <a:r>
              <a:rPr lang="en-US" b="1" dirty="0"/>
              <a:t> = head;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        Node* previous = </a:t>
            </a:r>
            <a:r>
              <a:rPr lang="en-US" b="1" dirty="0" err="1"/>
              <a:t>nullptr</a:t>
            </a:r>
            <a:r>
              <a:rPr lang="en-US" b="1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        while (</a:t>
            </a:r>
            <a:r>
              <a:rPr lang="en-US" b="1" dirty="0" err="1"/>
              <a:t>tN</a:t>
            </a:r>
            <a:r>
              <a:rPr lang="en-US" b="1" dirty="0"/>
              <a:t> != </a:t>
            </a:r>
            <a:r>
              <a:rPr lang="en-US" b="1" dirty="0" err="1"/>
              <a:t>nullptr</a:t>
            </a:r>
            <a:r>
              <a:rPr lang="en-US" b="1" dirty="0"/>
              <a:t> &amp;&amp; </a:t>
            </a:r>
            <a:r>
              <a:rPr lang="en-US" b="1" dirty="0" err="1"/>
              <a:t>tN</a:t>
            </a:r>
            <a:r>
              <a:rPr lang="en-US" b="1" dirty="0"/>
              <a:t>-&gt;data != </a:t>
            </a:r>
            <a:r>
              <a:rPr lang="en-US" b="1" dirty="0" err="1"/>
              <a:t>val</a:t>
            </a:r>
            <a:r>
              <a:rPr lang="en-US" b="1" dirty="0"/>
              <a:t>) {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            	previous = </a:t>
            </a:r>
            <a:r>
              <a:rPr lang="en-US" b="1" dirty="0" err="1"/>
              <a:t>tN</a:t>
            </a:r>
            <a:r>
              <a:rPr lang="en-US" b="1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            	</a:t>
            </a:r>
            <a:r>
              <a:rPr lang="en-US" b="1" dirty="0" err="1"/>
              <a:t>tN</a:t>
            </a:r>
            <a:r>
              <a:rPr lang="en-US" b="1" dirty="0"/>
              <a:t> = </a:t>
            </a:r>
            <a:r>
              <a:rPr lang="en-US" b="1" dirty="0" err="1"/>
              <a:t>tN</a:t>
            </a:r>
            <a:r>
              <a:rPr lang="en-US" b="1" dirty="0"/>
              <a:t>-&gt;next;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        }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   if (</a:t>
            </a:r>
            <a:r>
              <a:rPr lang="en-US" b="1" dirty="0" err="1"/>
              <a:t>tN</a:t>
            </a:r>
            <a:r>
              <a:rPr lang="en-US" b="1" dirty="0"/>
              <a:t> == </a:t>
            </a:r>
            <a:r>
              <a:rPr lang="en-US" b="1" dirty="0" err="1"/>
              <a:t>nullptr</a:t>
            </a:r>
            <a:r>
              <a:rPr lang="en-US" b="1" dirty="0"/>
              <a:t>) {  cout &lt;&lt; "Value not found";     return;   }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        previous-&gt;next = </a:t>
            </a:r>
            <a:r>
              <a:rPr lang="en-US" b="1" dirty="0" err="1"/>
              <a:t>tN</a:t>
            </a:r>
            <a:r>
              <a:rPr lang="en-US" b="1" dirty="0"/>
              <a:t>-&gt;next;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        if (</a:t>
            </a:r>
            <a:r>
              <a:rPr lang="en-US" b="1" dirty="0" err="1"/>
              <a:t>tN</a:t>
            </a:r>
            <a:r>
              <a:rPr lang="en-US" b="1" dirty="0"/>
              <a:t> == tail)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	tail = previous;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        delete </a:t>
            </a:r>
            <a:r>
              <a:rPr lang="en-US" b="1" dirty="0" err="1"/>
              <a:t>tN</a:t>
            </a:r>
            <a:r>
              <a:rPr lang="en-US" b="1" dirty="0"/>
              <a:t>;</a:t>
            </a:r>
          </a:p>
          <a:p>
            <a:r>
              <a:rPr lang="en-US" b="1" dirty="0"/>
              <a:t>    }</a:t>
            </a:r>
          </a:p>
          <a:p>
            <a:endParaRPr lang="en-US" b="1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53E1D5-8534-F731-8161-2BC65B9ECB26}"/>
              </a:ext>
            </a:extLst>
          </p:cNvPr>
          <p:cNvGrpSpPr/>
          <p:nvPr/>
        </p:nvGrpSpPr>
        <p:grpSpPr>
          <a:xfrm>
            <a:off x="6248873" y="160309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5CF7DDB-E625-3447-8ACE-3FC0ACE017F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E2A17481-CE26-A479-0268-8884E9BDA0F5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8A3001D-CF9D-1801-A991-E56A18C57356}"/>
              </a:ext>
            </a:extLst>
          </p:cNvPr>
          <p:cNvGrpSpPr/>
          <p:nvPr/>
        </p:nvGrpSpPr>
        <p:grpSpPr>
          <a:xfrm>
            <a:off x="6150688" y="5465679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C97753D-4CAF-9823-7D41-4DADA4A04AF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CC171DD7-4D7E-A92E-9521-8086C47F84D5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A47983F-AAF6-9E3E-C21D-AC6915792579}"/>
              </a:ext>
            </a:extLst>
          </p:cNvPr>
          <p:cNvGrpSpPr/>
          <p:nvPr/>
        </p:nvGrpSpPr>
        <p:grpSpPr>
          <a:xfrm>
            <a:off x="6595609" y="69926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B7985F6-FD5B-E6E0-57E4-E96F043004F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3" name="Rectangle: Rounded Corners 4">
              <a:extLst>
                <a:ext uri="{FF2B5EF4-FFF2-40B4-BE49-F238E27FC236}">
                  <a16:creationId xmlns:a16="http://schemas.microsoft.com/office/drawing/2014/main" id="{0205D875-004D-976E-6356-473F5BCFF21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C96947B-FA7A-CE50-F24B-7D5AD8763439}"/>
              </a:ext>
            </a:extLst>
          </p:cNvPr>
          <p:cNvGrpSpPr/>
          <p:nvPr/>
        </p:nvGrpSpPr>
        <p:grpSpPr>
          <a:xfrm>
            <a:off x="6174178" y="6023761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40CACAA-1EC5-E65B-4F7F-178D5B27379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6" name="Rectangle: Rounded Corners 4">
              <a:extLst>
                <a:ext uri="{FF2B5EF4-FFF2-40B4-BE49-F238E27FC236}">
                  <a16:creationId xmlns:a16="http://schemas.microsoft.com/office/drawing/2014/main" id="{1309E081-5A1E-5006-3E23-AFF562F78AD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762DF77-16D4-97E2-FE39-5BA170A2BA43}"/>
              </a:ext>
            </a:extLst>
          </p:cNvPr>
          <p:cNvGrpSpPr/>
          <p:nvPr/>
        </p:nvGrpSpPr>
        <p:grpSpPr>
          <a:xfrm>
            <a:off x="7827496" y="2367522"/>
            <a:ext cx="4014430" cy="1145236"/>
            <a:chOff x="5206427" y="770677"/>
            <a:chExt cx="4516995" cy="117963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D2DED2D-4F5A-9B1A-DE06-0F2458DE3263}"/>
                </a:ext>
              </a:extLst>
            </p:cNvPr>
            <p:cNvGrpSpPr/>
            <p:nvPr/>
          </p:nvGrpSpPr>
          <p:grpSpPr>
            <a:xfrm>
              <a:off x="6297519" y="770677"/>
              <a:ext cx="2618070" cy="484119"/>
              <a:chOff x="1159466" y="892336"/>
              <a:chExt cx="2405552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5C830AA3-19C4-BD16-813E-FA545AC268EB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37" name="Rectangle: Rounded Corners 4">
                <a:extLst>
                  <a:ext uri="{FF2B5EF4-FFF2-40B4-BE49-F238E27FC236}">
                    <a16:creationId xmlns:a16="http://schemas.microsoft.com/office/drawing/2014/main" id="{39C821E9-721D-8E1A-86E4-EE0D35AE88BE}"/>
                  </a:ext>
                </a:extLst>
              </p:cNvPr>
              <p:cNvSpPr txBox="1"/>
              <p:nvPr/>
            </p:nvSpPr>
            <p:spPr>
              <a:xfrm>
                <a:off x="1202696" y="1067247"/>
                <a:ext cx="221898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   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4D52AF7-8829-F48C-F43C-7136E9164CB8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6452842-EDA6-293F-3828-11EB5AC3B09D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28641C4A-8DCF-7002-2D45-6D48853D0477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35" name="Rectangle: Rounded Corners 4">
                <a:extLst>
                  <a:ext uri="{FF2B5EF4-FFF2-40B4-BE49-F238E27FC236}">
                    <a16:creationId xmlns:a16="http://schemas.microsoft.com/office/drawing/2014/main" id="{714B88E5-976E-5138-C98D-4198CC954C28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12FBC95-2E4D-79CD-7D65-D86152841D0A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F116C852-DA04-4B12-53A8-88F85513379C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33" name="Rectangle: Rounded Corners 4">
                <a:extLst>
                  <a:ext uri="{FF2B5EF4-FFF2-40B4-BE49-F238E27FC236}">
                    <a16:creationId xmlns:a16="http://schemas.microsoft.com/office/drawing/2014/main" id="{25EE69B6-32CF-3F38-7772-901378FF98FE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1D9F174-B865-213E-BF25-B550BFD95B11}"/>
              </a:ext>
            </a:extLst>
          </p:cNvPr>
          <p:cNvGrpSpPr/>
          <p:nvPr/>
        </p:nvGrpSpPr>
        <p:grpSpPr>
          <a:xfrm>
            <a:off x="7509292" y="2724653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A9069949-8B62-89D5-2E9F-005488D4BDC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0" name="Rectangle: Rounded Corners 4">
              <a:extLst>
                <a:ext uri="{FF2B5EF4-FFF2-40B4-BE49-F238E27FC236}">
                  <a16:creationId xmlns:a16="http://schemas.microsoft.com/office/drawing/2014/main" id="{9C8A6989-5981-12AB-B573-0368EA805B1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72D156C-BBE9-F250-FC12-6300735E7B6B}"/>
              </a:ext>
            </a:extLst>
          </p:cNvPr>
          <p:cNvGrpSpPr/>
          <p:nvPr/>
        </p:nvGrpSpPr>
        <p:grpSpPr>
          <a:xfrm>
            <a:off x="9619801" y="2284037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9C4CFAC8-95E2-C0D6-8129-6BE83A3742D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3" name="Rectangle: Rounded Corners 4">
              <a:extLst>
                <a:ext uri="{FF2B5EF4-FFF2-40B4-BE49-F238E27FC236}">
                  <a16:creationId xmlns:a16="http://schemas.microsoft.com/office/drawing/2014/main" id="{76DFB2FF-69D2-B7A9-ECD2-045FFDC3A40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FF03732-6383-97FD-929C-EBF5BCF19089}"/>
              </a:ext>
            </a:extLst>
          </p:cNvPr>
          <p:cNvGrpSpPr/>
          <p:nvPr/>
        </p:nvGrpSpPr>
        <p:grpSpPr>
          <a:xfrm>
            <a:off x="10536648" y="3063685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1722307A-C7E3-E029-DFF2-BA999454D4B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6" name="Rectangle: Rounded Corners 4">
              <a:extLst>
                <a:ext uri="{FF2B5EF4-FFF2-40B4-BE49-F238E27FC236}">
                  <a16:creationId xmlns:a16="http://schemas.microsoft.com/office/drawing/2014/main" id="{BB82412A-55D8-4A39-D4DA-B02004EA62D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093DA69-F1E9-071B-6F2D-E3B23AD765AA}"/>
              </a:ext>
            </a:extLst>
          </p:cNvPr>
          <p:cNvGrpSpPr/>
          <p:nvPr/>
        </p:nvGrpSpPr>
        <p:grpSpPr>
          <a:xfrm>
            <a:off x="8856573" y="3029661"/>
            <a:ext cx="733158" cy="37377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5DFEC2FB-9772-D9D1-CBA5-4B91708D8B3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9" name="Rectangle: Rounded Corners 4">
              <a:extLst>
                <a:ext uri="{FF2B5EF4-FFF2-40B4-BE49-F238E27FC236}">
                  <a16:creationId xmlns:a16="http://schemas.microsoft.com/office/drawing/2014/main" id="{C25F23C6-A785-64F7-5079-AAA4A18AA97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5F3863C-9B4C-639E-02C0-CCF7C039084E}"/>
              </a:ext>
            </a:extLst>
          </p:cNvPr>
          <p:cNvGrpSpPr/>
          <p:nvPr/>
        </p:nvGrpSpPr>
        <p:grpSpPr>
          <a:xfrm>
            <a:off x="7854655" y="866572"/>
            <a:ext cx="4014430" cy="1145236"/>
            <a:chOff x="5206427" y="770677"/>
            <a:chExt cx="4516995" cy="1179639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64E9A973-A23C-F453-18E2-A7B24424BEC5}"/>
                </a:ext>
              </a:extLst>
            </p:cNvPr>
            <p:cNvGrpSpPr/>
            <p:nvPr/>
          </p:nvGrpSpPr>
          <p:grpSpPr>
            <a:xfrm>
              <a:off x="6297520" y="770677"/>
              <a:ext cx="2334807" cy="484119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3E8DD365-D3CB-9309-2431-11E01628B4AD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60" name="Rectangle: Rounded Corners 4">
                <a:extLst>
                  <a:ext uri="{FF2B5EF4-FFF2-40B4-BE49-F238E27FC236}">
                    <a16:creationId xmlns:a16="http://schemas.microsoft.com/office/drawing/2014/main" id="{4B1D0A32-C570-4119-A35A-9F97C7FCFB1E}"/>
                  </a:ext>
                </a:extLst>
              </p:cNvPr>
              <p:cNvSpPr txBox="1"/>
              <p:nvPr/>
            </p:nvSpPr>
            <p:spPr>
              <a:xfrm>
                <a:off x="1270085" y="1114247"/>
                <a:ext cx="188445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</a:t>
                </a:r>
                <a:r>
                  <a:rPr lang="en-US" sz="2000" b="1" dirty="0">
                    <a:solidFill>
                      <a:schemeClr val="bg2">
                        <a:lumMod val="25000"/>
                      </a:schemeClr>
                    </a:solidFill>
                  </a:rPr>
                  <a:t>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FB605AE8-9D48-4473-64B5-9650E79AE1B6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2778A7E-E843-A7B8-AB12-F359386D0A3F}"/>
                </a:ext>
              </a:extLst>
            </p:cNvPr>
            <p:cNvGrpSpPr/>
            <p:nvPr/>
          </p:nvGrpSpPr>
          <p:grpSpPr>
            <a:xfrm>
              <a:off x="5359337" y="1467460"/>
              <a:ext cx="1869845" cy="371558"/>
              <a:chOff x="1159466" y="892336"/>
              <a:chExt cx="2145283" cy="1367628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39F818CF-00F4-5498-1C66-68B8A9239C97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145283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58" name="Rectangle: Rounded Corners 4">
                <a:extLst>
                  <a:ext uri="{FF2B5EF4-FFF2-40B4-BE49-F238E27FC236}">
                    <a16:creationId xmlns:a16="http://schemas.microsoft.com/office/drawing/2014/main" id="{5A900F39-7298-9AAB-2792-83EC3E5BCBC3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977DAC6D-5896-C3E5-25A4-1828771CAC41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5B22A28C-C36A-C893-D5CA-68B9DE525222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56" name="Rectangle: Rounded Corners 4">
                <a:extLst>
                  <a:ext uri="{FF2B5EF4-FFF2-40B4-BE49-F238E27FC236}">
                    <a16:creationId xmlns:a16="http://schemas.microsoft.com/office/drawing/2014/main" id="{96B6891C-D3E1-62E0-40E5-E18F448CE4D1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B3B4AE8-40C5-E305-3F32-942BEB7ADC92}"/>
              </a:ext>
            </a:extLst>
          </p:cNvPr>
          <p:cNvGrpSpPr/>
          <p:nvPr/>
        </p:nvGrpSpPr>
        <p:grpSpPr>
          <a:xfrm>
            <a:off x="8961053" y="1547662"/>
            <a:ext cx="733158" cy="37377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5C476F74-9DEF-619E-47E6-0EE53A9049A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3" name="Rectangle: Rounded Corners 4">
              <a:extLst>
                <a:ext uri="{FF2B5EF4-FFF2-40B4-BE49-F238E27FC236}">
                  <a16:creationId xmlns:a16="http://schemas.microsoft.com/office/drawing/2014/main" id="{6437786C-4D9A-084D-30F2-FB12F3551AD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94FE6EE-0D89-42BB-6E6D-777CFBEA2333}"/>
              </a:ext>
            </a:extLst>
          </p:cNvPr>
          <p:cNvGrpSpPr/>
          <p:nvPr/>
        </p:nvGrpSpPr>
        <p:grpSpPr>
          <a:xfrm>
            <a:off x="10563807" y="1569726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BE8EC05E-F48E-8541-A9A2-CDA5D8A77AA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6" name="Rectangle: Rounded Corners 4">
              <a:extLst>
                <a:ext uri="{FF2B5EF4-FFF2-40B4-BE49-F238E27FC236}">
                  <a16:creationId xmlns:a16="http://schemas.microsoft.com/office/drawing/2014/main" id="{B361EFA0-0717-4BE0-570C-17332136D67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1F61D97-1C99-2850-A213-5C3683D81F97}"/>
              </a:ext>
            </a:extLst>
          </p:cNvPr>
          <p:cNvGrpSpPr/>
          <p:nvPr/>
        </p:nvGrpSpPr>
        <p:grpSpPr>
          <a:xfrm>
            <a:off x="9563411" y="800163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7C69ACA5-30A8-BA5A-BB2A-4E1F35F51F0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9" name="Rectangle: Rounded Corners 4">
              <a:extLst>
                <a:ext uri="{FF2B5EF4-FFF2-40B4-BE49-F238E27FC236}">
                  <a16:creationId xmlns:a16="http://schemas.microsoft.com/office/drawing/2014/main" id="{25CC65CD-D497-D31D-4889-46619793926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E62EBEA-FCAA-5241-7D65-DDA11F382A63}"/>
              </a:ext>
            </a:extLst>
          </p:cNvPr>
          <p:cNvGrpSpPr/>
          <p:nvPr/>
        </p:nvGrpSpPr>
        <p:grpSpPr>
          <a:xfrm>
            <a:off x="7474052" y="126681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16374D25-481B-937E-395E-1D67AD84372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2" name="Rectangle: Rounded Corners 4">
              <a:extLst>
                <a:ext uri="{FF2B5EF4-FFF2-40B4-BE49-F238E27FC236}">
                  <a16:creationId xmlns:a16="http://schemas.microsoft.com/office/drawing/2014/main" id="{678DADD3-1DF9-6D1D-CF6A-9FB43F98D4B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D917352-6AD1-FD1A-3669-7F0363EA8A47}"/>
              </a:ext>
            </a:extLst>
          </p:cNvPr>
          <p:cNvGrpSpPr/>
          <p:nvPr/>
        </p:nvGrpSpPr>
        <p:grpSpPr>
          <a:xfrm>
            <a:off x="10563807" y="1566582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F419E478-76E4-FF0A-ED6F-CC7C0E87393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5" name="Rectangle: Rounded Corners 4">
              <a:extLst>
                <a:ext uri="{FF2B5EF4-FFF2-40B4-BE49-F238E27FC236}">
                  <a16:creationId xmlns:a16="http://schemas.microsoft.com/office/drawing/2014/main" id="{33FA5826-A20F-4235-03B5-9576D9F95D2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51EB457-0BC4-1A71-54A7-775CF8D83FE6}"/>
              </a:ext>
            </a:extLst>
          </p:cNvPr>
          <p:cNvGrpSpPr/>
          <p:nvPr/>
        </p:nvGrpSpPr>
        <p:grpSpPr>
          <a:xfrm>
            <a:off x="7835508" y="3870809"/>
            <a:ext cx="4014430" cy="1145236"/>
            <a:chOff x="5206427" y="770677"/>
            <a:chExt cx="4516995" cy="1179639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119A6352-7FEE-F8DB-7A27-A1A78EE94547}"/>
                </a:ext>
              </a:extLst>
            </p:cNvPr>
            <p:cNvGrpSpPr/>
            <p:nvPr/>
          </p:nvGrpSpPr>
          <p:grpSpPr>
            <a:xfrm>
              <a:off x="6297519" y="770677"/>
              <a:ext cx="2618070" cy="484119"/>
              <a:chOff x="1159466" y="892336"/>
              <a:chExt cx="2405552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85" name="Rectangle: Rounded Corners 84">
                <a:extLst>
                  <a:ext uri="{FF2B5EF4-FFF2-40B4-BE49-F238E27FC236}">
                    <a16:creationId xmlns:a16="http://schemas.microsoft.com/office/drawing/2014/main" id="{B0C46C31-CB11-F7FE-6A4B-2348513CA819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86" name="Rectangle: Rounded Corners 4">
                <a:extLst>
                  <a:ext uri="{FF2B5EF4-FFF2-40B4-BE49-F238E27FC236}">
                    <a16:creationId xmlns:a16="http://schemas.microsoft.com/office/drawing/2014/main" id="{4E0F954A-EF31-2084-ED85-825996A25F0E}"/>
                  </a:ext>
                </a:extLst>
              </p:cNvPr>
              <p:cNvSpPr txBox="1"/>
              <p:nvPr/>
            </p:nvSpPr>
            <p:spPr>
              <a:xfrm>
                <a:off x="1202696" y="1067247"/>
                <a:ext cx="221898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   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7D60AF77-DA5D-BA63-3253-C2ACB0E4F621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D5273CF4-47BB-D9AC-D268-465FE60DA6F6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27D24EF3-155B-0DCD-AD75-79EE610546FB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84" name="Rectangle: Rounded Corners 4">
                <a:extLst>
                  <a:ext uri="{FF2B5EF4-FFF2-40B4-BE49-F238E27FC236}">
                    <a16:creationId xmlns:a16="http://schemas.microsoft.com/office/drawing/2014/main" id="{0F1667AB-85BB-329A-1F07-5DA32554027A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9899F0BB-8FA7-2EB6-FD5F-D9B588326FD3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0280BCA0-5FF3-5C27-20AA-698B2B863E80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82" name="Rectangle: Rounded Corners 4">
                <a:extLst>
                  <a:ext uri="{FF2B5EF4-FFF2-40B4-BE49-F238E27FC236}">
                    <a16:creationId xmlns:a16="http://schemas.microsoft.com/office/drawing/2014/main" id="{47B5DB7D-A9B3-B362-AC26-18A78F58CF20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A14488E-69F9-B97F-7ECA-B45998C042EC}"/>
              </a:ext>
            </a:extLst>
          </p:cNvPr>
          <p:cNvGrpSpPr/>
          <p:nvPr/>
        </p:nvGrpSpPr>
        <p:grpSpPr>
          <a:xfrm>
            <a:off x="7498937" y="4220553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50EC10C0-1B6F-FA13-6050-0F4922B80C3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9" name="Rectangle: Rounded Corners 4">
              <a:extLst>
                <a:ext uri="{FF2B5EF4-FFF2-40B4-BE49-F238E27FC236}">
                  <a16:creationId xmlns:a16="http://schemas.microsoft.com/office/drawing/2014/main" id="{1AEC0243-3BD2-3B23-E7BD-E3B9A17B792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2015F44-599B-8D04-23FC-B5DF7CB4196B}"/>
              </a:ext>
            </a:extLst>
          </p:cNvPr>
          <p:cNvGrpSpPr/>
          <p:nvPr/>
        </p:nvGrpSpPr>
        <p:grpSpPr>
          <a:xfrm>
            <a:off x="9460533" y="376756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DEB53CC1-5398-75A2-314E-25F82CE808C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2" name="Rectangle: Rounded Corners 4">
              <a:extLst>
                <a:ext uri="{FF2B5EF4-FFF2-40B4-BE49-F238E27FC236}">
                  <a16:creationId xmlns:a16="http://schemas.microsoft.com/office/drawing/2014/main" id="{FC7D11DE-FF72-EEB7-B2F1-BAD09D3B76D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CAA331B8-EA43-792E-2EA2-522E8566862B}"/>
              </a:ext>
            </a:extLst>
          </p:cNvPr>
          <p:cNvGrpSpPr/>
          <p:nvPr/>
        </p:nvGrpSpPr>
        <p:grpSpPr>
          <a:xfrm>
            <a:off x="8857302" y="4602085"/>
            <a:ext cx="733158" cy="2772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2208A4AC-C4E3-21BC-24CD-37EFDF02B94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5" name="Rectangle: Rounded Corners 4">
              <a:extLst>
                <a:ext uri="{FF2B5EF4-FFF2-40B4-BE49-F238E27FC236}">
                  <a16:creationId xmlns:a16="http://schemas.microsoft.com/office/drawing/2014/main" id="{16228BE7-49DB-AFF3-5DC0-AAB899B37B5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33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78ABA40-5336-0DC0-EB11-32DBB72A1555}"/>
              </a:ext>
            </a:extLst>
          </p:cNvPr>
          <p:cNvGrpSpPr/>
          <p:nvPr/>
        </p:nvGrpSpPr>
        <p:grpSpPr>
          <a:xfrm>
            <a:off x="10505661" y="4574771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C1379C57-1E3F-07A3-756A-E6173784F9A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8" name="Rectangle: Rounded Corners 4">
              <a:extLst>
                <a:ext uri="{FF2B5EF4-FFF2-40B4-BE49-F238E27FC236}">
                  <a16:creationId xmlns:a16="http://schemas.microsoft.com/office/drawing/2014/main" id="{20D080AE-592C-74B8-2CF2-652BE2568D5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8CFF5D58-2F24-7E1D-3E20-731D788D9147}"/>
              </a:ext>
            </a:extLst>
          </p:cNvPr>
          <p:cNvGrpSpPr/>
          <p:nvPr/>
        </p:nvGrpSpPr>
        <p:grpSpPr>
          <a:xfrm>
            <a:off x="10531779" y="305900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D79C9DDA-F8D5-A1FD-C336-36663C82E2B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1" name="Rectangle: Rounded Corners 4">
              <a:extLst>
                <a:ext uri="{FF2B5EF4-FFF2-40B4-BE49-F238E27FC236}">
                  <a16:creationId xmlns:a16="http://schemas.microsoft.com/office/drawing/2014/main" id="{B1487A22-62FB-BFF1-A90C-78729E90EF2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6D479C0-3AEB-5A8B-BE1B-A2AE60C18ABA}"/>
              </a:ext>
            </a:extLst>
          </p:cNvPr>
          <p:cNvGrpSpPr/>
          <p:nvPr/>
        </p:nvGrpSpPr>
        <p:grpSpPr>
          <a:xfrm>
            <a:off x="6165271" y="6028492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3E4661FA-E5E3-D21B-80A1-3FF03B4808E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7" name="Rectangle: Rounded Corners 4">
              <a:extLst>
                <a:ext uri="{FF2B5EF4-FFF2-40B4-BE49-F238E27FC236}">
                  <a16:creationId xmlns:a16="http://schemas.microsoft.com/office/drawing/2014/main" id="{0C4C4866-3256-DEC4-7F28-93E3FF74DF7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DE87C5E-D07C-14C2-7E93-A97A01C8CA89}"/>
              </a:ext>
            </a:extLst>
          </p:cNvPr>
          <p:cNvGrpSpPr/>
          <p:nvPr/>
        </p:nvGrpSpPr>
        <p:grpSpPr>
          <a:xfrm>
            <a:off x="2151338" y="1130341"/>
            <a:ext cx="733158" cy="37377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B069E683-208C-C688-2233-3A6859ACF72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0" name="Rectangle: Rounded Corners 4">
              <a:extLst>
                <a:ext uri="{FF2B5EF4-FFF2-40B4-BE49-F238E27FC236}">
                  <a16:creationId xmlns:a16="http://schemas.microsoft.com/office/drawing/2014/main" id="{FF275016-4175-8C31-3D80-74D27E9BF14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11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B3AACD9-6F72-8EAE-97B9-EC5330B8B147}"/>
              </a:ext>
            </a:extLst>
          </p:cNvPr>
          <p:cNvGrpSpPr/>
          <p:nvPr/>
        </p:nvGrpSpPr>
        <p:grpSpPr>
          <a:xfrm>
            <a:off x="3939499" y="1916721"/>
            <a:ext cx="1740282" cy="657736"/>
            <a:chOff x="5386193" y="1370509"/>
            <a:chExt cx="1300470" cy="997421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D5901AF2-9706-879B-99BC-8DB7705031C6}"/>
                </a:ext>
              </a:extLst>
            </p:cNvPr>
            <p:cNvGrpSpPr/>
            <p:nvPr/>
          </p:nvGrpSpPr>
          <p:grpSpPr>
            <a:xfrm>
              <a:off x="5386193" y="1370509"/>
              <a:ext cx="1300470" cy="844560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116" name="Rectangle: Rounded Corners 115">
                <a:extLst>
                  <a:ext uri="{FF2B5EF4-FFF2-40B4-BE49-F238E27FC236}">
                    <a16:creationId xmlns:a16="http://schemas.microsoft.com/office/drawing/2014/main" id="{55BADA6A-8EC2-ACF9-9A6A-F296B00001E4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PK">
                  <a:solidFill>
                    <a:srgbClr val="FF0000"/>
                  </a:solidFill>
                </a:endParaRPr>
              </a:p>
            </p:txBody>
          </p:sp>
          <p:sp>
            <p:nvSpPr>
              <p:cNvPr id="117" name="Rectangle: Rounded Corners 4">
                <a:extLst>
                  <a:ext uri="{FF2B5EF4-FFF2-40B4-BE49-F238E27FC236}">
                    <a16:creationId xmlns:a16="http://schemas.microsoft.com/office/drawing/2014/main" id="{357FC01D-ACD9-951D-5063-D1E70F1C7325}"/>
                  </a:ext>
                </a:extLst>
              </p:cNvPr>
              <p:cNvSpPr txBox="1"/>
              <p:nvPr/>
            </p:nvSpPr>
            <p:spPr>
              <a:xfrm>
                <a:off x="1302711" y="1060713"/>
                <a:ext cx="1813421" cy="1051982"/>
              </a:xfrm>
              <a:prstGeom prst="rect">
                <a:avLst/>
              </a:prstGeom>
              <a:grpFill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lvl="0" indent="0" algn="ctr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600" b="1" dirty="0" err="1">
                    <a:solidFill>
                      <a:srgbClr val="FF0000"/>
                    </a:solidFill>
                  </a:rPr>
                  <a:t>tN</a:t>
                </a:r>
                <a:endParaRPr lang="en-PK" sz="2600" b="1" kern="12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923F40B6-576A-C008-F03B-E21611DE396A}"/>
                </a:ext>
              </a:extLst>
            </p:cNvPr>
            <p:cNvGrpSpPr/>
            <p:nvPr/>
          </p:nvGrpSpPr>
          <p:grpSpPr>
            <a:xfrm>
              <a:off x="5406257" y="2049895"/>
              <a:ext cx="1232834" cy="318035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14" name="Rectangle: Rounded Corners 113">
                <a:extLst>
                  <a:ext uri="{FF2B5EF4-FFF2-40B4-BE49-F238E27FC236}">
                    <a16:creationId xmlns:a16="http://schemas.microsoft.com/office/drawing/2014/main" id="{A5C4D3CB-D522-BEB8-D22F-5E77B60C1E65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15" name="Rectangle: Rounded Corners 4">
                <a:extLst>
                  <a:ext uri="{FF2B5EF4-FFF2-40B4-BE49-F238E27FC236}">
                    <a16:creationId xmlns:a16="http://schemas.microsoft.com/office/drawing/2014/main" id="{CB3625C9-E090-059B-9ED2-EBA9761AA4A4}"/>
                  </a:ext>
                </a:extLst>
              </p:cNvPr>
              <p:cNvSpPr txBox="1"/>
              <p:nvPr/>
            </p:nvSpPr>
            <p:spPr>
              <a:xfrm>
                <a:off x="1202638" y="1108729"/>
                <a:ext cx="2022421" cy="1051981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200" b="1" kern="0" dirty="0">
                    <a:solidFill>
                      <a:srgbClr val="FFFFFF"/>
                    </a:solidFill>
                    <a:latin typeface="Franklin Gothic Book"/>
                  </a:rPr>
                  <a:t>0x1200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B2E4EB08-4445-45F9-24DC-351209354B4A}"/>
              </a:ext>
            </a:extLst>
          </p:cNvPr>
          <p:cNvGrpSpPr/>
          <p:nvPr/>
        </p:nvGrpSpPr>
        <p:grpSpPr>
          <a:xfrm>
            <a:off x="6581601" y="703991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D1DB586D-BE3D-AA7D-C84C-4D8954E78AC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0" name="Rectangle: Rounded Corners 4">
              <a:extLst>
                <a:ext uri="{FF2B5EF4-FFF2-40B4-BE49-F238E27FC236}">
                  <a16:creationId xmlns:a16="http://schemas.microsoft.com/office/drawing/2014/main" id="{83F56094-1EDE-8800-1FA0-12BFD10558A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5DBC88C-F813-808B-2682-5598147E7078}"/>
              </a:ext>
            </a:extLst>
          </p:cNvPr>
          <p:cNvGrpSpPr/>
          <p:nvPr/>
        </p:nvGrpSpPr>
        <p:grpSpPr>
          <a:xfrm>
            <a:off x="3939499" y="2897622"/>
            <a:ext cx="1782191" cy="657736"/>
            <a:chOff x="5386193" y="1370509"/>
            <a:chExt cx="1300470" cy="99742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AAC8593-8753-F0A7-9D21-1952BB9DA495}"/>
                </a:ext>
              </a:extLst>
            </p:cNvPr>
            <p:cNvGrpSpPr/>
            <p:nvPr/>
          </p:nvGrpSpPr>
          <p:grpSpPr>
            <a:xfrm>
              <a:off x="5386193" y="1370509"/>
              <a:ext cx="1300470" cy="844560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E505A1C4-1799-79C9-896D-43D5C2DF6CBB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PK">
                  <a:solidFill>
                    <a:srgbClr val="FF0000"/>
                  </a:solidFill>
                </a:endParaRPr>
              </a:p>
            </p:txBody>
          </p:sp>
          <p:sp>
            <p:nvSpPr>
              <p:cNvPr id="15" name="Rectangle: Rounded Corners 4">
                <a:extLst>
                  <a:ext uri="{FF2B5EF4-FFF2-40B4-BE49-F238E27FC236}">
                    <a16:creationId xmlns:a16="http://schemas.microsoft.com/office/drawing/2014/main" id="{38C62BE3-49E7-FAAD-736A-16E975250231}"/>
                  </a:ext>
                </a:extLst>
              </p:cNvPr>
              <p:cNvSpPr txBox="1"/>
              <p:nvPr/>
            </p:nvSpPr>
            <p:spPr>
              <a:xfrm>
                <a:off x="1302711" y="1060713"/>
                <a:ext cx="1813421" cy="1051982"/>
              </a:xfrm>
              <a:prstGeom prst="rect">
                <a:avLst/>
              </a:prstGeom>
              <a:grpFill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lvl="0" indent="0" algn="ctr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600" b="1" kern="1200" dirty="0">
                    <a:solidFill>
                      <a:srgbClr val="FF0000"/>
                    </a:solidFill>
                  </a:rPr>
                  <a:t>previous</a:t>
                </a:r>
                <a:endParaRPr lang="en-PK" sz="2600" b="1" kern="12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5727CC0-8F50-5AC6-7BF5-3C6C4558A664}"/>
                </a:ext>
              </a:extLst>
            </p:cNvPr>
            <p:cNvGrpSpPr/>
            <p:nvPr/>
          </p:nvGrpSpPr>
          <p:grpSpPr>
            <a:xfrm>
              <a:off x="5406257" y="2049895"/>
              <a:ext cx="1232834" cy="318035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1AE54562-77F5-9C81-DCFB-B8D04867DAE6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3" name="Rectangle: Rounded Corners 4">
                <a:extLst>
                  <a:ext uri="{FF2B5EF4-FFF2-40B4-BE49-F238E27FC236}">
                    <a16:creationId xmlns:a16="http://schemas.microsoft.com/office/drawing/2014/main" id="{11B386BB-A925-282D-2C98-326A24EB162D}"/>
                  </a:ext>
                </a:extLst>
              </p:cNvPr>
              <p:cNvSpPr txBox="1"/>
              <p:nvPr/>
            </p:nvSpPr>
            <p:spPr>
              <a:xfrm>
                <a:off x="1202638" y="1108729"/>
                <a:ext cx="2022421" cy="1051981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nullptr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8CF9C8F-2883-1A9D-5029-2CA54C9CBCCD}"/>
              </a:ext>
            </a:extLst>
          </p:cNvPr>
          <p:cNvSpPr/>
          <p:nvPr/>
        </p:nvSpPr>
        <p:spPr>
          <a:xfrm>
            <a:off x="3984754" y="3334645"/>
            <a:ext cx="1649772" cy="303069"/>
          </a:xfrm>
          <a:prstGeom prst="roundRect">
            <a:avLst>
              <a:gd name="adj" fmla="val 16670"/>
            </a:avLst>
          </a:prstGeom>
          <a:solidFill>
            <a:srgbClr val="000000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anchor="t"/>
          <a:lstStyle/>
          <a:p>
            <a:pPr marL="0" marR="0" lvl="0" indent="0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1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0x1200</a:t>
            </a:r>
          </a:p>
          <a:p>
            <a:pPr marL="0" marR="0" lvl="0" indent="0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90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90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38DCFEE-9116-9986-AB53-E92235CC6FB7}"/>
              </a:ext>
            </a:extLst>
          </p:cNvPr>
          <p:cNvSpPr/>
          <p:nvPr/>
        </p:nvSpPr>
        <p:spPr>
          <a:xfrm>
            <a:off x="3966349" y="2352106"/>
            <a:ext cx="1649772" cy="303069"/>
          </a:xfrm>
          <a:prstGeom prst="roundRect">
            <a:avLst>
              <a:gd name="adj" fmla="val 16670"/>
            </a:avLst>
          </a:prstGeom>
          <a:solidFill>
            <a:srgbClr val="000000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anchor="t"/>
          <a:lstStyle/>
          <a:p>
            <a:pPr marL="0" marR="0" lvl="0" indent="0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1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0x1000</a:t>
            </a:r>
          </a:p>
          <a:p>
            <a:pPr marL="0" marR="0" lvl="0" indent="0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90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90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8CFE04F-1855-82B7-84B6-4812B6F9EDCA}"/>
              </a:ext>
            </a:extLst>
          </p:cNvPr>
          <p:cNvGrpSpPr/>
          <p:nvPr/>
        </p:nvGrpSpPr>
        <p:grpSpPr>
          <a:xfrm>
            <a:off x="10559159" y="1571627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8A0D83B-C4FA-10D1-4522-0A7ED942F37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0" name="Rectangle: Rounded Corners 4">
              <a:extLst>
                <a:ext uri="{FF2B5EF4-FFF2-40B4-BE49-F238E27FC236}">
                  <a16:creationId xmlns:a16="http://schemas.microsoft.com/office/drawing/2014/main" id="{53FDDBED-21A6-2FB8-015A-FB264AF0EAA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5320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10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0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0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10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10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10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1000" fill="hold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10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1000" fill="hold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1000" fill="hold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10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1000" fill="hold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21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29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21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298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21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301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21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304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21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307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21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4)">
                                      <p:cBhvr>
                                        <p:cTn id="310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10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7" dur="1000" fill="hold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1000" fill="hold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64FAA2-0FB2-7C09-1732-206169BAFF85}"/>
              </a:ext>
            </a:extLst>
          </p:cNvPr>
          <p:cNvSpPr txBox="1"/>
          <p:nvPr/>
        </p:nvSpPr>
        <p:spPr>
          <a:xfrm>
            <a:off x="250172" y="767998"/>
            <a:ext cx="628536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bool </a:t>
            </a:r>
            <a:r>
              <a:rPr lang="en-US" b="1" dirty="0" err="1"/>
              <a:t>searchByValue</a:t>
            </a:r>
            <a:r>
              <a:rPr lang="en-US" b="1" dirty="0"/>
              <a:t>() {</a:t>
            </a:r>
          </a:p>
          <a:p>
            <a:r>
              <a:rPr lang="en-US" b="1" dirty="0"/>
              <a:t>        if (</a:t>
            </a:r>
            <a:r>
              <a:rPr lang="en-US" b="1" dirty="0" err="1"/>
              <a:t>isListEmpty</a:t>
            </a:r>
            <a:r>
              <a:rPr lang="en-US" b="1" dirty="0"/>
              <a:t>()) {</a:t>
            </a:r>
          </a:p>
          <a:p>
            <a:r>
              <a:rPr lang="en-US" b="1" dirty="0"/>
              <a:t>            cout &lt;&lt; "\n List is empty, nothing to search!";</a:t>
            </a:r>
          </a:p>
          <a:p>
            <a:r>
              <a:rPr lang="en-US" b="1" dirty="0"/>
              <a:t>            return false;</a:t>
            </a:r>
          </a:p>
          <a:p>
            <a:r>
              <a:rPr lang="en-US" b="1" dirty="0"/>
              <a:t>        }</a:t>
            </a:r>
          </a:p>
          <a:p>
            <a:r>
              <a:rPr lang="en-US" b="1" dirty="0"/>
              <a:t>   cout &lt;&lt; "\n Enter the data value of the node you wish to search = ";</a:t>
            </a:r>
          </a:p>
          <a:p>
            <a:r>
              <a:rPr lang="en-US" b="1" dirty="0"/>
              <a:t>        cin &gt;&gt; </a:t>
            </a:r>
            <a:r>
              <a:rPr lang="en-US" b="1" dirty="0" err="1"/>
              <a:t>val</a:t>
            </a:r>
            <a:r>
              <a:rPr lang="en-US" b="1" dirty="0"/>
              <a:t>;</a:t>
            </a:r>
          </a:p>
          <a:p>
            <a:r>
              <a:rPr lang="en-US" b="1" dirty="0"/>
              <a:t>        Node* </a:t>
            </a:r>
            <a:r>
              <a:rPr lang="en-US" b="1" dirty="0" err="1"/>
              <a:t>tN</a:t>
            </a:r>
            <a:r>
              <a:rPr lang="en-US" b="1" dirty="0"/>
              <a:t> = head;</a:t>
            </a:r>
          </a:p>
          <a:p>
            <a:r>
              <a:rPr lang="en-US" b="1" dirty="0"/>
              <a:t>        while (</a:t>
            </a:r>
            <a:r>
              <a:rPr lang="en-US" b="1" dirty="0" err="1"/>
              <a:t>tN</a:t>
            </a:r>
            <a:r>
              <a:rPr lang="en-US" b="1" dirty="0"/>
              <a:t> != </a:t>
            </a:r>
            <a:r>
              <a:rPr lang="en-US" b="1" dirty="0" err="1"/>
              <a:t>nullptr</a:t>
            </a:r>
            <a:r>
              <a:rPr lang="en-US" b="1" dirty="0"/>
              <a:t> &amp;&amp; </a:t>
            </a:r>
            <a:r>
              <a:rPr lang="en-US" b="1" dirty="0" err="1"/>
              <a:t>tN</a:t>
            </a:r>
            <a:r>
              <a:rPr lang="en-US" b="1" dirty="0"/>
              <a:t>-&gt;data != </a:t>
            </a:r>
            <a:r>
              <a:rPr lang="en-US" b="1" dirty="0" err="1"/>
              <a:t>val</a:t>
            </a:r>
            <a:r>
              <a:rPr lang="en-US" b="1" dirty="0"/>
              <a:t>)</a:t>
            </a:r>
          </a:p>
          <a:p>
            <a:r>
              <a:rPr lang="en-US" b="1" dirty="0"/>
              <a:t>            </a:t>
            </a:r>
            <a:r>
              <a:rPr lang="en-US" b="1" dirty="0" err="1"/>
              <a:t>tN</a:t>
            </a:r>
            <a:r>
              <a:rPr lang="en-US" b="1" dirty="0"/>
              <a:t> = </a:t>
            </a:r>
            <a:r>
              <a:rPr lang="en-US" b="1" dirty="0" err="1"/>
              <a:t>tN</a:t>
            </a:r>
            <a:r>
              <a:rPr lang="en-US" b="1" dirty="0"/>
              <a:t>-&gt;next;</a:t>
            </a:r>
          </a:p>
          <a:p>
            <a:r>
              <a:rPr lang="en-US" b="1" dirty="0"/>
              <a:t>        return (</a:t>
            </a:r>
            <a:r>
              <a:rPr lang="en-US" b="1" dirty="0" err="1"/>
              <a:t>tN</a:t>
            </a:r>
            <a:r>
              <a:rPr lang="en-US" b="1" dirty="0"/>
              <a:t> != </a:t>
            </a:r>
            <a:r>
              <a:rPr lang="en-US" b="1" dirty="0" err="1"/>
              <a:t>nullptr</a:t>
            </a:r>
            <a:r>
              <a:rPr lang="en-US" b="1" dirty="0"/>
              <a:t>);</a:t>
            </a:r>
          </a:p>
          <a:p>
            <a:r>
              <a:rPr lang="en-US" b="1" dirty="0"/>
              <a:t>    }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AAD445-35FD-561B-97EB-B178805DFE2D}"/>
              </a:ext>
            </a:extLst>
          </p:cNvPr>
          <p:cNvGrpSpPr/>
          <p:nvPr/>
        </p:nvGrpSpPr>
        <p:grpSpPr>
          <a:xfrm>
            <a:off x="6248873" y="160309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B7DBC41-C2A5-2030-9914-AB518B8DA99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EC2FB310-9862-7032-CDF7-373128CA9ACC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7154AD9-58D7-E890-CBDE-98F373DF3687}"/>
              </a:ext>
            </a:extLst>
          </p:cNvPr>
          <p:cNvGrpSpPr/>
          <p:nvPr/>
        </p:nvGrpSpPr>
        <p:grpSpPr>
          <a:xfrm>
            <a:off x="6150688" y="5465679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385102D-968E-72F5-0214-F98EB56631F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9035FEEC-750D-8BEC-667A-2EBC98143773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C3C3DB-800F-BBE3-26E5-787783F1E1D8}"/>
              </a:ext>
            </a:extLst>
          </p:cNvPr>
          <p:cNvGrpSpPr/>
          <p:nvPr/>
        </p:nvGrpSpPr>
        <p:grpSpPr>
          <a:xfrm>
            <a:off x="6595609" y="69926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95F198A-A8A1-D610-E279-9C43B3AF481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9749A9C7-3464-21A7-7967-A33BA72164F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71A5C23-3FE7-DAB5-B2E7-449E65CE90A7}"/>
              </a:ext>
            </a:extLst>
          </p:cNvPr>
          <p:cNvGrpSpPr/>
          <p:nvPr/>
        </p:nvGrpSpPr>
        <p:grpSpPr>
          <a:xfrm>
            <a:off x="6174178" y="6023761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C980514-1DF2-48B9-143D-F331822E200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D5728D6D-8AD0-EDFD-AA2B-3C3B7AC8025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BA25956-0EC9-8E16-726B-956B0C486A74}"/>
              </a:ext>
            </a:extLst>
          </p:cNvPr>
          <p:cNvGrpSpPr/>
          <p:nvPr/>
        </p:nvGrpSpPr>
        <p:grpSpPr>
          <a:xfrm>
            <a:off x="7827496" y="2367522"/>
            <a:ext cx="4014430" cy="1145236"/>
            <a:chOff x="5206427" y="770677"/>
            <a:chExt cx="4516995" cy="117963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476D51E-16E3-3466-2F38-4B4DC1060312}"/>
                </a:ext>
              </a:extLst>
            </p:cNvPr>
            <p:cNvGrpSpPr/>
            <p:nvPr/>
          </p:nvGrpSpPr>
          <p:grpSpPr>
            <a:xfrm>
              <a:off x="6297519" y="770677"/>
              <a:ext cx="2618070" cy="484119"/>
              <a:chOff x="1159466" y="892336"/>
              <a:chExt cx="2405552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99E721A4-BC7A-279F-98B3-A6CE29140337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28" name="Rectangle: Rounded Corners 4">
                <a:extLst>
                  <a:ext uri="{FF2B5EF4-FFF2-40B4-BE49-F238E27FC236}">
                    <a16:creationId xmlns:a16="http://schemas.microsoft.com/office/drawing/2014/main" id="{F5D3EEAD-84C6-E450-F9D8-357035EE29BF}"/>
                  </a:ext>
                </a:extLst>
              </p:cNvPr>
              <p:cNvSpPr txBox="1"/>
              <p:nvPr/>
            </p:nvSpPr>
            <p:spPr>
              <a:xfrm>
                <a:off x="1202696" y="1067247"/>
                <a:ext cx="221898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   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61940A6-374A-648E-4F37-6FB1310EFD0A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D83BE8C-9F6F-3053-5EDB-BAD294C7BF17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663BAA9B-F8B0-ED94-1484-3077289456DA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26" name="Rectangle: Rounded Corners 4">
                <a:extLst>
                  <a:ext uri="{FF2B5EF4-FFF2-40B4-BE49-F238E27FC236}">
                    <a16:creationId xmlns:a16="http://schemas.microsoft.com/office/drawing/2014/main" id="{E4F5333C-2326-C3F0-1925-43F0BC7B40F2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BC1A392-453A-CFD9-6ECB-2C7A3E22AF47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CEE06B7A-F3E8-AEF0-B7EE-AF9CE2729580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24" name="Rectangle: Rounded Corners 4">
                <a:extLst>
                  <a:ext uri="{FF2B5EF4-FFF2-40B4-BE49-F238E27FC236}">
                    <a16:creationId xmlns:a16="http://schemas.microsoft.com/office/drawing/2014/main" id="{215853B5-77A5-96F2-ADA2-84F9A22CDE37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7EEF778-D335-012D-CF21-3887D371D4E3}"/>
              </a:ext>
            </a:extLst>
          </p:cNvPr>
          <p:cNvGrpSpPr/>
          <p:nvPr/>
        </p:nvGrpSpPr>
        <p:grpSpPr>
          <a:xfrm>
            <a:off x="7509292" y="2724653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9CBBAEEB-A229-D97D-0CD2-3BE1B6A53EE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1" name="Rectangle: Rounded Corners 4">
              <a:extLst>
                <a:ext uri="{FF2B5EF4-FFF2-40B4-BE49-F238E27FC236}">
                  <a16:creationId xmlns:a16="http://schemas.microsoft.com/office/drawing/2014/main" id="{91991FC2-3081-94EF-BD8E-369095C8F99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DE11B69-B330-465D-AF89-73A543641F41}"/>
              </a:ext>
            </a:extLst>
          </p:cNvPr>
          <p:cNvGrpSpPr/>
          <p:nvPr/>
        </p:nvGrpSpPr>
        <p:grpSpPr>
          <a:xfrm>
            <a:off x="9619801" y="2284037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CBD14466-E16B-C683-C164-2C0C3C8A40F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4" name="Rectangle: Rounded Corners 4">
              <a:extLst>
                <a:ext uri="{FF2B5EF4-FFF2-40B4-BE49-F238E27FC236}">
                  <a16:creationId xmlns:a16="http://schemas.microsoft.com/office/drawing/2014/main" id="{B0A0C439-21E9-2492-7E9A-0572C664811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A719868-F315-7260-D182-1BAD8A26584E}"/>
              </a:ext>
            </a:extLst>
          </p:cNvPr>
          <p:cNvGrpSpPr/>
          <p:nvPr/>
        </p:nvGrpSpPr>
        <p:grpSpPr>
          <a:xfrm>
            <a:off x="10536648" y="3063685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B860F4C2-6CF0-FB92-1C22-AEB9752F95D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7" name="Rectangle: Rounded Corners 4">
              <a:extLst>
                <a:ext uri="{FF2B5EF4-FFF2-40B4-BE49-F238E27FC236}">
                  <a16:creationId xmlns:a16="http://schemas.microsoft.com/office/drawing/2014/main" id="{F28FEBDF-0BCE-7891-4504-82460DABE9E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3A1A98F-029C-F2A4-F6E6-0B405C401236}"/>
              </a:ext>
            </a:extLst>
          </p:cNvPr>
          <p:cNvGrpSpPr/>
          <p:nvPr/>
        </p:nvGrpSpPr>
        <p:grpSpPr>
          <a:xfrm>
            <a:off x="8856573" y="3029661"/>
            <a:ext cx="733158" cy="37377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03999B43-FF05-B007-23CF-A167128189A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0" name="Rectangle: Rounded Corners 4">
              <a:extLst>
                <a:ext uri="{FF2B5EF4-FFF2-40B4-BE49-F238E27FC236}">
                  <a16:creationId xmlns:a16="http://schemas.microsoft.com/office/drawing/2014/main" id="{E6BC8B57-CB00-D4C7-2CDF-CB3D5072072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6073B39-406C-6914-A5E7-7E302FC47DE3}"/>
              </a:ext>
            </a:extLst>
          </p:cNvPr>
          <p:cNvGrpSpPr/>
          <p:nvPr/>
        </p:nvGrpSpPr>
        <p:grpSpPr>
          <a:xfrm>
            <a:off x="7854655" y="866572"/>
            <a:ext cx="4014430" cy="1145236"/>
            <a:chOff x="5206427" y="770677"/>
            <a:chExt cx="4516995" cy="1179639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3DCD90D-6CC4-4D40-8A47-C23A5CE57371}"/>
                </a:ext>
              </a:extLst>
            </p:cNvPr>
            <p:cNvGrpSpPr/>
            <p:nvPr/>
          </p:nvGrpSpPr>
          <p:grpSpPr>
            <a:xfrm>
              <a:off x="6297520" y="770677"/>
              <a:ext cx="2334807" cy="484119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6F4BCD2F-2AE7-E805-BB8B-F328D012637F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51" name="Rectangle: Rounded Corners 4">
                <a:extLst>
                  <a:ext uri="{FF2B5EF4-FFF2-40B4-BE49-F238E27FC236}">
                    <a16:creationId xmlns:a16="http://schemas.microsoft.com/office/drawing/2014/main" id="{A42662DF-79EC-9334-CD0F-1C3CF3695C82}"/>
                  </a:ext>
                </a:extLst>
              </p:cNvPr>
              <p:cNvSpPr txBox="1"/>
              <p:nvPr/>
            </p:nvSpPr>
            <p:spPr>
              <a:xfrm>
                <a:off x="1270085" y="1114247"/>
                <a:ext cx="188445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</a:t>
                </a:r>
                <a:r>
                  <a:rPr lang="en-US" sz="2000" b="1" dirty="0">
                    <a:solidFill>
                      <a:schemeClr val="bg2">
                        <a:lumMod val="25000"/>
                      </a:schemeClr>
                    </a:solidFill>
                  </a:rPr>
                  <a:t>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5AD37891-88DB-4836-53DA-90E3B380169A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39DD09C-985F-7923-FB73-53879A99959E}"/>
                </a:ext>
              </a:extLst>
            </p:cNvPr>
            <p:cNvGrpSpPr/>
            <p:nvPr/>
          </p:nvGrpSpPr>
          <p:grpSpPr>
            <a:xfrm>
              <a:off x="5359337" y="1467460"/>
              <a:ext cx="1869845" cy="371558"/>
              <a:chOff x="1159466" y="892336"/>
              <a:chExt cx="2145283" cy="1367628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2E389B89-22ED-195E-D6E6-75A3CFAEA270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145283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49" name="Rectangle: Rounded Corners 4">
                <a:extLst>
                  <a:ext uri="{FF2B5EF4-FFF2-40B4-BE49-F238E27FC236}">
                    <a16:creationId xmlns:a16="http://schemas.microsoft.com/office/drawing/2014/main" id="{4481BE2D-9996-CAED-290E-3BB211B1A384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CD187AFD-8FDF-CFDF-E632-48DE938EF643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99430B8A-BECE-E22E-6287-8123B485A76F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47" name="Rectangle: Rounded Corners 4">
                <a:extLst>
                  <a:ext uri="{FF2B5EF4-FFF2-40B4-BE49-F238E27FC236}">
                    <a16:creationId xmlns:a16="http://schemas.microsoft.com/office/drawing/2014/main" id="{C8ABF48D-BEE1-60E4-0659-A7A52CF0859C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E53A0A6-D33A-1EF0-7E9E-933570EB4015}"/>
              </a:ext>
            </a:extLst>
          </p:cNvPr>
          <p:cNvGrpSpPr/>
          <p:nvPr/>
        </p:nvGrpSpPr>
        <p:grpSpPr>
          <a:xfrm>
            <a:off x="8961053" y="1547662"/>
            <a:ext cx="733158" cy="37377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F537CFB0-7926-3A30-462A-71539101DE6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4" name="Rectangle: Rounded Corners 4">
              <a:extLst>
                <a:ext uri="{FF2B5EF4-FFF2-40B4-BE49-F238E27FC236}">
                  <a16:creationId xmlns:a16="http://schemas.microsoft.com/office/drawing/2014/main" id="{98E91A4F-3669-B400-9A5A-A807BF8C3D5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4964E7B-A1C6-6CEB-DAB5-D3F342D5B2DF}"/>
              </a:ext>
            </a:extLst>
          </p:cNvPr>
          <p:cNvGrpSpPr/>
          <p:nvPr/>
        </p:nvGrpSpPr>
        <p:grpSpPr>
          <a:xfrm>
            <a:off x="10563807" y="1569726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06F56AC9-7FEF-25E4-CE5A-123258BD97B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7" name="Rectangle: Rounded Corners 4">
              <a:extLst>
                <a:ext uri="{FF2B5EF4-FFF2-40B4-BE49-F238E27FC236}">
                  <a16:creationId xmlns:a16="http://schemas.microsoft.com/office/drawing/2014/main" id="{120502DF-5ED9-78F2-B604-F2EF1DC44F0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51FA7D1-FB57-01BB-843A-38825DB1AB46}"/>
              </a:ext>
            </a:extLst>
          </p:cNvPr>
          <p:cNvGrpSpPr/>
          <p:nvPr/>
        </p:nvGrpSpPr>
        <p:grpSpPr>
          <a:xfrm>
            <a:off x="9563411" y="800163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A6704326-8507-7798-073D-9AE17491EB0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0" name="Rectangle: Rounded Corners 4">
              <a:extLst>
                <a:ext uri="{FF2B5EF4-FFF2-40B4-BE49-F238E27FC236}">
                  <a16:creationId xmlns:a16="http://schemas.microsoft.com/office/drawing/2014/main" id="{286304C7-1711-FCEC-E2ED-45CEC729C12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0086D60-9AF0-DE85-F30D-EDEC5C8ABFFD}"/>
              </a:ext>
            </a:extLst>
          </p:cNvPr>
          <p:cNvGrpSpPr/>
          <p:nvPr/>
        </p:nvGrpSpPr>
        <p:grpSpPr>
          <a:xfrm>
            <a:off x="7474052" y="126681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AA9F84BF-C521-7CBD-4798-43FD4B0D5C0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3" name="Rectangle: Rounded Corners 4">
              <a:extLst>
                <a:ext uri="{FF2B5EF4-FFF2-40B4-BE49-F238E27FC236}">
                  <a16:creationId xmlns:a16="http://schemas.microsoft.com/office/drawing/2014/main" id="{176FEFA8-E513-58F9-CFC5-F6F9945BD54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D702B26-5BF6-1F37-6860-BE4FD16572C3}"/>
              </a:ext>
            </a:extLst>
          </p:cNvPr>
          <p:cNvGrpSpPr/>
          <p:nvPr/>
        </p:nvGrpSpPr>
        <p:grpSpPr>
          <a:xfrm>
            <a:off x="10563807" y="1566582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F2C37894-2FB0-FE2F-2488-21DCC839FA7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6" name="Rectangle: Rounded Corners 4">
              <a:extLst>
                <a:ext uri="{FF2B5EF4-FFF2-40B4-BE49-F238E27FC236}">
                  <a16:creationId xmlns:a16="http://schemas.microsoft.com/office/drawing/2014/main" id="{EBBC63AC-B3B8-D1CC-DE85-4785E50083E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0CD01B7-D43D-1954-3022-BE77589ACA18}"/>
              </a:ext>
            </a:extLst>
          </p:cNvPr>
          <p:cNvGrpSpPr/>
          <p:nvPr/>
        </p:nvGrpSpPr>
        <p:grpSpPr>
          <a:xfrm>
            <a:off x="7835508" y="3870809"/>
            <a:ext cx="4014430" cy="1145236"/>
            <a:chOff x="5206427" y="770677"/>
            <a:chExt cx="4516995" cy="1179639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ECE4851-9BD3-FC46-863D-71F6FD817A0C}"/>
                </a:ext>
              </a:extLst>
            </p:cNvPr>
            <p:cNvGrpSpPr/>
            <p:nvPr/>
          </p:nvGrpSpPr>
          <p:grpSpPr>
            <a:xfrm>
              <a:off x="6297519" y="770677"/>
              <a:ext cx="2618070" cy="484119"/>
              <a:chOff x="1159466" y="892336"/>
              <a:chExt cx="2405552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5C4FB896-571F-7247-7AA9-41622B4A2062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77" name="Rectangle: Rounded Corners 4">
                <a:extLst>
                  <a:ext uri="{FF2B5EF4-FFF2-40B4-BE49-F238E27FC236}">
                    <a16:creationId xmlns:a16="http://schemas.microsoft.com/office/drawing/2014/main" id="{DE7ADF9D-81A6-1DDC-F3F1-CB3F9B2F2412}"/>
                  </a:ext>
                </a:extLst>
              </p:cNvPr>
              <p:cNvSpPr txBox="1"/>
              <p:nvPr/>
            </p:nvSpPr>
            <p:spPr>
              <a:xfrm>
                <a:off x="1202696" y="1067247"/>
                <a:ext cx="221898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   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92B5628D-BBED-EFE4-9466-304E6ABC7FF1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2883E1D8-663C-E455-A115-07B2D0BD5E1A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F4B3DADB-8B65-D3D6-64C1-15A418B81FBD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75" name="Rectangle: Rounded Corners 4">
                <a:extLst>
                  <a:ext uri="{FF2B5EF4-FFF2-40B4-BE49-F238E27FC236}">
                    <a16:creationId xmlns:a16="http://schemas.microsoft.com/office/drawing/2014/main" id="{9F4E2ED3-0D10-0A5E-8F82-05F15142A9AA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56B36FF-DA4D-D60D-5DAF-62E8B8A06297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C46266CB-D6D5-3EA3-0967-C75EB228F220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73" name="Rectangle: Rounded Corners 4">
                <a:extLst>
                  <a:ext uri="{FF2B5EF4-FFF2-40B4-BE49-F238E27FC236}">
                    <a16:creationId xmlns:a16="http://schemas.microsoft.com/office/drawing/2014/main" id="{2C6DE4CE-4701-6D21-C51A-CDD4CB1AD0A1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7BF300F-148B-DB23-DA38-9A25B1A11B07}"/>
              </a:ext>
            </a:extLst>
          </p:cNvPr>
          <p:cNvGrpSpPr/>
          <p:nvPr/>
        </p:nvGrpSpPr>
        <p:grpSpPr>
          <a:xfrm>
            <a:off x="7498937" y="4220553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B25604CA-C99F-3DAE-4DEC-B679B7EC6E3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0" name="Rectangle: Rounded Corners 4">
              <a:extLst>
                <a:ext uri="{FF2B5EF4-FFF2-40B4-BE49-F238E27FC236}">
                  <a16:creationId xmlns:a16="http://schemas.microsoft.com/office/drawing/2014/main" id="{6BDB31E6-219D-C6FD-A92F-1A2B3B81550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E711B52-D194-C2E5-35FF-CD780155A5A8}"/>
              </a:ext>
            </a:extLst>
          </p:cNvPr>
          <p:cNvGrpSpPr/>
          <p:nvPr/>
        </p:nvGrpSpPr>
        <p:grpSpPr>
          <a:xfrm>
            <a:off x="9460533" y="376756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DDE2C853-75FD-7FE0-6016-09BB1378F78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3" name="Rectangle: Rounded Corners 4">
              <a:extLst>
                <a:ext uri="{FF2B5EF4-FFF2-40B4-BE49-F238E27FC236}">
                  <a16:creationId xmlns:a16="http://schemas.microsoft.com/office/drawing/2014/main" id="{254A9E58-4121-10E3-AD7D-F180FFF5C6E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56CCB25-E983-C423-1917-85481CE70C51}"/>
              </a:ext>
            </a:extLst>
          </p:cNvPr>
          <p:cNvGrpSpPr/>
          <p:nvPr/>
        </p:nvGrpSpPr>
        <p:grpSpPr>
          <a:xfrm>
            <a:off x="8857302" y="4602085"/>
            <a:ext cx="733158" cy="2772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2BB1CABE-D70F-494D-48D7-DD760341E61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6" name="Rectangle: Rounded Corners 4">
              <a:extLst>
                <a:ext uri="{FF2B5EF4-FFF2-40B4-BE49-F238E27FC236}">
                  <a16:creationId xmlns:a16="http://schemas.microsoft.com/office/drawing/2014/main" id="{1A1C9278-A746-70E1-171B-4C09A02F0C8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33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3BC019E-DFAC-AAF2-B8A6-0A1E4E37F966}"/>
              </a:ext>
            </a:extLst>
          </p:cNvPr>
          <p:cNvGrpSpPr/>
          <p:nvPr/>
        </p:nvGrpSpPr>
        <p:grpSpPr>
          <a:xfrm>
            <a:off x="10505661" y="4574771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C0FBCB69-1E44-9973-09D1-02BB8692894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9" name="Rectangle: Rounded Corners 4">
              <a:extLst>
                <a:ext uri="{FF2B5EF4-FFF2-40B4-BE49-F238E27FC236}">
                  <a16:creationId xmlns:a16="http://schemas.microsoft.com/office/drawing/2014/main" id="{861E3339-F59C-66DE-2F5B-CC4037E6505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C6100ABC-5854-68DC-D13D-BDCAB431E41D}"/>
              </a:ext>
            </a:extLst>
          </p:cNvPr>
          <p:cNvGrpSpPr/>
          <p:nvPr/>
        </p:nvGrpSpPr>
        <p:grpSpPr>
          <a:xfrm>
            <a:off x="10531779" y="305900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F1D3784E-FEBE-E197-E0C1-ABDB28169A2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2" name="Rectangle: Rounded Corners 4">
              <a:extLst>
                <a:ext uri="{FF2B5EF4-FFF2-40B4-BE49-F238E27FC236}">
                  <a16:creationId xmlns:a16="http://schemas.microsoft.com/office/drawing/2014/main" id="{E0F2453C-007B-2903-0513-F8782495329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D312C8D-E2FC-737B-9BDF-D2D87406D464}"/>
              </a:ext>
            </a:extLst>
          </p:cNvPr>
          <p:cNvGrpSpPr/>
          <p:nvPr/>
        </p:nvGrpSpPr>
        <p:grpSpPr>
          <a:xfrm>
            <a:off x="6165271" y="6028492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C6C37A7D-1263-20CE-8CC6-807ADB60BE4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5" name="Rectangle: Rounded Corners 4">
              <a:extLst>
                <a:ext uri="{FF2B5EF4-FFF2-40B4-BE49-F238E27FC236}">
                  <a16:creationId xmlns:a16="http://schemas.microsoft.com/office/drawing/2014/main" id="{B90EE4A1-31CB-8899-B71A-C45DAB1876B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DB93861-B02C-DB4B-DFD7-92B9A0408A89}"/>
              </a:ext>
            </a:extLst>
          </p:cNvPr>
          <p:cNvGrpSpPr/>
          <p:nvPr/>
        </p:nvGrpSpPr>
        <p:grpSpPr>
          <a:xfrm>
            <a:off x="6581601" y="703991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8ADFBF4E-256A-A7DE-8F09-F02E72A8437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8" name="Rectangle: Rounded Corners 4">
              <a:extLst>
                <a:ext uri="{FF2B5EF4-FFF2-40B4-BE49-F238E27FC236}">
                  <a16:creationId xmlns:a16="http://schemas.microsoft.com/office/drawing/2014/main" id="{66A5157C-E037-4739-B85E-C7BC683E3D1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17BED8B-DE7A-5CA5-C3E0-B891C2484B6E}"/>
              </a:ext>
            </a:extLst>
          </p:cNvPr>
          <p:cNvGrpSpPr/>
          <p:nvPr/>
        </p:nvGrpSpPr>
        <p:grpSpPr>
          <a:xfrm rot="2287042">
            <a:off x="8020342" y="329143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8ABD2DDD-12FF-0A86-4169-ED721017D3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Arrow: Right 103">
              <a:extLst>
                <a:ext uri="{FF2B5EF4-FFF2-40B4-BE49-F238E27FC236}">
                  <a16:creationId xmlns:a16="http://schemas.microsoft.com/office/drawing/2014/main" id="{D2F4D2BF-76D8-A8DB-DCF1-F7474E3EA597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C750B49-2C1F-2580-E5E1-EA195255F23B}"/>
              </a:ext>
            </a:extLst>
          </p:cNvPr>
          <p:cNvGrpSpPr/>
          <p:nvPr/>
        </p:nvGrpSpPr>
        <p:grpSpPr>
          <a:xfrm rot="7921994">
            <a:off x="11198226" y="2106258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C62D752-9160-667B-0763-867EDD7735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Arrow: Right 106">
              <a:extLst>
                <a:ext uri="{FF2B5EF4-FFF2-40B4-BE49-F238E27FC236}">
                  <a16:creationId xmlns:a16="http://schemas.microsoft.com/office/drawing/2014/main" id="{195F9A06-7768-349E-23B7-953A4AD2C138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DEED1317-15B0-BA66-513B-4811FE1B47CA}"/>
              </a:ext>
            </a:extLst>
          </p:cNvPr>
          <p:cNvGrpSpPr/>
          <p:nvPr/>
        </p:nvGrpSpPr>
        <p:grpSpPr>
          <a:xfrm rot="7921994">
            <a:off x="11199087" y="3619955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2A83485D-16BD-8F91-BA67-456CFBE086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Arrow: Right 109">
              <a:extLst>
                <a:ext uri="{FF2B5EF4-FFF2-40B4-BE49-F238E27FC236}">
                  <a16:creationId xmlns:a16="http://schemas.microsoft.com/office/drawing/2014/main" id="{FCD6E411-D869-6391-7F1F-34EEB08973D3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073D47A-2077-E6FE-297F-19FCD70B6898}"/>
              </a:ext>
            </a:extLst>
          </p:cNvPr>
          <p:cNvGrpSpPr/>
          <p:nvPr/>
        </p:nvGrpSpPr>
        <p:grpSpPr>
          <a:xfrm rot="19138116">
            <a:off x="7347321" y="5340070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04158B40-3A86-EEF6-81F9-8862F3836C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Arrow: Right 112">
              <a:extLst>
                <a:ext uri="{FF2B5EF4-FFF2-40B4-BE49-F238E27FC236}">
                  <a16:creationId xmlns:a16="http://schemas.microsoft.com/office/drawing/2014/main" id="{814F9B19-C2C8-0A5C-D464-E30B4570D95A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61CC9FC-107D-A61D-0F15-98C13C563EE7}"/>
              </a:ext>
            </a:extLst>
          </p:cNvPr>
          <p:cNvGrpSpPr/>
          <p:nvPr/>
        </p:nvGrpSpPr>
        <p:grpSpPr>
          <a:xfrm>
            <a:off x="2300992" y="2684839"/>
            <a:ext cx="733158" cy="2772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27F17C73-860D-635A-8824-B8CE449C4C4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6" name="Rectangle: Rounded Corners 4">
              <a:extLst>
                <a:ext uri="{FF2B5EF4-FFF2-40B4-BE49-F238E27FC236}">
                  <a16:creationId xmlns:a16="http://schemas.microsoft.com/office/drawing/2014/main" id="{2650AB0A-EFD8-B1BD-5E95-F33259DD507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33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B63727D9-C122-10C1-4038-75CD94702DD4}"/>
              </a:ext>
            </a:extLst>
          </p:cNvPr>
          <p:cNvGrpSpPr/>
          <p:nvPr/>
        </p:nvGrpSpPr>
        <p:grpSpPr>
          <a:xfrm>
            <a:off x="4825964" y="2835317"/>
            <a:ext cx="1740282" cy="657736"/>
            <a:chOff x="5386193" y="1370509"/>
            <a:chExt cx="1300470" cy="997421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4CF21C88-BCB3-77C8-8E47-B38B9108B131}"/>
                </a:ext>
              </a:extLst>
            </p:cNvPr>
            <p:cNvGrpSpPr/>
            <p:nvPr/>
          </p:nvGrpSpPr>
          <p:grpSpPr>
            <a:xfrm>
              <a:off x="5386193" y="1370509"/>
              <a:ext cx="1300470" cy="844560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122" name="Rectangle: Rounded Corners 121">
                <a:extLst>
                  <a:ext uri="{FF2B5EF4-FFF2-40B4-BE49-F238E27FC236}">
                    <a16:creationId xmlns:a16="http://schemas.microsoft.com/office/drawing/2014/main" id="{4162B565-718A-BFEB-6290-91CF4AE86515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PK">
                  <a:solidFill>
                    <a:srgbClr val="FF0000"/>
                  </a:solidFill>
                </a:endParaRPr>
              </a:p>
            </p:txBody>
          </p:sp>
          <p:sp>
            <p:nvSpPr>
              <p:cNvPr id="123" name="Rectangle: Rounded Corners 4">
                <a:extLst>
                  <a:ext uri="{FF2B5EF4-FFF2-40B4-BE49-F238E27FC236}">
                    <a16:creationId xmlns:a16="http://schemas.microsoft.com/office/drawing/2014/main" id="{65A21D4E-BFBB-B556-3DCC-E9E0D307E4E0}"/>
                  </a:ext>
                </a:extLst>
              </p:cNvPr>
              <p:cNvSpPr txBox="1"/>
              <p:nvPr/>
            </p:nvSpPr>
            <p:spPr>
              <a:xfrm>
                <a:off x="1302711" y="1060713"/>
                <a:ext cx="1813421" cy="1051982"/>
              </a:xfrm>
              <a:prstGeom prst="rect">
                <a:avLst/>
              </a:prstGeom>
              <a:grpFill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lvl="0" indent="0" algn="ctr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600" b="1" dirty="0" err="1">
                    <a:solidFill>
                      <a:srgbClr val="FF0000"/>
                    </a:solidFill>
                  </a:rPr>
                  <a:t>tN</a:t>
                </a:r>
                <a:endParaRPr lang="en-PK" sz="2600" b="1" kern="12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65590EB9-4B2F-EBCB-2270-D78B4A3707B2}"/>
                </a:ext>
              </a:extLst>
            </p:cNvPr>
            <p:cNvGrpSpPr/>
            <p:nvPr/>
          </p:nvGrpSpPr>
          <p:grpSpPr>
            <a:xfrm>
              <a:off x="5406257" y="2049895"/>
              <a:ext cx="1232834" cy="318035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20" name="Rectangle: Rounded Corners 119">
                <a:extLst>
                  <a:ext uri="{FF2B5EF4-FFF2-40B4-BE49-F238E27FC236}">
                    <a16:creationId xmlns:a16="http://schemas.microsoft.com/office/drawing/2014/main" id="{F45172BC-15E2-734C-C725-746E74D28A0E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21" name="Rectangle: Rounded Corners 4">
                <a:extLst>
                  <a:ext uri="{FF2B5EF4-FFF2-40B4-BE49-F238E27FC236}">
                    <a16:creationId xmlns:a16="http://schemas.microsoft.com/office/drawing/2014/main" id="{8877A0D2-ECB6-4B58-CDC4-FBA3E22F96CD}"/>
                  </a:ext>
                </a:extLst>
              </p:cNvPr>
              <p:cNvSpPr txBox="1"/>
              <p:nvPr/>
            </p:nvSpPr>
            <p:spPr>
              <a:xfrm>
                <a:off x="1202638" y="1108729"/>
                <a:ext cx="2022421" cy="1051981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200" b="1" kern="0" dirty="0">
                    <a:solidFill>
                      <a:srgbClr val="FFFFFF"/>
                    </a:solidFill>
                    <a:latin typeface="Franklin Gothic Book"/>
                  </a:rPr>
                  <a:t>0x1200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3D146548-C77B-1433-03AC-0995B8B8C105}"/>
              </a:ext>
            </a:extLst>
          </p:cNvPr>
          <p:cNvSpPr/>
          <p:nvPr/>
        </p:nvSpPr>
        <p:spPr>
          <a:xfrm>
            <a:off x="4864676" y="3249914"/>
            <a:ext cx="1649772" cy="303069"/>
          </a:xfrm>
          <a:prstGeom prst="roundRect">
            <a:avLst>
              <a:gd name="adj" fmla="val 16670"/>
            </a:avLst>
          </a:prstGeom>
          <a:solidFill>
            <a:srgbClr val="000000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anchor="t"/>
          <a:lstStyle/>
          <a:p>
            <a:pPr marL="0" marR="0" lvl="0" indent="0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1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0x1000</a:t>
            </a:r>
          </a:p>
          <a:p>
            <a:pPr marL="0" marR="0" lvl="0" indent="0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90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90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491AFC21-446B-5454-4DD4-6C0C342CAE02}"/>
              </a:ext>
            </a:extLst>
          </p:cNvPr>
          <p:cNvSpPr/>
          <p:nvPr/>
        </p:nvSpPr>
        <p:spPr>
          <a:xfrm>
            <a:off x="4858072" y="3254177"/>
            <a:ext cx="1649772" cy="303069"/>
          </a:xfrm>
          <a:prstGeom prst="roundRect">
            <a:avLst>
              <a:gd name="adj" fmla="val 16670"/>
            </a:avLst>
          </a:prstGeom>
          <a:solidFill>
            <a:srgbClr val="000000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anchor="t"/>
          <a:lstStyle/>
          <a:p>
            <a:pPr marL="0" marR="0" lvl="0" indent="0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1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0x750</a:t>
            </a:r>
          </a:p>
          <a:p>
            <a:pPr marL="0" marR="0" lvl="0" indent="0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90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90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4893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000"/>
                            </p:stCondLst>
                            <p:childTnLst>
                              <p:par>
                                <p:cTn id="12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2" dur="2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7" dur="2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animBg="1"/>
      <p:bldP spid="1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865423-7671-F883-68F1-1A2479BCF012}"/>
              </a:ext>
            </a:extLst>
          </p:cNvPr>
          <p:cNvSpPr txBox="1"/>
          <p:nvPr/>
        </p:nvSpPr>
        <p:spPr>
          <a:xfrm>
            <a:off x="18111" y="937869"/>
            <a:ext cx="383455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int </a:t>
            </a:r>
            <a:r>
              <a:rPr lang="en-US" b="1" dirty="0" err="1"/>
              <a:t>countNodes</a:t>
            </a:r>
            <a:r>
              <a:rPr lang="en-US" b="1" dirty="0"/>
              <a:t>() {</a:t>
            </a:r>
          </a:p>
          <a:p>
            <a:r>
              <a:rPr lang="en-US" b="1" dirty="0"/>
              <a:t>        int counter = 0;</a:t>
            </a:r>
          </a:p>
          <a:p>
            <a:r>
              <a:rPr lang="en-US" b="1" dirty="0"/>
              <a:t>        if (</a:t>
            </a:r>
            <a:r>
              <a:rPr lang="en-US" b="1" dirty="0" err="1"/>
              <a:t>isListEmpty</a:t>
            </a:r>
            <a:r>
              <a:rPr lang="en-US" b="1" dirty="0"/>
              <a:t>()) {</a:t>
            </a:r>
          </a:p>
          <a:p>
            <a:r>
              <a:rPr lang="en-US" b="1" dirty="0"/>
              <a:t>            cout &lt;&lt; "\n List is empty.";</a:t>
            </a:r>
          </a:p>
          <a:p>
            <a:r>
              <a:rPr lang="en-US" b="1" dirty="0"/>
              <a:t>            return counter;</a:t>
            </a:r>
          </a:p>
          <a:p>
            <a:r>
              <a:rPr lang="en-US" b="1" dirty="0"/>
              <a:t>        }</a:t>
            </a:r>
          </a:p>
          <a:p>
            <a:endParaRPr lang="en-US" b="1" dirty="0"/>
          </a:p>
          <a:p>
            <a:r>
              <a:rPr lang="en-US" b="1" dirty="0"/>
              <a:t>for (Node* </a:t>
            </a:r>
            <a:r>
              <a:rPr lang="en-US" b="1" dirty="0" err="1"/>
              <a:t>tN</a:t>
            </a:r>
            <a:r>
              <a:rPr lang="en-US" b="1" dirty="0"/>
              <a:t> = head; </a:t>
            </a:r>
            <a:r>
              <a:rPr lang="en-US" b="1" dirty="0" err="1"/>
              <a:t>tN</a:t>
            </a:r>
            <a:r>
              <a:rPr lang="en-US" b="1" dirty="0"/>
              <a:t> != </a:t>
            </a:r>
            <a:r>
              <a:rPr lang="en-US" b="1" dirty="0" err="1"/>
              <a:t>nullptr</a:t>
            </a:r>
            <a:r>
              <a:rPr lang="en-US" b="1" dirty="0"/>
              <a:t>; </a:t>
            </a:r>
          </a:p>
          <a:p>
            <a:r>
              <a:rPr lang="en-US" b="1" dirty="0"/>
              <a:t>++counter, </a:t>
            </a:r>
            <a:r>
              <a:rPr lang="en-US" b="1" dirty="0" err="1"/>
              <a:t>tN</a:t>
            </a:r>
            <a:r>
              <a:rPr lang="en-US" b="1" dirty="0"/>
              <a:t> = </a:t>
            </a:r>
            <a:r>
              <a:rPr lang="en-US" b="1" dirty="0" err="1"/>
              <a:t>tN</a:t>
            </a:r>
            <a:r>
              <a:rPr lang="en-US" b="1" dirty="0"/>
              <a:t>-&gt;next);</a:t>
            </a:r>
          </a:p>
          <a:p>
            <a:endParaRPr lang="en-US" b="1" dirty="0"/>
          </a:p>
          <a:p>
            <a:r>
              <a:rPr lang="en-US" b="1" dirty="0"/>
              <a:t>        return counter;</a:t>
            </a:r>
          </a:p>
          <a:p>
            <a:r>
              <a:rPr lang="en-US" b="1" dirty="0"/>
              <a:t>    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79C233-6AA7-8899-A271-45C41CC05916}"/>
              </a:ext>
            </a:extLst>
          </p:cNvPr>
          <p:cNvSpPr/>
          <p:nvPr/>
        </p:nvSpPr>
        <p:spPr>
          <a:xfrm>
            <a:off x="203653" y="185576"/>
            <a:ext cx="632425" cy="4425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for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2FAFD3-2C6D-57B8-E16E-2B64C9C83627}"/>
              </a:ext>
            </a:extLst>
          </p:cNvPr>
          <p:cNvSpPr/>
          <p:nvPr/>
        </p:nvSpPr>
        <p:spPr>
          <a:xfrm>
            <a:off x="886287" y="183190"/>
            <a:ext cx="273031" cy="4425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(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1078ED-ACDC-BAD7-F79C-F37F32D38CBC}"/>
              </a:ext>
            </a:extLst>
          </p:cNvPr>
          <p:cNvSpPr/>
          <p:nvPr/>
        </p:nvSpPr>
        <p:spPr>
          <a:xfrm>
            <a:off x="1206380" y="178420"/>
            <a:ext cx="2550808" cy="4425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lvl="0" algn="ctr" defTabSz="965606">
              <a:defRPr/>
            </a:pPr>
            <a:r>
              <a:rPr lang="en-US" sz="2400" b="1" dirty="0"/>
              <a:t>Node* </a:t>
            </a:r>
            <a:r>
              <a:rPr lang="en-US" sz="2400" b="1" dirty="0" err="1"/>
              <a:t>tN</a:t>
            </a:r>
            <a:r>
              <a:rPr lang="en-US" sz="2400" b="1" dirty="0"/>
              <a:t> = head;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68EA8A-AAD0-3725-C3F3-32185A012DD8}"/>
              </a:ext>
            </a:extLst>
          </p:cNvPr>
          <p:cNvSpPr/>
          <p:nvPr/>
        </p:nvSpPr>
        <p:spPr>
          <a:xfrm>
            <a:off x="3816450" y="183380"/>
            <a:ext cx="2086409" cy="432614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0" dirty="0" err="1">
                <a:solidFill>
                  <a:srgbClr val="000000"/>
                </a:solidFill>
                <a:latin typeface="Franklin Gothic Book"/>
              </a:rPr>
              <a:t>tN</a:t>
            </a:r>
            <a:r>
              <a:rPr lang="en-US" sz="2800" b="1" kern="0" dirty="0">
                <a:solidFill>
                  <a:srgbClr val="000000"/>
                </a:solidFill>
                <a:latin typeface="Franklin Gothic Book"/>
              </a:rPr>
              <a:t> != </a:t>
            </a:r>
            <a:r>
              <a:rPr lang="en-US" sz="2800" b="1" kern="0" dirty="0" err="1">
                <a:solidFill>
                  <a:srgbClr val="000000"/>
                </a:solidFill>
                <a:latin typeface="Franklin Gothic Book"/>
              </a:rPr>
              <a:t>nullptr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D31BBE-F528-FFF9-006B-0EE4B8ECD5BC}"/>
              </a:ext>
            </a:extLst>
          </p:cNvPr>
          <p:cNvSpPr/>
          <p:nvPr/>
        </p:nvSpPr>
        <p:spPr>
          <a:xfrm>
            <a:off x="9940710" y="201584"/>
            <a:ext cx="398347" cy="442536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);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5A5E9D-7ED0-DD4D-AAFB-FFC8781F842F}"/>
              </a:ext>
            </a:extLst>
          </p:cNvPr>
          <p:cNvSpPr/>
          <p:nvPr/>
        </p:nvSpPr>
        <p:spPr>
          <a:xfrm>
            <a:off x="5962121" y="193331"/>
            <a:ext cx="3924263" cy="442536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0" dirty="0">
                <a:solidFill>
                  <a:srgbClr val="E06742">
                    <a:lumMod val="50000"/>
                  </a:srgbClr>
                </a:solidFill>
                <a:latin typeface="Franklin Gothic Book"/>
              </a:rPr>
              <a:t>++counter, </a:t>
            </a:r>
            <a:r>
              <a:rPr lang="en-US" sz="2800" b="1" kern="0" dirty="0" err="1">
                <a:solidFill>
                  <a:srgbClr val="E06742">
                    <a:lumMod val="50000"/>
                  </a:srgbClr>
                </a:solidFill>
                <a:latin typeface="Franklin Gothic Book"/>
              </a:rPr>
              <a:t>tN</a:t>
            </a:r>
            <a:r>
              <a:rPr lang="en-US" sz="2800" b="1" kern="0" dirty="0">
                <a:solidFill>
                  <a:srgbClr val="E06742">
                    <a:lumMod val="50000"/>
                  </a:srgbClr>
                </a:solidFill>
                <a:latin typeface="Franklin Gothic Book"/>
              </a:rPr>
              <a:t>=</a:t>
            </a:r>
            <a:r>
              <a:rPr lang="en-US" sz="2800" b="1" kern="0" dirty="0" err="1">
                <a:solidFill>
                  <a:srgbClr val="E06742">
                    <a:lumMod val="50000"/>
                  </a:srgbClr>
                </a:solidFill>
                <a:latin typeface="Franklin Gothic Book"/>
              </a:rPr>
              <a:t>tN</a:t>
            </a:r>
            <a:r>
              <a:rPr lang="en-US" sz="2800" b="1" kern="0" dirty="0">
                <a:solidFill>
                  <a:srgbClr val="E06742">
                    <a:lumMod val="50000"/>
                  </a:srgbClr>
                </a:solidFill>
                <a:latin typeface="Franklin Gothic Book"/>
              </a:rPr>
              <a:t>-&gt;next;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E06742">
                  <a:lumMod val="50000"/>
                </a:srgbClr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2B78387-A313-3024-E85D-CFD7493F6DE2}"/>
              </a:ext>
            </a:extLst>
          </p:cNvPr>
          <p:cNvGrpSpPr/>
          <p:nvPr/>
        </p:nvGrpSpPr>
        <p:grpSpPr>
          <a:xfrm>
            <a:off x="6248873" y="775929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6B5F34F-8D94-FA69-3978-736306718C0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29F419E9-4203-DFCB-05DE-9650A34E833A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A2F0ADD-DD71-F761-15B1-813D73EE4C2B}"/>
              </a:ext>
            </a:extLst>
          </p:cNvPr>
          <p:cNvGrpSpPr/>
          <p:nvPr/>
        </p:nvGrpSpPr>
        <p:grpSpPr>
          <a:xfrm>
            <a:off x="5340926" y="5101333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E85C6602-4A55-67F9-9B84-98015B4F92E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41A36F86-3D09-6987-0B04-5CD939CBA247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9F77473-33C1-C370-0005-49BA01DF5A97}"/>
              </a:ext>
            </a:extLst>
          </p:cNvPr>
          <p:cNvGrpSpPr/>
          <p:nvPr/>
        </p:nvGrpSpPr>
        <p:grpSpPr>
          <a:xfrm>
            <a:off x="6595609" y="131488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D1CA78BD-1420-8FE4-05D9-F31894319CE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0" name="Rectangle: Rounded Corners 4">
              <a:extLst>
                <a:ext uri="{FF2B5EF4-FFF2-40B4-BE49-F238E27FC236}">
                  <a16:creationId xmlns:a16="http://schemas.microsoft.com/office/drawing/2014/main" id="{A101EF4E-38D9-9BDC-C92B-22495E8F32E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F874E62-DE2D-15BA-3F02-7A4DF0303327}"/>
              </a:ext>
            </a:extLst>
          </p:cNvPr>
          <p:cNvGrpSpPr/>
          <p:nvPr/>
        </p:nvGrpSpPr>
        <p:grpSpPr>
          <a:xfrm>
            <a:off x="5364416" y="5659415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1A9B6EA0-6D3B-FFA1-2265-A2914787DDE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3" name="Rectangle: Rounded Corners 4">
              <a:extLst>
                <a:ext uri="{FF2B5EF4-FFF2-40B4-BE49-F238E27FC236}">
                  <a16:creationId xmlns:a16="http://schemas.microsoft.com/office/drawing/2014/main" id="{18FB14E5-DE04-3B9E-69FE-FD5B58588C9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EB37A21-4FB9-3FED-84C3-DAEB03721D3B}"/>
              </a:ext>
            </a:extLst>
          </p:cNvPr>
          <p:cNvGrpSpPr/>
          <p:nvPr/>
        </p:nvGrpSpPr>
        <p:grpSpPr>
          <a:xfrm>
            <a:off x="7827496" y="2983142"/>
            <a:ext cx="4014430" cy="1145236"/>
            <a:chOff x="5206427" y="770677"/>
            <a:chExt cx="4516995" cy="1179639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68B69FB-88D6-BCC1-F968-989F615B9E54}"/>
                </a:ext>
              </a:extLst>
            </p:cNvPr>
            <p:cNvGrpSpPr/>
            <p:nvPr/>
          </p:nvGrpSpPr>
          <p:grpSpPr>
            <a:xfrm>
              <a:off x="6297519" y="770677"/>
              <a:ext cx="2618070" cy="484119"/>
              <a:chOff x="1159466" y="892336"/>
              <a:chExt cx="2405552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2E182516-7075-A36E-1B2A-4E8FA6F0476D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34" name="Rectangle: Rounded Corners 4">
                <a:extLst>
                  <a:ext uri="{FF2B5EF4-FFF2-40B4-BE49-F238E27FC236}">
                    <a16:creationId xmlns:a16="http://schemas.microsoft.com/office/drawing/2014/main" id="{3EF9F11F-9F30-BE1D-B8ED-35B9CCA9FD31}"/>
                  </a:ext>
                </a:extLst>
              </p:cNvPr>
              <p:cNvSpPr txBox="1"/>
              <p:nvPr/>
            </p:nvSpPr>
            <p:spPr>
              <a:xfrm>
                <a:off x="1202696" y="1067247"/>
                <a:ext cx="221898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   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FB56F9D-B234-D538-0D23-463A09793ECF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9A06721-05A5-7D41-1B20-938717E39DDD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EF86CEC2-C8B0-2573-950D-A6F17A169022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32" name="Rectangle: Rounded Corners 4">
                <a:extLst>
                  <a:ext uri="{FF2B5EF4-FFF2-40B4-BE49-F238E27FC236}">
                    <a16:creationId xmlns:a16="http://schemas.microsoft.com/office/drawing/2014/main" id="{8B80A4D6-91F8-B0AD-A0BE-F35771376F55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5C50F4D-E904-4CAF-E894-2A44DC9F0E0D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401371B1-DF56-B2A0-30AF-848D422A7A40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30" name="Rectangle: Rounded Corners 4">
                <a:extLst>
                  <a:ext uri="{FF2B5EF4-FFF2-40B4-BE49-F238E27FC236}">
                    <a16:creationId xmlns:a16="http://schemas.microsoft.com/office/drawing/2014/main" id="{6659AD7E-21A7-4767-0133-96BEBF001E32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C90A9CB-319A-C045-5424-6D1CAC93672D}"/>
              </a:ext>
            </a:extLst>
          </p:cNvPr>
          <p:cNvGrpSpPr/>
          <p:nvPr/>
        </p:nvGrpSpPr>
        <p:grpSpPr>
          <a:xfrm>
            <a:off x="7509292" y="3340273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6C8CDC47-CB4F-3323-2D18-C9D926D348B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7" name="Rectangle: Rounded Corners 4">
              <a:extLst>
                <a:ext uri="{FF2B5EF4-FFF2-40B4-BE49-F238E27FC236}">
                  <a16:creationId xmlns:a16="http://schemas.microsoft.com/office/drawing/2014/main" id="{530EAB88-0D64-E168-A743-98FF67AF186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8516701-3DEE-E28F-55AA-FF96479C29E1}"/>
              </a:ext>
            </a:extLst>
          </p:cNvPr>
          <p:cNvGrpSpPr/>
          <p:nvPr/>
        </p:nvGrpSpPr>
        <p:grpSpPr>
          <a:xfrm>
            <a:off x="9619801" y="2899657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3A016EC5-33C1-6296-602D-D6D10A66EDC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0" name="Rectangle: Rounded Corners 4">
              <a:extLst>
                <a:ext uri="{FF2B5EF4-FFF2-40B4-BE49-F238E27FC236}">
                  <a16:creationId xmlns:a16="http://schemas.microsoft.com/office/drawing/2014/main" id="{759DE3A4-72FF-D35E-8563-02924C3E24C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154A956-4966-7171-151E-FD9F2B6C6C6D}"/>
              </a:ext>
            </a:extLst>
          </p:cNvPr>
          <p:cNvGrpSpPr/>
          <p:nvPr/>
        </p:nvGrpSpPr>
        <p:grpSpPr>
          <a:xfrm>
            <a:off x="10536648" y="3679305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99FB4AA9-B62C-D636-24BF-1A81F5162E1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3" name="Rectangle: Rounded Corners 4">
              <a:extLst>
                <a:ext uri="{FF2B5EF4-FFF2-40B4-BE49-F238E27FC236}">
                  <a16:creationId xmlns:a16="http://schemas.microsoft.com/office/drawing/2014/main" id="{BEFFB479-9A07-16F2-1A45-F4064E8D087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8696780-02E6-BF96-9966-714D97B0CAF9}"/>
              </a:ext>
            </a:extLst>
          </p:cNvPr>
          <p:cNvGrpSpPr/>
          <p:nvPr/>
        </p:nvGrpSpPr>
        <p:grpSpPr>
          <a:xfrm>
            <a:off x="8856573" y="3645281"/>
            <a:ext cx="733158" cy="37377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54B4FA80-F6BC-99F0-E193-224FE9E3FA1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6" name="Rectangle: Rounded Corners 4">
              <a:extLst>
                <a:ext uri="{FF2B5EF4-FFF2-40B4-BE49-F238E27FC236}">
                  <a16:creationId xmlns:a16="http://schemas.microsoft.com/office/drawing/2014/main" id="{5EDE5BCF-283A-CBE4-A664-9CF1871C7D6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1ECF944-4802-E456-9C2B-C4421DD78B27}"/>
              </a:ext>
            </a:extLst>
          </p:cNvPr>
          <p:cNvGrpSpPr/>
          <p:nvPr/>
        </p:nvGrpSpPr>
        <p:grpSpPr>
          <a:xfrm>
            <a:off x="7854655" y="1482192"/>
            <a:ext cx="4014430" cy="1145236"/>
            <a:chOff x="5206427" y="770677"/>
            <a:chExt cx="4516995" cy="1179639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8D9809C-A356-5F3A-1BB2-7A9C5B29839A}"/>
                </a:ext>
              </a:extLst>
            </p:cNvPr>
            <p:cNvGrpSpPr/>
            <p:nvPr/>
          </p:nvGrpSpPr>
          <p:grpSpPr>
            <a:xfrm>
              <a:off x="6297520" y="770677"/>
              <a:ext cx="2334807" cy="484119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8E041D29-E613-9199-2C2B-346E941E4B82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57" name="Rectangle: Rounded Corners 4">
                <a:extLst>
                  <a:ext uri="{FF2B5EF4-FFF2-40B4-BE49-F238E27FC236}">
                    <a16:creationId xmlns:a16="http://schemas.microsoft.com/office/drawing/2014/main" id="{3B7284E2-3917-C5E4-ABB7-B47A0284485D}"/>
                  </a:ext>
                </a:extLst>
              </p:cNvPr>
              <p:cNvSpPr txBox="1"/>
              <p:nvPr/>
            </p:nvSpPr>
            <p:spPr>
              <a:xfrm>
                <a:off x="1270085" y="1114247"/>
                <a:ext cx="188445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</a:t>
                </a:r>
                <a:r>
                  <a:rPr lang="en-US" sz="2000" b="1" dirty="0">
                    <a:solidFill>
                      <a:schemeClr val="bg2">
                        <a:lumMod val="25000"/>
                      </a:schemeClr>
                    </a:solidFill>
                  </a:rPr>
                  <a:t>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281B82D4-1AE5-47B6-FC3D-88616E087D79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7450FC21-5CCF-FD07-9487-BB2AC0D8DCC2}"/>
                </a:ext>
              </a:extLst>
            </p:cNvPr>
            <p:cNvGrpSpPr/>
            <p:nvPr/>
          </p:nvGrpSpPr>
          <p:grpSpPr>
            <a:xfrm>
              <a:off x="5359337" y="1467460"/>
              <a:ext cx="1869845" cy="371558"/>
              <a:chOff x="1159466" y="892336"/>
              <a:chExt cx="2145283" cy="1367628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C7D15021-6FFA-BD92-CEA8-98C599F1A86B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145283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55" name="Rectangle: Rounded Corners 4">
                <a:extLst>
                  <a:ext uri="{FF2B5EF4-FFF2-40B4-BE49-F238E27FC236}">
                    <a16:creationId xmlns:a16="http://schemas.microsoft.com/office/drawing/2014/main" id="{1C9FE826-D745-0F78-20FF-18A074C807F3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49E9EF4-B3E5-A48C-FBD4-4DC39AE25646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499C92E-11A2-7C80-2CE7-17F8EF2144E3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53" name="Rectangle: Rounded Corners 4">
                <a:extLst>
                  <a:ext uri="{FF2B5EF4-FFF2-40B4-BE49-F238E27FC236}">
                    <a16:creationId xmlns:a16="http://schemas.microsoft.com/office/drawing/2014/main" id="{51DD63FF-652A-CEB8-1740-7B068138B7B2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B6C041A-DBD9-C98F-69B8-D40B4FC6C38C}"/>
              </a:ext>
            </a:extLst>
          </p:cNvPr>
          <p:cNvGrpSpPr/>
          <p:nvPr/>
        </p:nvGrpSpPr>
        <p:grpSpPr>
          <a:xfrm>
            <a:off x="8961053" y="2163282"/>
            <a:ext cx="733158" cy="37377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BF2239AA-E643-1B9A-A246-434A5545B89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0" name="Rectangle: Rounded Corners 4">
              <a:extLst>
                <a:ext uri="{FF2B5EF4-FFF2-40B4-BE49-F238E27FC236}">
                  <a16:creationId xmlns:a16="http://schemas.microsoft.com/office/drawing/2014/main" id="{0245826A-459B-833C-6178-83FF07B64AD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8BED034-9C0C-941A-75AC-443DD502F54D}"/>
              </a:ext>
            </a:extLst>
          </p:cNvPr>
          <p:cNvGrpSpPr/>
          <p:nvPr/>
        </p:nvGrpSpPr>
        <p:grpSpPr>
          <a:xfrm>
            <a:off x="10563807" y="2185346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C5A6EF21-B8D8-A055-E60B-D48C0189329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3" name="Rectangle: Rounded Corners 4">
              <a:extLst>
                <a:ext uri="{FF2B5EF4-FFF2-40B4-BE49-F238E27FC236}">
                  <a16:creationId xmlns:a16="http://schemas.microsoft.com/office/drawing/2014/main" id="{47CCC4EC-5D87-7596-E91E-BED035A74DC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5C750C4-A129-DAFE-6A1D-34813364CAC6}"/>
              </a:ext>
            </a:extLst>
          </p:cNvPr>
          <p:cNvGrpSpPr/>
          <p:nvPr/>
        </p:nvGrpSpPr>
        <p:grpSpPr>
          <a:xfrm>
            <a:off x="9563411" y="1415783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EE2320E5-9429-8509-8FA7-25DEC970ACA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6" name="Rectangle: Rounded Corners 4">
              <a:extLst>
                <a:ext uri="{FF2B5EF4-FFF2-40B4-BE49-F238E27FC236}">
                  <a16:creationId xmlns:a16="http://schemas.microsoft.com/office/drawing/2014/main" id="{657DF370-2EE0-0EBD-FC3A-56EA40EC720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5FFB20D-C25A-514E-8991-F2127380D8CB}"/>
              </a:ext>
            </a:extLst>
          </p:cNvPr>
          <p:cNvGrpSpPr/>
          <p:nvPr/>
        </p:nvGrpSpPr>
        <p:grpSpPr>
          <a:xfrm>
            <a:off x="7474052" y="188243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0A9C9F4E-7DFB-151F-04C8-13194D7FA96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9" name="Rectangle: Rounded Corners 4">
              <a:extLst>
                <a:ext uri="{FF2B5EF4-FFF2-40B4-BE49-F238E27FC236}">
                  <a16:creationId xmlns:a16="http://schemas.microsoft.com/office/drawing/2014/main" id="{846195C5-90D6-2A8D-E81D-9D1262C41AC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E1D5B43-666F-3D17-95C8-F2E4AD27C976}"/>
              </a:ext>
            </a:extLst>
          </p:cNvPr>
          <p:cNvGrpSpPr/>
          <p:nvPr/>
        </p:nvGrpSpPr>
        <p:grpSpPr>
          <a:xfrm>
            <a:off x="10563807" y="2182202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36AF854E-D4A0-54A0-DD51-316A8A63AD7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2" name="Rectangle: Rounded Corners 4">
              <a:extLst>
                <a:ext uri="{FF2B5EF4-FFF2-40B4-BE49-F238E27FC236}">
                  <a16:creationId xmlns:a16="http://schemas.microsoft.com/office/drawing/2014/main" id="{4A4938DE-A298-2F8A-FBB9-82433599563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2613FD0-5AAD-F428-75C8-CBBA75C40C0F}"/>
              </a:ext>
            </a:extLst>
          </p:cNvPr>
          <p:cNvGrpSpPr/>
          <p:nvPr/>
        </p:nvGrpSpPr>
        <p:grpSpPr>
          <a:xfrm>
            <a:off x="7835508" y="4486429"/>
            <a:ext cx="4014430" cy="1145236"/>
            <a:chOff x="5206427" y="770677"/>
            <a:chExt cx="4516995" cy="1179639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B3383CEF-68EF-90E9-3A4D-A8FF80A35C73}"/>
                </a:ext>
              </a:extLst>
            </p:cNvPr>
            <p:cNvGrpSpPr/>
            <p:nvPr/>
          </p:nvGrpSpPr>
          <p:grpSpPr>
            <a:xfrm>
              <a:off x="6297519" y="770677"/>
              <a:ext cx="2618070" cy="484119"/>
              <a:chOff x="1159466" y="892336"/>
              <a:chExt cx="2405552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82" name="Rectangle: Rounded Corners 81">
                <a:extLst>
                  <a:ext uri="{FF2B5EF4-FFF2-40B4-BE49-F238E27FC236}">
                    <a16:creationId xmlns:a16="http://schemas.microsoft.com/office/drawing/2014/main" id="{2FAEFEA8-E6BF-2D1A-2286-D9954C998D16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83" name="Rectangle: Rounded Corners 4">
                <a:extLst>
                  <a:ext uri="{FF2B5EF4-FFF2-40B4-BE49-F238E27FC236}">
                    <a16:creationId xmlns:a16="http://schemas.microsoft.com/office/drawing/2014/main" id="{68AE4B74-224F-FF2F-578C-9542D80B550D}"/>
                  </a:ext>
                </a:extLst>
              </p:cNvPr>
              <p:cNvSpPr txBox="1"/>
              <p:nvPr/>
            </p:nvSpPr>
            <p:spPr>
              <a:xfrm>
                <a:off x="1202696" y="1067247"/>
                <a:ext cx="221898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   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1DD5C5ED-D194-36BA-6DC9-F3A0F0D70739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6919C800-93DE-F394-2690-E4C98A0C8CE2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7FBBE4A0-E9C3-A37C-F545-D5AABF94D7EF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81" name="Rectangle: Rounded Corners 4">
                <a:extLst>
                  <a:ext uri="{FF2B5EF4-FFF2-40B4-BE49-F238E27FC236}">
                    <a16:creationId xmlns:a16="http://schemas.microsoft.com/office/drawing/2014/main" id="{6B8F7E6A-D58E-BB1E-34FA-ACCA238D7BAB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0BCE8869-D294-F7F6-A7B9-75C40DE30D2A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78" name="Rectangle: Rounded Corners 77">
                <a:extLst>
                  <a:ext uri="{FF2B5EF4-FFF2-40B4-BE49-F238E27FC236}">
                    <a16:creationId xmlns:a16="http://schemas.microsoft.com/office/drawing/2014/main" id="{5D6F876A-FD2F-8642-5D8A-0D8047ECE19F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79" name="Rectangle: Rounded Corners 4">
                <a:extLst>
                  <a:ext uri="{FF2B5EF4-FFF2-40B4-BE49-F238E27FC236}">
                    <a16:creationId xmlns:a16="http://schemas.microsoft.com/office/drawing/2014/main" id="{080F02AC-84A5-829C-1E9D-48B7AF9BB222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545A93F-65B6-0935-6166-E9EB195F1BFB}"/>
              </a:ext>
            </a:extLst>
          </p:cNvPr>
          <p:cNvGrpSpPr/>
          <p:nvPr/>
        </p:nvGrpSpPr>
        <p:grpSpPr>
          <a:xfrm>
            <a:off x="7498937" y="4836173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395E1259-5BB6-DE6A-8893-3F4D2D177FE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6" name="Rectangle: Rounded Corners 4">
              <a:extLst>
                <a:ext uri="{FF2B5EF4-FFF2-40B4-BE49-F238E27FC236}">
                  <a16:creationId xmlns:a16="http://schemas.microsoft.com/office/drawing/2014/main" id="{C0BA9043-4FE7-794C-376C-EFB0874B605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6D48C58-0178-014D-5319-6F04343422DF}"/>
              </a:ext>
            </a:extLst>
          </p:cNvPr>
          <p:cNvGrpSpPr/>
          <p:nvPr/>
        </p:nvGrpSpPr>
        <p:grpSpPr>
          <a:xfrm>
            <a:off x="9460533" y="438318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606E71F2-13D6-B5FA-7B65-D3BF6156767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9" name="Rectangle: Rounded Corners 4">
              <a:extLst>
                <a:ext uri="{FF2B5EF4-FFF2-40B4-BE49-F238E27FC236}">
                  <a16:creationId xmlns:a16="http://schemas.microsoft.com/office/drawing/2014/main" id="{3B80DAB1-2BA2-5457-CFE4-F851E7A66FF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CF312223-D3F3-9B0C-2BBB-2FEF060D37C1}"/>
              </a:ext>
            </a:extLst>
          </p:cNvPr>
          <p:cNvGrpSpPr/>
          <p:nvPr/>
        </p:nvGrpSpPr>
        <p:grpSpPr>
          <a:xfrm>
            <a:off x="8857302" y="5217705"/>
            <a:ext cx="733158" cy="2772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C223FF66-58D6-5BF7-1481-1594D52724F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2" name="Rectangle: Rounded Corners 4">
              <a:extLst>
                <a:ext uri="{FF2B5EF4-FFF2-40B4-BE49-F238E27FC236}">
                  <a16:creationId xmlns:a16="http://schemas.microsoft.com/office/drawing/2014/main" id="{A45FAF70-098F-AF93-5D54-9B2C81229DC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33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5B4BB81-B5C1-B093-84BC-907090D2E901}"/>
              </a:ext>
            </a:extLst>
          </p:cNvPr>
          <p:cNvGrpSpPr/>
          <p:nvPr/>
        </p:nvGrpSpPr>
        <p:grpSpPr>
          <a:xfrm>
            <a:off x="10505661" y="5190391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14DBFE67-62A7-3FC0-6851-F727EF5806E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5" name="Rectangle: Rounded Corners 4">
              <a:extLst>
                <a:ext uri="{FF2B5EF4-FFF2-40B4-BE49-F238E27FC236}">
                  <a16:creationId xmlns:a16="http://schemas.microsoft.com/office/drawing/2014/main" id="{8641DE80-C089-B23A-BC04-BB03C298267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3001F326-0554-4C37-6F3F-6C56D18ED124}"/>
              </a:ext>
            </a:extLst>
          </p:cNvPr>
          <p:cNvGrpSpPr/>
          <p:nvPr/>
        </p:nvGrpSpPr>
        <p:grpSpPr>
          <a:xfrm>
            <a:off x="10531779" y="367462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7EA3A5B2-3BE9-72AC-9528-40E812E9704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8" name="Rectangle: Rounded Corners 4">
              <a:extLst>
                <a:ext uri="{FF2B5EF4-FFF2-40B4-BE49-F238E27FC236}">
                  <a16:creationId xmlns:a16="http://schemas.microsoft.com/office/drawing/2014/main" id="{07A5E068-1873-7EBB-2885-A37B1F6EFBB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F08679D-BB45-1EF5-64A3-12A60A633585}"/>
              </a:ext>
            </a:extLst>
          </p:cNvPr>
          <p:cNvGrpSpPr/>
          <p:nvPr/>
        </p:nvGrpSpPr>
        <p:grpSpPr>
          <a:xfrm>
            <a:off x="5355509" y="5664146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629DCE9F-5968-0C5D-6236-5F7E4CF3BBC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1" name="Rectangle: Rounded Corners 4">
              <a:extLst>
                <a:ext uri="{FF2B5EF4-FFF2-40B4-BE49-F238E27FC236}">
                  <a16:creationId xmlns:a16="http://schemas.microsoft.com/office/drawing/2014/main" id="{30129F74-E709-BB5A-83F5-F5EF763F93E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BA3A494-DA44-15A7-B094-6DE1BD9A05E6}"/>
              </a:ext>
            </a:extLst>
          </p:cNvPr>
          <p:cNvGrpSpPr/>
          <p:nvPr/>
        </p:nvGrpSpPr>
        <p:grpSpPr>
          <a:xfrm>
            <a:off x="6581601" y="1319611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0E526720-58C8-DA2F-1FE4-50F404694BA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4" name="Rectangle: Rounded Corners 4">
              <a:extLst>
                <a:ext uri="{FF2B5EF4-FFF2-40B4-BE49-F238E27FC236}">
                  <a16:creationId xmlns:a16="http://schemas.microsoft.com/office/drawing/2014/main" id="{00E354A5-F389-9AD5-EBCF-85BB0D79388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5623506-0584-FEC7-11D9-6B6A28CAE19C}"/>
              </a:ext>
            </a:extLst>
          </p:cNvPr>
          <p:cNvGrpSpPr/>
          <p:nvPr/>
        </p:nvGrpSpPr>
        <p:grpSpPr>
          <a:xfrm rot="2287042">
            <a:off x="8020342" y="944763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53F63605-E07C-E792-7270-C6703557FC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Arrow: Right 106">
              <a:extLst>
                <a:ext uri="{FF2B5EF4-FFF2-40B4-BE49-F238E27FC236}">
                  <a16:creationId xmlns:a16="http://schemas.microsoft.com/office/drawing/2014/main" id="{862BAAF6-A746-A5B0-5E6E-293C10BA99B8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3B4D5609-59DA-9DD9-09AB-EBBB41C903A2}"/>
              </a:ext>
            </a:extLst>
          </p:cNvPr>
          <p:cNvGrpSpPr/>
          <p:nvPr/>
        </p:nvGrpSpPr>
        <p:grpSpPr>
          <a:xfrm rot="7921994">
            <a:off x="11198226" y="2721878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48AA56AF-6224-64DE-DB42-2E821BDB34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Arrow: Right 109">
              <a:extLst>
                <a:ext uri="{FF2B5EF4-FFF2-40B4-BE49-F238E27FC236}">
                  <a16:creationId xmlns:a16="http://schemas.microsoft.com/office/drawing/2014/main" id="{48846979-21CD-94E9-1FB0-C58A7C340674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F10E172-5BAC-0316-D3B6-120B9A2DE231}"/>
              </a:ext>
            </a:extLst>
          </p:cNvPr>
          <p:cNvGrpSpPr/>
          <p:nvPr/>
        </p:nvGrpSpPr>
        <p:grpSpPr>
          <a:xfrm rot="7921994">
            <a:off x="11199087" y="4235575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8D58A8F-C879-3564-3D26-ABF873E6CC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Arrow: Right 112">
              <a:extLst>
                <a:ext uri="{FF2B5EF4-FFF2-40B4-BE49-F238E27FC236}">
                  <a16:creationId xmlns:a16="http://schemas.microsoft.com/office/drawing/2014/main" id="{5A4EB382-B22E-F4F9-E38C-09C97A626C23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B5AEA78-D18E-CAE5-3035-133E46E6A528}"/>
              </a:ext>
            </a:extLst>
          </p:cNvPr>
          <p:cNvGrpSpPr/>
          <p:nvPr/>
        </p:nvGrpSpPr>
        <p:grpSpPr>
          <a:xfrm>
            <a:off x="6551589" y="4956678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06BCAEAC-D93C-BAB3-DAF8-5EE035963E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Arrow: Right 115">
              <a:extLst>
                <a:ext uri="{FF2B5EF4-FFF2-40B4-BE49-F238E27FC236}">
                  <a16:creationId xmlns:a16="http://schemas.microsoft.com/office/drawing/2014/main" id="{2882A0D2-B49C-DFC3-21C3-AF65CEB99681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0E9BB673-AB4B-A428-7F2A-067481C187D8}"/>
              </a:ext>
            </a:extLst>
          </p:cNvPr>
          <p:cNvGrpSpPr/>
          <p:nvPr/>
        </p:nvGrpSpPr>
        <p:grpSpPr>
          <a:xfrm>
            <a:off x="4022383" y="3100132"/>
            <a:ext cx="1740282" cy="657736"/>
            <a:chOff x="5386193" y="1370509"/>
            <a:chExt cx="1300470" cy="997421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0C245540-1723-C6D7-8FD0-DC84F0747075}"/>
                </a:ext>
              </a:extLst>
            </p:cNvPr>
            <p:cNvGrpSpPr/>
            <p:nvPr/>
          </p:nvGrpSpPr>
          <p:grpSpPr>
            <a:xfrm>
              <a:off x="5386193" y="1370509"/>
              <a:ext cx="1300470" cy="844560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122" name="Rectangle: Rounded Corners 121">
                <a:extLst>
                  <a:ext uri="{FF2B5EF4-FFF2-40B4-BE49-F238E27FC236}">
                    <a16:creationId xmlns:a16="http://schemas.microsoft.com/office/drawing/2014/main" id="{6F744123-6B5E-1540-3CF9-E1A63E2DFFEA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PK">
                  <a:solidFill>
                    <a:srgbClr val="FF0000"/>
                  </a:solidFill>
                </a:endParaRPr>
              </a:p>
            </p:txBody>
          </p:sp>
          <p:sp>
            <p:nvSpPr>
              <p:cNvPr id="123" name="Rectangle: Rounded Corners 4">
                <a:extLst>
                  <a:ext uri="{FF2B5EF4-FFF2-40B4-BE49-F238E27FC236}">
                    <a16:creationId xmlns:a16="http://schemas.microsoft.com/office/drawing/2014/main" id="{28915921-BDD8-0C54-3EC3-3FD57BD6A22D}"/>
                  </a:ext>
                </a:extLst>
              </p:cNvPr>
              <p:cNvSpPr txBox="1"/>
              <p:nvPr/>
            </p:nvSpPr>
            <p:spPr>
              <a:xfrm>
                <a:off x="1302711" y="1060713"/>
                <a:ext cx="1813421" cy="1051982"/>
              </a:xfrm>
              <a:prstGeom prst="rect">
                <a:avLst/>
              </a:prstGeom>
              <a:grpFill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lvl="0" indent="0" algn="ctr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600" b="1" dirty="0" err="1">
                    <a:solidFill>
                      <a:srgbClr val="FF0000"/>
                    </a:solidFill>
                  </a:rPr>
                  <a:t>tN</a:t>
                </a:r>
                <a:endParaRPr lang="en-PK" sz="2600" b="1" kern="12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BBFC4574-373D-DB09-D3EC-083CA5D2AF77}"/>
                </a:ext>
              </a:extLst>
            </p:cNvPr>
            <p:cNvGrpSpPr/>
            <p:nvPr/>
          </p:nvGrpSpPr>
          <p:grpSpPr>
            <a:xfrm>
              <a:off x="5406257" y="2049895"/>
              <a:ext cx="1232834" cy="318035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20" name="Rectangle: Rounded Corners 119">
                <a:extLst>
                  <a:ext uri="{FF2B5EF4-FFF2-40B4-BE49-F238E27FC236}">
                    <a16:creationId xmlns:a16="http://schemas.microsoft.com/office/drawing/2014/main" id="{66B4B437-EBB3-39FE-163B-903363DB50A2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21" name="Rectangle: Rounded Corners 4">
                <a:extLst>
                  <a:ext uri="{FF2B5EF4-FFF2-40B4-BE49-F238E27FC236}">
                    <a16:creationId xmlns:a16="http://schemas.microsoft.com/office/drawing/2014/main" id="{809B5AFB-FB18-FE86-8C38-32331C56B883}"/>
                  </a:ext>
                </a:extLst>
              </p:cNvPr>
              <p:cNvSpPr txBox="1"/>
              <p:nvPr/>
            </p:nvSpPr>
            <p:spPr>
              <a:xfrm>
                <a:off x="1202638" y="1108729"/>
                <a:ext cx="2022421" cy="1051981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200" b="1" kern="0" dirty="0">
                    <a:solidFill>
                      <a:srgbClr val="FFFFFF"/>
                    </a:solidFill>
                    <a:latin typeface="Franklin Gothic Book"/>
                  </a:rPr>
                  <a:t>0x1200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F71EF1C0-872D-1078-28CB-36DBF8C07EFC}"/>
              </a:ext>
            </a:extLst>
          </p:cNvPr>
          <p:cNvGrpSpPr/>
          <p:nvPr/>
        </p:nvGrpSpPr>
        <p:grpSpPr>
          <a:xfrm>
            <a:off x="3989513" y="2193068"/>
            <a:ext cx="1740282" cy="657736"/>
            <a:chOff x="5386193" y="1370509"/>
            <a:chExt cx="1300470" cy="997421"/>
          </a:xfrm>
        </p:grpSpPr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AC8707A5-EEE3-DCFC-E528-478FEB5E5A06}"/>
                </a:ext>
              </a:extLst>
            </p:cNvPr>
            <p:cNvGrpSpPr/>
            <p:nvPr/>
          </p:nvGrpSpPr>
          <p:grpSpPr>
            <a:xfrm>
              <a:off x="5386193" y="1370509"/>
              <a:ext cx="1300470" cy="844560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129" name="Rectangle: Rounded Corners 128">
                <a:extLst>
                  <a:ext uri="{FF2B5EF4-FFF2-40B4-BE49-F238E27FC236}">
                    <a16:creationId xmlns:a16="http://schemas.microsoft.com/office/drawing/2014/main" id="{833C7789-BA51-F752-C1BE-70A63C6CEA93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PK">
                  <a:solidFill>
                    <a:srgbClr val="FF0000"/>
                  </a:solidFill>
                </a:endParaRPr>
              </a:p>
            </p:txBody>
          </p:sp>
          <p:sp>
            <p:nvSpPr>
              <p:cNvPr id="130" name="Rectangle: Rounded Corners 4">
                <a:extLst>
                  <a:ext uri="{FF2B5EF4-FFF2-40B4-BE49-F238E27FC236}">
                    <a16:creationId xmlns:a16="http://schemas.microsoft.com/office/drawing/2014/main" id="{C39F9707-B685-8E01-0492-E44E89D797DA}"/>
                  </a:ext>
                </a:extLst>
              </p:cNvPr>
              <p:cNvSpPr txBox="1"/>
              <p:nvPr/>
            </p:nvSpPr>
            <p:spPr>
              <a:xfrm>
                <a:off x="1302711" y="1060713"/>
                <a:ext cx="1813421" cy="1051982"/>
              </a:xfrm>
              <a:prstGeom prst="rect">
                <a:avLst/>
              </a:prstGeom>
              <a:grpFill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lvl="0" indent="0" algn="ctr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600" b="1" kern="1200" dirty="0">
                    <a:solidFill>
                      <a:srgbClr val="FF0000"/>
                    </a:solidFill>
                  </a:rPr>
                  <a:t>counter</a:t>
                </a:r>
                <a:endParaRPr lang="en-PK" sz="2600" b="1" kern="12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DCCCCC19-E832-0049-950B-BA0B6AE2D376}"/>
                </a:ext>
              </a:extLst>
            </p:cNvPr>
            <p:cNvGrpSpPr/>
            <p:nvPr/>
          </p:nvGrpSpPr>
          <p:grpSpPr>
            <a:xfrm>
              <a:off x="5406257" y="2049895"/>
              <a:ext cx="1232834" cy="318035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27" name="Rectangle: Rounded Corners 126">
                <a:extLst>
                  <a:ext uri="{FF2B5EF4-FFF2-40B4-BE49-F238E27FC236}">
                    <a16:creationId xmlns:a16="http://schemas.microsoft.com/office/drawing/2014/main" id="{2579D881-97B6-2FAB-6B1A-09C52401D148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28" name="Rectangle: Rounded Corners 4">
                <a:extLst>
                  <a:ext uri="{FF2B5EF4-FFF2-40B4-BE49-F238E27FC236}">
                    <a16:creationId xmlns:a16="http://schemas.microsoft.com/office/drawing/2014/main" id="{124E2CAD-3BBB-99D9-AFA2-A9369D971925}"/>
                  </a:ext>
                </a:extLst>
              </p:cNvPr>
              <p:cNvSpPr txBox="1"/>
              <p:nvPr/>
            </p:nvSpPr>
            <p:spPr>
              <a:xfrm>
                <a:off x="1202638" y="1108729"/>
                <a:ext cx="2022421" cy="1051981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200" b="1" kern="0" dirty="0">
                    <a:solidFill>
                      <a:srgbClr val="FFFFFF"/>
                    </a:solidFill>
                    <a:latin typeface="Franklin Gothic Book"/>
                  </a:rPr>
                  <a:t>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DF07D661-DBF9-560D-5858-7F5817E127F9}"/>
              </a:ext>
            </a:extLst>
          </p:cNvPr>
          <p:cNvSpPr/>
          <p:nvPr/>
        </p:nvSpPr>
        <p:spPr>
          <a:xfrm>
            <a:off x="4022638" y="2611699"/>
            <a:ext cx="1649772" cy="303069"/>
          </a:xfrm>
          <a:prstGeom prst="roundRect">
            <a:avLst>
              <a:gd name="adj" fmla="val 16670"/>
            </a:avLst>
          </a:prstGeom>
          <a:solidFill>
            <a:srgbClr val="000000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anchor="t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01" b="1" kern="0" dirty="0">
                <a:solidFill>
                  <a:srgbClr val="FFFFFF"/>
                </a:solidFill>
                <a:latin typeface="Franklin Gothic Book"/>
              </a:rPr>
              <a:t>1</a:t>
            </a: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1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90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90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030B5AEA-09DE-1911-769E-01F25D48587B}"/>
              </a:ext>
            </a:extLst>
          </p:cNvPr>
          <p:cNvSpPr/>
          <p:nvPr/>
        </p:nvSpPr>
        <p:spPr>
          <a:xfrm>
            <a:off x="4045686" y="3507383"/>
            <a:ext cx="1649772" cy="303069"/>
          </a:xfrm>
          <a:prstGeom prst="roundRect">
            <a:avLst>
              <a:gd name="adj" fmla="val 16670"/>
            </a:avLst>
          </a:prstGeom>
          <a:solidFill>
            <a:srgbClr val="000000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anchor="t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01" b="1" kern="0" dirty="0">
                <a:solidFill>
                  <a:srgbClr val="FFFFFF"/>
                </a:solidFill>
                <a:latin typeface="Franklin Gothic Book"/>
              </a:rPr>
              <a:t>0x1000</a:t>
            </a: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1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90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90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2E142474-B470-C790-A9AC-9828D08E6453}"/>
              </a:ext>
            </a:extLst>
          </p:cNvPr>
          <p:cNvSpPr/>
          <p:nvPr/>
        </p:nvSpPr>
        <p:spPr>
          <a:xfrm>
            <a:off x="4022638" y="2602892"/>
            <a:ext cx="1649772" cy="303069"/>
          </a:xfrm>
          <a:prstGeom prst="roundRect">
            <a:avLst>
              <a:gd name="adj" fmla="val 16670"/>
            </a:avLst>
          </a:prstGeom>
          <a:solidFill>
            <a:srgbClr val="000000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anchor="t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01" b="1" kern="0" dirty="0">
                <a:solidFill>
                  <a:srgbClr val="FFFFFF"/>
                </a:solidFill>
                <a:latin typeface="Franklin Gothic Book"/>
              </a:rPr>
              <a:t>2</a:t>
            </a: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1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90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90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64EB6CF4-6F58-0A3D-50B4-F2839AABF1A2}"/>
              </a:ext>
            </a:extLst>
          </p:cNvPr>
          <p:cNvSpPr/>
          <p:nvPr/>
        </p:nvSpPr>
        <p:spPr>
          <a:xfrm>
            <a:off x="4044713" y="3507382"/>
            <a:ext cx="1649772" cy="303069"/>
          </a:xfrm>
          <a:prstGeom prst="roundRect">
            <a:avLst>
              <a:gd name="adj" fmla="val 16670"/>
            </a:avLst>
          </a:prstGeom>
          <a:solidFill>
            <a:srgbClr val="000000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anchor="t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01" b="1" kern="0" dirty="0">
                <a:solidFill>
                  <a:srgbClr val="FFFFFF"/>
                </a:solidFill>
                <a:latin typeface="Franklin Gothic Book"/>
              </a:rPr>
              <a:t>0x750</a:t>
            </a: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1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90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90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0AC6ED1D-8E54-A276-82BD-7DEF5100A398}"/>
              </a:ext>
            </a:extLst>
          </p:cNvPr>
          <p:cNvSpPr/>
          <p:nvPr/>
        </p:nvSpPr>
        <p:spPr>
          <a:xfrm>
            <a:off x="4013585" y="2609778"/>
            <a:ext cx="1649772" cy="303069"/>
          </a:xfrm>
          <a:prstGeom prst="roundRect">
            <a:avLst>
              <a:gd name="adj" fmla="val 16670"/>
            </a:avLst>
          </a:prstGeom>
          <a:solidFill>
            <a:srgbClr val="000000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anchor="t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01" b="1" kern="0" dirty="0">
                <a:solidFill>
                  <a:srgbClr val="FFFFFF"/>
                </a:solidFill>
                <a:latin typeface="Franklin Gothic Book"/>
              </a:rPr>
              <a:t>3</a:t>
            </a: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1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90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90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D28C5FF3-4913-D5B7-AEA6-8DE3C79AA6CB}"/>
              </a:ext>
            </a:extLst>
          </p:cNvPr>
          <p:cNvSpPr/>
          <p:nvPr/>
        </p:nvSpPr>
        <p:spPr>
          <a:xfrm>
            <a:off x="4044713" y="3514268"/>
            <a:ext cx="1649772" cy="303069"/>
          </a:xfrm>
          <a:prstGeom prst="roundRect">
            <a:avLst>
              <a:gd name="adj" fmla="val 16670"/>
            </a:avLst>
          </a:prstGeom>
          <a:solidFill>
            <a:srgbClr val="000000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anchor="t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01" b="1" kern="0" dirty="0" err="1">
                <a:solidFill>
                  <a:srgbClr val="FFFFFF"/>
                </a:solidFill>
                <a:latin typeface="Franklin Gothic Book"/>
              </a:rPr>
              <a:t>nullptr</a:t>
            </a:r>
            <a:endParaRPr lang="en-US" sz="1901" b="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1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90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90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943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000"/>
                            </p:stCondLst>
                            <p:childTnLst>
                              <p:par>
                                <p:cTn id="14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500"/>
                            </p:stCondLst>
                            <p:childTnLst>
                              <p:par>
                                <p:cTn id="15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000"/>
                            </p:stCondLst>
                            <p:childTnLst>
                              <p:par>
                                <p:cTn id="15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6" dur="2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1" dur="2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6" dur="2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1" dur="2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6" dur="2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1" dur="2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6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07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8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9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5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2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3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4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5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26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7" fill="hold">
                      <p:stCondLst>
                        <p:cond delay="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0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31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2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3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3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5" fill="hold">
                      <p:stCondLst>
                        <p:cond delay="0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39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0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1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6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47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8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9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1AA05B-1DD7-28C7-C66C-7DCD6FF9CFB1}"/>
              </a:ext>
            </a:extLst>
          </p:cNvPr>
          <p:cNvSpPr txBox="1"/>
          <p:nvPr/>
        </p:nvSpPr>
        <p:spPr>
          <a:xfrm>
            <a:off x="-47423" y="-162956"/>
            <a:ext cx="5364526" cy="670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void </a:t>
            </a:r>
            <a:r>
              <a:rPr lang="en-US" b="1" dirty="0" err="1"/>
              <a:t>reverseList</a:t>
            </a:r>
            <a:r>
              <a:rPr lang="en-US" b="1" dirty="0"/>
              <a:t>() {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Node* </a:t>
            </a:r>
            <a:r>
              <a:rPr lang="en-US" b="1" dirty="0" err="1"/>
              <a:t>pN</a:t>
            </a:r>
            <a:r>
              <a:rPr lang="en-US" b="1" dirty="0"/>
              <a:t> = </a:t>
            </a:r>
            <a:r>
              <a:rPr lang="en-US" b="1" dirty="0" err="1"/>
              <a:t>nullptr</a:t>
            </a:r>
            <a:r>
              <a:rPr lang="en-US" b="1" dirty="0"/>
              <a:t>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Node* </a:t>
            </a:r>
            <a:r>
              <a:rPr lang="en-US" b="1" dirty="0" err="1"/>
              <a:t>cN</a:t>
            </a:r>
            <a:r>
              <a:rPr lang="en-US" b="1" dirty="0"/>
              <a:t> = head;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Node* </a:t>
            </a:r>
            <a:r>
              <a:rPr lang="en-US" b="1" dirty="0" err="1"/>
              <a:t>nN</a:t>
            </a:r>
            <a:r>
              <a:rPr lang="en-US" b="1" dirty="0"/>
              <a:t> = </a:t>
            </a:r>
            <a:r>
              <a:rPr lang="en-US" b="1" dirty="0" err="1"/>
              <a:t>nullptr</a:t>
            </a:r>
            <a:r>
              <a:rPr lang="en-US" b="1" dirty="0"/>
              <a:t>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while (</a:t>
            </a:r>
            <a:r>
              <a:rPr lang="en-US" b="1" dirty="0" err="1"/>
              <a:t>cN</a:t>
            </a:r>
            <a:r>
              <a:rPr lang="en-US" b="1" dirty="0"/>
              <a:t> != </a:t>
            </a:r>
            <a:r>
              <a:rPr lang="en-US" b="1" dirty="0" err="1"/>
              <a:t>nullptr</a:t>
            </a:r>
            <a:r>
              <a:rPr lang="en-US" b="1" dirty="0"/>
              <a:t>)  {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    </a:t>
            </a:r>
            <a:r>
              <a:rPr lang="en-US" b="1" dirty="0" err="1"/>
              <a:t>nN</a:t>
            </a:r>
            <a:r>
              <a:rPr lang="en-US" b="1" dirty="0"/>
              <a:t> = </a:t>
            </a:r>
            <a:r>
              <a:rPr lang="en-US" b="1" dirty="0" err="1"/>
              <a:t>cN</a:t>
            </a:r>
            <a:r>
              <a:rPr lang="en-US" b="1" dirty="0"/>
              <a:t>-&gt;next;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    </a:t>
            </a:r>
            <a:r>
              <a:rPr lang="en-US" b="1" dirty="0" err="1"/>
              <a:t>cN</a:t>
            </a:r>
            <a:r>
              <a:rPr lang="en-US" b="1" dirty="0"/>
              <a:t>-&gt;next = </a:t>
            </a:r>
            <a:r>
              <a:rPr lang="en-US" b="1" dirty="0" err="1"/>
              <a:t>pN</a:t>
            </a:r>
            <a:r>
              <a:rPr lang="en-US" b="1" dirty="0"/>
              <a:t>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    </a:t>
            </a:r>
            <a:r>
              <a:rPr lang="en-US" b="1" dirty="0" err="1"/>
              <a:t>pN</a:t>
            </a:r>
            <a:r>
              <a:rPr lang="en-US" b="1" dirty="0"/>
              <a:t> = </a:t>
            </a:r>
            <a:r>
              <a:rPr lang="en-US" b="1" dirty="0" err="1"/>
              <a:t>cN</a:t>
            </a:r>
            <a:r>
              <a:rPr lang="en-US" b="1" dirty="0"/>
              <a:t>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    </a:t>
            </a:r>
            <a:r>
              <a:rPr lang="en-US" b="1" dirty="0" err="1"/>
              <a:t>cN</a:t>
            </a:r>
            <a:r>
              <a:rPr lang="en-US" b="1" dirty="0"/>
              <a:t> = </a:t>
            </a:r>
            <a:r>
              <a:rPr lang="en-US" b="1" dirty="0" err="1"/>
              <a:t>nN</a:t>
            </a:r>
            <a:r>
              <a:rPr lang="en-US" b="1" dirty="0"/>
              <a:t>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}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head = </a:t>
            </a:r>
            <a:r>
              <a:rPr lang="en-US" b="1" dirty="0" err="1"/>
              <a:t>pN</a:t>
            </a:r>
            <a:r>
              <a:rPr lang="en-US" b="1" dirty="0"/>
              <a:t>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tail = head;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while (tail != </a:t>
            </a:r>
            <a:r>
              <a:rPr lang="en-US" b="1" dirty="0" err="1"/>
              <a:t>nullptr</a:t>
            </a:r>
            <a:r>
              <a:rPr lang="en-US" b="1" dirty="0"/>
              <a:t> &amp;&amp; tail-&gt;next != </a:t>
            </a:r>
            <a:r>
              <a:rPr lang="en-US" b="1" dirty="0" err="1"/>
              <a:t>nullptr</a:t>
            </a:r>
            <a:r>
              <a:rPr lang="en-US" b="1" dirty="0"/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    tail = tail-&gt;next;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cout &lt;&lt; "\n List successfully reversed.";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  }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080F47A-8129-3544-B31F-9DCBDDA58E82}"/>
              </a:ext>
            </a:extLst>
          </p:cNvPr>
          <p:cNvGrpSpPr/>
          <p:nvPr/>
        </p:nvGrpSpPr>
        <p:grpSpPr>
          <a:xfrm>
            <a:off x="5429450" y="237130"/>
            <a:ext cx="1298448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017AA01-A511-C445-EEB5-496960971CB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DF1F4B6D-EEE4-27C4-CC57-EBBFD52E16CA}"/>
                </a:ext>
              </a:extLst>
            </p:cNvPr>
            <p:cNvSpPr txBox="1"/>
            <p:nvPr/>
          </p:nvSpPr>
          <p:spPr>
            <a:xfrm>
              <a:off x="1302710" y="1060713"/>
              <a:ext cx="1813421" cy="1051983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2F0294B-1778-0648-F7DD-C8831A8D794C}"/>
              </a:ext>
            </a:extLst>
          </p:cNvPr>
          <p:cNvGrpSpPr/>
          <p:nvPr/>
        </p:nvGrpSpPr>
        <p:grpSpPr>
          <a:xfrm>
            <a:off x="5340926" y="4603399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5DFC684-3BA7-3FAE-D614-ACBC87CE5D6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D2C412CE-AD0D-C235-15BC-667CE4D41C1F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41AEF4-082A-A2D9-751A-38169DCA292D}"/>
              </a:ext>
            </a:extLst>
          </p:cNvPr>
          <p:cNvGrpSpPr/>
          <p:nvPr/>
        </p:nvGrpSpPr>
        <p:grpSpPr>
          <a:xfrm>
            <a:off x="5468153" y="770657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72AD60B-C3EE-BF30-7AF0-4D694051717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0A5CA0C9-8CF6-76B7-A303-2A40C149DB4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0E18F41-E934-46FA-7F77-33B912C5E582}"/>
              </a:ext>
            </a:extLst>
          </p:cNvPr>
          <p:cNvGrpSpPr/>
          <p:nvPr/>
        </p:nvGrpSpPr>
        <p:grpSpPr>
          <a:xfrm>
            <a:off x="5364416" y="5161481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A57E26CE-C047-62AF-56B1-9871AEAEDEB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CF20D6C0-54F8-E2A4-D3D5-643E315CA36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50877F-72C7-5581-882B-81C3B5FF03CD}"/>
              </a:ext>
            </a:extLst>
          </p:cNvPr>
          <p:cNvGrpSpPr/>
          <p:nvPr/>
        </p:nvGrpSpPr>
        <p:grpSpPr>
          <a:xfrm>
            <a:off x="7827496" y="2485208"/>
            <a:ext cx="4014430" cy="1145236"/>
            <a:chOff x="5206427" y="770677"/>
            <a:chExt cx="4516995" cy="117963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2757173-A604-B101-A35C-714FCE61B191}"/>
                </a:ext>
              </a:extLst>
            </p:cNvPr>
            <p:cNvGrpSpPr/>
            <p:nvPr/>
          </p:nvGrpSpPr>
          <p:grpSpPr>
            <a:xfrm>
              <a:off x="6297519" y="770677"/>
              <a:ext cx="2618070" cy="484119"/>
              <a:chOff x="1159466" y="892336"/>
              <a:chExt cx="2405552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FB613E89-00F2-7344-F84C-3CB8DEE2A539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28" name="Rectangle: Rounded Corners 4">
                <a:extLst>
                  <a:ext uri="{FF2B5EF4-FFF2-40B4-BE49-F238E27FC236}">
                    <a16:creationId xmlns:a16="http://schemas.microsoft.com/office/drawing/2014/main" id="{845A1BD1-DDFA-DFC2-101B-4DAB1CC05E93}"/>
                  </a:ext>
                </a:extLst>
              </p:cNvPr>
              <p:cNvSpPr txBox="1"/>
              <p:nvPr/>
            </p:nvSpPr>
            <p:spPr>
              <a:xfrm>
                <a:off x="1202696" y="1067247"/>
                <a:ext cx="221898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   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66072A7-CA7A-8C53-23DA-BF06F1681742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6AFA04E-EB63-402D-9BB6-A4CB08EF6CCD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733105F9-27A9-2DE6-C19B-5C0A180694BB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26" name="Rectangle: Rounded Corners 4">
                <a:extLst>
                  <a:ext uri="{FF2B5EF4-FFF2-40B4-BE49-F238E27FC236}">
                    <a16:creationId xmlns:a16="http://schemas.microsoft.com/office/drawing/2014/main" id="{C0F4D52F-4A87-84CF-BDB6-C7EEAEF962B7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C007D41-11AC-577B-63FB-99A9AD66F4B1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8F1C4B16-C857-3088-AF19-EF118311E047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24" name="Rectangle: Rounded Corners 4">
                <a:extLst>
                  <a:ext uri="{FF2B5EF4-FFF2-40B4-BE49-F238E27FC236}">
                    <a16:creationId xmlns:a16="http://schemas.microsoft.com/office/drawing/2014/main" id="{945D5FF6-7DC3-B226-29C6-9A4A04E61326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EF3117F-A3AF-F803-CD71-81187A5C8458}"/>
              </a:ext>
            </a:extLst>
          </p:cNvPr>
          <p:cNvGrpSpPr/>
          <p:nvPr/>
        </p:nvGrpSpPr>
        <p:grpSpPr>
          <a:xfrm>
            <a:off x="7509292" y="2842339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56E1364-A2D4-2094-255C-37F94DE8212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1" name="Rectangle: Rounded Corners 4">
              <a:extLst>
                <a:ext uri="{FF2B5EF4-FFF2-40B4-BE49-F238E27FC236}">
                  <a16:creationId xmlns:a16="http://schemas.microsoft.com/office/drawing/2014/main" id="{AB5FBC01-312B-11EE-1738-C2D3EA29F3B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CF4BD6A-CB27-DF7E-BF65-E12265082D82}"/>
              </a:ext>
            </a:extLst>
          </p:cNvPr>
          <p:cNvGrpSpPr/>
          <p:nvPr/>
        </p:nvGrpSpPr>
        <p:grpSpPr>
          <a:xfrm>
            <a:off x="9619801" y="2401723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05FC3D58-B509-529D-17FB-F2DD68D92EE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4" name="Rectangle: Rounded Corners 4">
              <a:extLst>
                <a:ext uri="{FF2B5EF4-FFF2-40B4-BE49-F238E27FC236}">
                  <a16:creationId xmlns:a16="http://schemas.microsoft.com/office/drawing/2014/main" id="{70522B32-A638-638C-98C4-02D185FB117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5246483-8FCE-C944-9CCB-8B42E6710FA1}"/>
              </a:ext>
            </a:extLst>
          </p:cNvPr>
          <p:cNvGrpSpPr/>
          <p:nvPr/>
        </p:nvGrpSpPr>
        <p:grpSpPr>
          <a:xfrm>
            <a:off x="10536648" y="3181371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C09B5FB0-2A24-1E23-0B2D-774EC3CEDD1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7" name="Rectangle: Rounded Corners 4">
              <a:extLst>
                <a:ext uri="{FF2B5EF4-FFF2-40B4-BE49-F238E27FC236}">
                  <a16:creationId xmlns:a16="http://schemas.microsoft.com/office/drawing/2014/main" id="{6FA61627-392D-09ED-2CE8-597FABCD766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5943F18-C993-59EB-9119-8105786E1044}"/>
              </a:ext>
            </a:extLst>
          </p:cNvPr>
          <p:cNvGrpSpPr/>
          <p:nvPr/>
        </p:nvGrpSpPr>
        <p:grpSpPr>
          <a:xfrm>
            <a:off x="8856573" y="3147347"/>
            <a:ext cx="733158" cy="37377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5C2EB8A3-86E0-ECF0-CB82-FD80D3027E2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0" name="Rectangle: Rounded Corners 4">
              <a:extLst>
                <a:ext uri="{FF2B5EF4-FFF2-40B4-BE49-F238E27FC236}">
                  <a16:creationId xmlns:a16="http://schemas.microsoft.com/office/drawing/2014/main" id="{C2C8899D-96A3-35EC-88B1-9E116C94E22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168D0F9-88B7-C163-2E2F-67ED33C6A00F}"/>
              </a:ext>
            </a:extLst>
          </p:cNvPr>
          <p:cNvGrpSpPr/>
          <p:nvPr/>
        </p:nvGrpSpPr>
        <p:grpSpPr>
          <a:xfrm>
            <a:off x="7854655" y="984258"/>
            <a:ext cx="4014430" cy="1145236"/>
            <a:chOff x="5206427" y="770677"/>
            <a:chExt cx="4516995" cy="1179639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EDD9D0CB-6925-26B4-969B-9EB107068350}"/>
                </a:ext>
              </a:extLst>
            </p:cNvPr>
            <p:cNvGrpSpPr/>
            <p:nvPr/>
          </p:nvGrpSpPr>
          <p:grpSpPr>
            <a:xfrm>
              <a:off x="6297520" y="770677"/>
              <a:ext cx="2334807" cy="484119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5D734B7-A5C5-BD87-F0D1-868C4F6454D7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51" name="Rectangle: Rounded Corners 4">
                <a:extLst>
                  <a:ext uri="{FF2B5EF4-FFF2-40B4-BE49-F238E27FC236}">
                    <a16:creationId xmlns:a16="http://schemas.microsoft.com/office/drawing/2014/main" id="{93BC8847-DA92-FEA0-37A4-A05C059DDACF}"/>
                  </a:ext>
                </a:extLst>
              </p:cNvPr>
              <p:cNvSpPr txBox="1"/>
              <p:nvPr/>
            </p:nvSpPr>
            <p:spPr>
              <a:xfrm>
                <a:off x="1270085" y="1114247"/>
                <a:ext cx="188445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</a:t>
                </a:r>
                <a:r>
                  <a:rPr lang="en-US" sz="2000" b="1" dirty="0">
                    <a:solidFill>
                      <a:schemeClr val="bg2">
                        <a:lumMod val="25000"/>
                      </a:schemeClr>
                    </a:solidFill>
                  </a:rPr>
                  <a:t>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8BFCADFE-636B-8175-F625-8569FD4D3CFC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7D80015-D1DC-4B99-24B2-64D7676C9EEE}"/>
                </a:ext>
              </a:extLst>
            </p:cNvPr>
            <p:cNvGrpSpPr/>
            <p:nvPr/>
          </p:nvGrpSpPr>
          <p:grpSpPr>
            <a:xfrm>
              <a:off x="5359337" y="1467460"/>
              <a:ext cx="1869845" cy="371558"/>
              <a:chOff x="1159466" y="892336"/>
              <a:chExt cx="2145283" cy="1367628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25DA7A7E-4156-E8B0-42A0-F913D072E93D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145283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49" name="Rectangle: Rounded Corners 4">
                <a:extLst>
                  <a:ext uri="{FF2B5EF4-FFF2-40B4-BE49-F238E27FC236}">
                    <a16:creationId xmlns:a16="http://schemas.microsoft.com/office/drawing/2014/main" id="{87236D94-C8ED-46EB-F943-B158FB91B220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C4CDBF6-D3BE-E483-DCD6-2145A1D609A9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BC050254-038C-1A76-0D96-DE3CB7C04588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47" name="Rectangle: Rounded Corners 4">
                <a:extLst>
                  <a:ext uri="{FF2B5EF4-FFF2-40B4-BE49-F238E27FC236}">
                    <a16:creationId xmlns:a16="http://schemas.microsoft.com/office/drawing/2014/main" id="{D8824AA7-948B-0421-D46F-983521699989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F9E5CAC-14C0-AC5B-DE4C-03A4E8308A5A}"/>
              </a:ext>
            </a:extLst>
          </p:cNvPr>
          <p:cNvGrpSpPr/>
          <p:nvPr/>
        </p:nvGrpSpPr>
        <p:grpSpPr>
          <a:xfrm>
            <a:off x="8961053" y="1665348"/>
            <a:ext cx="733158" cy="37377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82CCC5D5-CFD4-0FA3-3142-0F11EB4C44B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4" name="Rectangle: Rounded Corners 4">
              <a:extLst>
                <a:ext uri="{FF2B5EF4-FFF2-40B4-BE49-F238E27FC236}">
                  <a16:creationId xmlns:a16="http://schemas.microsoft.com/office/drawing/2014/main" id="{833C9C1D-A87D-DC2D-1E6A-8304417D08A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98CA2EA-B5EA-0B4A-B670-4EB72ABAF21C}"/>
              </a:ext>
            </a:extLst>
          </p:cNvPr>
          <p:cNvGrpSpPr/>
          <p:nvPr/>
        </p:nvGrpSpPr>
        <p:grpSpPr>
          <a:xfrm>
            <a:off x="10563807" y="1687412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EF203034-1672-3450-7BE6-1A6C79E39D6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7" name="Rectangle: Rounded Corners 4">
              <a:extLst>
                <a:ext uri="{FF2B5EF4-FFF2-40B4-BE49-F238E27FC236}">
                  <a16:creationId xmlns:a16="http://schemas.microsoft.com/office/drawing/2014/main" id="{692EE7E3-14F9-E90D-40F7-D19E7475637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94B1647-8E1B-116B-71CC-91CA8A67633D}"/>
              </a:ext>
            </a:extLst>
          </p:cNvPr>
          <p:cNvGrpSpPr/>
          <p:nvPr/>
        </p:nvGrpSpPr>
        <p:grpSpPr>
          <a:xfrm>
            <a:off x="9563411" y="917849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B12698EB-A005-74F1-DBC8-A3EF653F832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0" name="Rectangle: Rounded Corners 4">
              <a:extLst>
                <a:ext uri="{FF2B5EF4-FFF2-40B4-BE49-F238E27FC236}">
                  <a16:creationId xmlns:a16="http://schemas.microsoft.com/office/drawing/2014/main" id="{D11B23C4-2CB5-A204-9ADA-10D8EF38593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916E117-301C-2EDA-5DD5-6A58CABACFF6}"/>
              </a:ext>
            </a:extLst>
          </p:cNvPr>
          <p:cNvGrpSpPr/>
          <p:nvPr/>
        </p:nvGrpSpPr>
        <p:grpSpPr>
          <a:xfrm>
            <a:off x="7474052" y="1384496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564ED584-464B-CBBE-FA59-7886B8608D8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3" name="Rectangle: Rounded Corners 4">
              <a:extLst>
                <a:ext uri="{FF2B5EF4-FFF2-40B4-BE49-F238E27FC236}">
                  <a16:creationId xmlns:a16="http://schemas.microsoft.com/office/drawing/2014/main" id="{11D5F6CF-08AB-D0E8-5B53-5B94E127841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B53AFF6-6F42-B447-8D11-C9D47943C21C}"/>
              </a:ext>
            </a:extLst>
          </p:cNvPr>
          <p:cNvGrpSpPr/>
          <p:nvPr/>
        </p:nvGrpSpPr>
        <p:grpSpPr>
          <a:xfrm>
            <a:off x="10563807" y="1684268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F6FC0209-FD14-1E20-6B0F-BA3FBC1D9C2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6" name="Rectangle: Rounded Corners 4">
              <a:extLst>
                <a:ext uri="{FF2B5EF4-FFF2-40B4-BE49-F238E27FC236}">
                  <a16:creationId xmlns:a16="http://schemas.microsoft.com/office/drawing/2014/main" id="{C8A28E50-FE76-319C-74C0-9C0B273211B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8B2FD03-354C-74F8-9B9A-313AF7565F39}"/>
              </a:ext>
            </a:extLst>
          </p:cNvPr>
          <p:cNvGrpSpPr/>
          <p:nvPr/>
        </p:nvGrpSpPr>
        <p:grpSpPr>
          <a:xfrm>
            <a:off x="7835508" y="3988495"/>
            <a:ext cx="4014430" cy="1145236"/>
            <a:chOff x="5206427" y="770677"/>
            <a:chExt cx="4516995" cy="1179639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2DF7C87-AF69-C514-237D-79F58607557E}"/>
                </a:ext>
              </a:extLst>
            </p:cNvPr>
            <p:cNvGrpSpPr/>
            <p:nvPr/>
          </p:nvGrpSpPr>
          <p:grpSpPr>
            <a:xfrm>
              <a:off x="6297519" y="770677"/>
              <a:ext cx="2618070" cy="484119"/>
              <a:chOff x="1159466" y="892336"/>
              <a:chExt cx="2405552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BB8CF78F-46FB-3974-5499-A82BFA98A3EE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77" name="Rectangle: Rounded Corners 4">
                <a:extLst>
                  <a:ext uri="{FF2B5EF4-FFF2-40B4-BE49-F238E27FC236}">
                    <a16:creationId xmlns:a16="http://schemas.microsoft.com/office/drawing/2014/main" id="{F313F3B4-B3BA-A4E0-3785-E50C8D8ECEDB}"/>
                  </a:ext>
                </a:extLst>
              </p:cNvPr>
              <p:cNvSpPr txBox="1"/>
              <p:nvPr/>
            </p:nvSpPr>
            <p:spPr>
              <a:xfrm>
                <a:off x="1202696" y="1067247"/>
                <a:ext cx="221898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   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558CE9A4-944E-FED4-9CB6-1FD3CF4972C4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A0070755-6DB9-001A-DDEF-692849B47816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276138D9-39D4-66B8-FFD1-0DE51C2E87B6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75" name="Rectangle: Rounded Corners 4">
                <a:extLst>
                  <a:ext uri="{FF2B5EF4-FFF2-40B4-BE49-F238E27FC236}">
                    <a16:creationId xmlns:a16="http://schemas.microsoft.com/office/drawing/2014/main" id="{B88ABFFA-D9AD-FEEA-D797-1A262DD1B062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01F81535-99A6-B889-B4A0-E356D584256B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121E9D56-3725-D17D-372A-91E9C0C8BC98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73" name="Rectangle: Rounded Corners 4">
                <a:extLst>
                  <a:ext uri="{FF2B5EF4-FFF2-40B4-BE49-F238E27FC236}">
                    <a16:creationId xmlns:a16="http://schemas.microsoft.com/office/drawing/2014/main" id="{460F91BC-BB21-4CB3-15EB-3F99B0B578B6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6CC5C53-807B-1DF6-8FE2-E9856B7377AC}"/>
              </a:ext>
            </a:extLst>
          </p:cNvPr>
          <p:cNvGrpSpPr/>
          <p:nvPr/>
        </p:nvGrpSpPr>
        <p:grpSpPr>
          <a:xfrm>
            <a:off x="7498937" y="4338239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38219B85-C0E7-82BB-E5B5-4C749EA1A19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0" name="Rectangle: Rounded Corners 4">
              <a:extLst>
                <a:ext uri="{FF2B5EF4-FFF2-40B4-BE49-F238E27FC236}">
                  <a16:creationId xmlns:a16="http://schemas.microsoft.com/office/drawing/2014/main" id="{FA13B4DE-00CA-ED36-918D-2FBCE212167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57FD074-BE98-49FF-1480-DBD190512BA2}"/>
              </a:ext>
            </a:extLst>
          </p:cNvPr>
          <p:cNvGrpSpPr/>
          <p:nvPr/>
        </p:nvGrpSpPr>
        <p:grpSpPr>
          <a:xfrm>
            <a:off x="9460533" y="3885246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762865C1-9776-4BCA-64CB-028DC3E0385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3" name="Rectangle: Rounded Corners 4">
              <a:extLst>
                <a:ext uri="{FF2B5EF4-FFF2-40B4-BE49-F238E27FC236}">
                  <a16:creationId xmlns:a16="http://schemas.microsoft.com/office/drawing/2014/main" id="{861789EA-F6DA-484A-9EEE-8A67E09F42E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210972F-EC31-EF4B-41E9-AB68171B2E69}"/>
              </a:ext>
            </a:extLst>
          </p:cNvPr>
          <p:cNvGrpSpPr/>
          <p:nvPr/>
        </p:nvGrpSpPr>
        <p:grpSpPr>
          <a:xfrm>
            <a:off x="8857302" y="4719771"/>
            <a:ext cx="733158" cy="2772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A4B59F2B-28D1-C9B0-4298-C5DE3D7D8AD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6" name="Rectangle: Rounded Corners 4">
              <a:extLst>
                <a:ext uri="{FF2B5EF4-FFF2-40B4-BE49-F238E27FC236}">
                  <a16:creationId xmlns:a16="http://schemas.microsoft.com/office/drawing/2014/main" id="{D237F982-24AA-F8D9-B2E8-20F389DC0D7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33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B5F1EEE-EBA0-3F30-AB24-90151ED95FBE}"/>
              </a:ext>
            </a:extLst>
          </p:cNvPr>
          <p:cNvGrpSpPr/>
          <p:nvPr/>
        </p:nvGrpSpPr>
        <p:grpSpPr>
          <a:xfrm>
            <a:off x="10505661" y="4692457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8A0ED675-8612-ACBB-E036-B37D81BD28E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9" name="Rectangle: Rounded Corners 4">
              <a:extLst>
                <a:ext uri="{FF2B5EF4-FFF2-40B4-BE49-F238E27FC236}">
                  <a16:creationId xmlns:a16="http://schemas.microsoft.com/office/drawing/2014/main" id="{4936AC57-F5DE-98BC-B00E-9D508637C99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B284346-EB03-E5FC-BBCF-1F96E8B23967}"/>
              </a:ext>
            </a:extLst>
          </p:cNvPr>
          <p:cNvGrpSpPr/>
          <p:nvPr/>
        </p:nvGrpSpPr>
        <p:grpSpPr>
          <a:xfrm>
            <a:off x="10531779" y="3176686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BFA354E6-BD46-6112-A6DF-15E42CD89A3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2" name="Rectangle: Rounded Corners 4">
              <a:extLst>
                <a:ext uri="{FF2B5EF4-FFF2-40B4-BE49-F238E27FC236}">
                  <a16:creationId xmlns:a16="http://schemas.microsoft.com/office/drawing/2014/main" id="{E293FD3C-FF02-B347-9882-8D74489D60B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393B217-B7BF-6943-1EAB-CD6626EE8F39}"/>
              </a:ext>
            </a:extLst>
          </p:cNvPr>
          <p:cNvGrpSpPr/>
          <p:nvPr/>
        </p:nvGrpSpPr>
        <p:grpSpPr>
          <a:xfrm>
            <a:off x="5355509" y="5166212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DF2FE25C-FEA6-D3B2-054F-6564DE97261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5" name="Rectangle: Rounded Corners 4">
              <a:extLst>
                <a:ext uri="{FF2B5EF4-FFF2-40B4-BE49-F238E27FC236}">
                  <a16:creationId xmlns:a16="http://schemas.microsoft.com/office/drawing/2014/main" id="{2CB305F1-6C9E-CE22-48D6-83087C27A67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2872C84C-8EF7-82E5-44E6-595C22047211}"/>
              </a:ext>
            </a:extLst>
          </p:cNvPr>
          <p:cNvGrpSpPr/>
          <p:nvPr/>
        </p:nvGrpSpPr>
        <p:grpSpPr>
          <a:xfrm>
            <a:off x="5454145" y="775388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24627BA9-327B-CD90-AE07-86A934C2B9C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8" name="Rectangle: Rounded Corners 4">
              <a:extLst>
                <a:ext uri="{FF2B5EF4-FFF2-40B4-BE49-F238E27FC236}">
                  <a16:creationId xmlns:a16="http://schemas.microsoft.com/office/drawing/2014/main" id="{3EF66AD7-95AB-6D91-02CA-9537094BEF5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39103555-9094-178F-D6B7-CDEE1FD44222}"/>
              </a:ext>
            </a:extLst>
          </p:cNvPr>
          <p:cNvGrpSpPr/>
          <p:nvPr/>
        </p:nvGrpSpPr>
        <p:grpSpPr>
          <a:xfrm rot="758316">
            <a:off x="6749336" y="572830"/>
            <a:ext cx="1903766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55DD7063-8339-059C-888D-EB9A1121CA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Arrow: Right 100">
              <a:extLst>
                <a:ext uri="{FF2B5EF4-FFF2-40B4-BE49-F238E27FC236}">
                  <a16:creationId xmlns:a16="http://schemas.microsoft.com/office/drawing/2014/main" id="{FC8A0DC2-C31E-5185-2F7F-504DA1698321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3DBD524-1715-6322-41C6-580D2BDF233F}"/>
              </a:ext>
            </a:extLst>
          </p:cNvPr>
          <p:cNvGrpSpPr/>
          <p:nvPr/>
        </p:nvGrpSpPr>
        <p:grpSpPr>
          <a:xfrm rot="7921994">
            <a:off x="11198226" y="2223944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B0C0C816-A5D8-528E-1123-1B992D2BBA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Arrow: Right 103">
              <a:extLst>
                <a:ext uri="{FF2B5EF4-FFF2-40B4-BE49-F238E27FC236}">
                  <a16:creationId xmlns:a16="http://schemas.microsoft.com/office/drawing/2014/main" id="{FE1A0897-E02A-4D8E-BE1B-335A2A07C509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2E2A6A8-CC65-2714-04FE-B12CFEB98972}"/>
              </a:ext>
            </a:extLst>
          </p:cNvPr>
          <p:cNvGrpSpPr/>
          <p:nvPr/>
        </p:nvGrpSpPr>
        <p:grpSpPr>
          <a:xfrm rot="7921994">
            <a:off x="11199087" y="3737641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F367D54-CCD7-F04C-35CD-BE7F1C6591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Arrow: Right 106">
              <a:extLst>
                <a:ext uri="{FF2B5EF4-FFF2-40B4-BE49-F238E27FC236}">
                  <a16:creationId xmlns:a16="http://schemas.microsoft.com/office/drawing/2014/main" id="{B74BFE61-9393-EED4-8854-830094A7A0B0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39A20F05-DD7C-FFBF-20C7-5632B635B87C}"/>
              </a:ext>
            </a:extLst>
          </p:cNvPr>
          <p:cNvGrpSpPr/>
          <p:nvPr/>
        </p:nvGrpSpPr>
        <p:grpSpPr>
          <a:xfrm>
            <a:off x="6551589" y="4458744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41DA5343-30F7-FE16-0A77-6F1C2CCDD8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Arrow: Right 109">
              <a:extLst>
                <a:ext uri="{FF2B5EF4-FFF2-40B4-BE49-F238E27FC236}">
                  <a16:creationId xmlns:a16="http://schemas.microsoft.com/office/drawing/2014/main" id="{DE46B915-69E6-2C67-A3F0-7A13F0B5006E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BA6628C-BC30-33C9-EF7C-A7226206D3D4}"/>
              </a:ext>
            </a:extLst>
          </p:cNvPr>
          <p:cNvGrpSpPr/>
          <p:nvPr/>
        </p:nvGrpSpPr>
        <p:grpSpPr>
          <a:xfrm>
            <a:off x="3424139" y="672706"/>
            <a:ext cx="1613003" cy="775628"/>
            <a:chOff x="5386193" y="1370509"/>
            <a:chExt cx="1300470" cy="1046258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203FF699-0B75-B912-99AD-F07C74CC02B7}"/>
                </a:ext>
              </a:extLst>
            </p:cNvPr>
            <p:cNvGrpSpPr/>
            <p:nvPr/>
          </p:nvGrpSpPr>
          <p:grpSpPr>
            <a:xfrm>
              <a:off x="5386193" y="1370509"/>
              <a:ext cx="1300470" cy="844560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116" name="Rectangle: Rounded Corners 115">
                <a:extLst>
                  <a:ext uri="{FF2B5EF4-FFF2-40B4-BE49-F238E27FC236}">
                    <a16:creationId xmlns:a16="http://schemas.microsoft.com/office/drawing/2014/main" id="{BF1465B6-62A1-98CF-4AA7-BDE9F9BA7D38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endParaRPr lang="en-PK">
                  <a:solidFill>
                    <a:srgbClr val="FF0000"/>
                  </a:solidFill>
                </a:endParaRPr>
              </a:p>
            </p:txBody>
          </p:sp>
          <p:sp>
            <p:nvSpPr>
              <p:cNvPr id="117" name="Rectangle: Rounded Corners 4">
                <a:extLst>
                  <a:ext uri="{FF2B5EF4-FFF2-40B4-BE49-F238E27FC236}">
                    <a16:creationId xmlns:a16="http://schemas.microsoft.com/office/drawing/2014/main" id="{5C20BA94-B40A-17E5-1892-64B47C7A27A0}"/>
                  </a:ext>
                </a:extLst>
              </p:cNvPr>
              <p:cNvSpPr txBox="1"/>
              <p:nvPr/>
            </p:nvSpPr>
            <p:spPr>
              <a:xfrm>
                <a:off x="1341947" y="1042809"/>
                <a:ext cx="1813420" cy="1051982"/>
              </a:xfrm>
              <a:prstGeom prst="rect">
                <a:avLst/>
              </a:prstGeom>
              <a:grpFill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lvl="0" indent="0" algn="ctr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600" b="1" dirty="0" err="1">
                    <a:solidFill>
                      <a:srgbClr val="FF0000"/>
                    </a:solidFill>
                  </a:rPr>
                  <a:t>pN</a:t>
                </a:r>
                <a:endParaRPr lang="en-PK" sz="2600" b="1" kern="12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CE02A19E-8500-C547-51D5-BE1E485902DC}"/>
                </a:ext>
              </a:extLst>
            </p:cNvPr>
            <p:cNvGrpSpPr/>
            <p:nvPr/>
          </p:nvGrpSpPr>
          <p:grpSpPr>
            <a:xfrm>
              <a:off x="5406258" y="2038184"/>
              <a:ext cx="1280405" cy="378583"/>
              <a:chOff x="1159469" y="841976"/>
              <a:chExt cx="2228063" cy="1628003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14" name="Rectangle: Rounded Corners 113">
                <a:extLst>
                  <a:ext uri="{FF2B5EF4-FFF2-40B4-BE49-F238E27FC236}">
                    <a16:creationId xmlns:a16="http://schemas.microsoft.com/office/drawing/2014/main" id="{BFE17695-9E3E-1F2F-7176-2ABE7DE5E49D}"/>
                  </a:ext>
                </a:extLst>
              </p:cNvPr>
              <p:cNvSpPr/>
              <p:nvPr/>
            </p:nvSpPr>
            <p:spPr>
              <a:xfrm>
                <a:off x="1159469" y="841976"/>
                <a:ext cx="2228063" cy="1628003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 anchor="ctr"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15" name="Rectangle: Rounded Corners 4">
                <a:extLst>
                  <a:ext uri="{FF2B5EF4-FFF2-40B4-BE49-F238E27FC236}">
                    <a16:creationId xmlns:a16="http://schemas.microsoft.com/office/drawing/2014/main" id="{25EEA9EF-B0A3-5008-4B71-5B9DDA4AAE25}"/>
                  </a:ext>
                </a:extLst>
              </p:cNvPr>
              <p:cNvSpPr txBox="1"/>
              <p:nvPr/>
            </p:nvSpPr>
            <p:spPr>
              <a:xfrm>
                <a:off x="1174960" y="1185458"/>
                <a:ext cx="2054994" cy="816760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nullptr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FE1A802-E395-79EB-AE8F-3879E1AF35B1}"/>
              </a:ext>
            </a:extLst>
          </p:cNvPr>
          <p:cNvGrpSpPr/>
          <p:nvPr/>
        </p:nvGrpSpPr>
        <p:grpSpPr>
          <a:xfrm>
            <a:off x="3413262" y="1687412"/>
            <a:ext cx="1613003" cy="775628"/>
            <a:chOff x="5386193" y="1370509"/>
            <a:chExt cx="1300470" cy="1046258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7F8FCBD3-BE2D-A48E-5A86-9B5F8E44115F}"/>
                </a:ext>
              </a:extLst>
            </p:cNvPr>
            <p:cNvGrpSpPr/>
            <p:nvPr/>
          </p:nvGrpSpPr>
          <p:grpSpPr>
            <a:xfrm>
              <a:off x="5386193" y="1370509"/>
              <a:ext cx="1300470" cy="844560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123" name="Rectangle: Rounded Corners 122">
                <a:extLst>
                  <a:ext uri="{FF2B5EF4-FFF2-40B4-BE49-F238E27FC236}">
                    <a16:creationId xmlns:a16="http://schemas.microsoft.com/office/drawing/2014/main" id="{530A104D-9A33-4E66-03FE-82B675CA3692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endParaRPr lang="en-PK">
                  <a:solidFill>
                    <a:srgbClr val="FF0000"/>
                  </a:solidFill>
                </a:endParaRPr>
              </a:p>
            </p:txBody>
          </p:sp>
          <p:sp>
            <p:nvSpPr>
              <p:cNvPr id="124" name="Rectangle: Rounded Corners 4">
                <a:extLst>
                  <a:ext uri="{FF2B5EF4-FFF2-40B4-BE49-F238E27FC236}">
                    <a16:creationId xmlns:a16="http://schemas.microsoft.com/office/drawing/2014/main" id="{AD067E39-DF52-9B3C-172C-0D65193124A7}"/>
                  </a:ext>
                </a:extLst>
              </p:cNvPr>
              <p:cNvSpPr txBox="1"/>
              <p:nvPr/>
            </p:nvSpPr>
            <p:spPr>
              <a:xfrm>
                <a:off x="1341947" y="1042809"/>
                <a:ext cx="1813420" cy="1051982"/>
              </a:xfrm>
              <a:prstGeom prst="rect">
                <a:avLst/>
              </a:prstGeom>
              <a:grpFill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lvl="0" indent="0" algn="ctr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600" b="1" dirty="0" err="1">
                    <a:solidFill>
                      <a:srgbClr val="FF0000"/>
                    </a:solidFill>
                  </a:rPr>
                  <a:t>cN</a:t>
                </a:r>
                <a:endParaRPr lang="en-PK" sz="2600" b="1" kern="12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BA79937A-9BC8-4A04-D051-5EC8DE4E0DE3}"/>
                </a:ext>
              </a:extLst>
            </p:cNvPr>
            <p:cNvGrpSpPr/>
            <p:nvPr/>
          </p:nvGrpSpPr>
          <p:grpSpPr>
            <a:xfrm>
              <a:off x="5406258" y="2038184"/>
              <a:ext cx="1280405" cy="378583"/>
              <a:chOff x="1159469" y="841976"/>
              <a:chExt cx="2228063" cy="1628003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21" name="Rectangle: Rounded Corners 120">
                <a:extLst>
                  <a:ext uri="{FF2B5EF4-FFF2-40B4-BE49-F238E27FC236}">
                    <a16:creationId xmlns:a16="http://schemas.microsoft.com/office/drawing/2014/main" id="{F5F17EBA-A3F6-511A-3420-AD168ED6CFC7}"/>
                  </a:ext>
                </a:extLst>
              </p:cNvPr>
              <p:cNvSpPr/>
              <p:nvPr/>
            </p:nvSpPr>
            <p:spPr>
              <a:xfrm>
                <a:off x="1159469" y="841976"/>
                <a:ext cx="2228063" cy="1628003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 anchor="ctr"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22" name="Rectangle: Rounded Corners 4">
                <a:extLst>
                  <a:ext uri="{FF2B5EF4-FFF2-40B4-BE49-F238E27FC236}">
                    <a16:creationId xmlns:a16="http://schemas.microsoft.com/office/drawing/2014/main" id="{107B28E5-ED7F-1238-5FA8-C73BFB0A13BB}"/>
                  </a:ext>
                </a:extLst>
              </p:cNvPr>
              <p:cNvSpPr txBox="1"/>
              <p:nvPr/>
            </p:nvSpPr>
            <p:spPr>
              <a:xfrm>
                <a:off x="1174960" y="1185458"/>
                <a:ext cx="2054994" cy="816760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200" b="1" kern="0" dirty="0">
                    <a:solidFill>
                      <a:srgbClr val="FFFFFF"/>
                    </a:solidFill>
                    <a:latin typeface="Franklin Gothic Book"/>
                  </a:rPr>
                  <a:t>0x1200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EAB8295E-E40F-C6CA-51DB-EDA1F4E390CC}"/>
              </a:ext>
            </a:extLst>
          </p:cNvPr>
          <p:cNvGrpSpPr/>
          <p:nvPr/>
        </p:nvGrpSpPr>
        <p:grpSpPr>
          <a:xfrm>
            <a:off x="3461382" y="2745493"/>
            <a:ext cx="1613003" cy="775628"/>
            <a:chOff x="5386193" y="1370509"/>
            <a:chExt cx="1300470" cy="1046258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823652E2-71F6-89DE-81E6-4A57A4645B4C}"/>
                </a:ext>
              </a:extLst>
            </p:cNvPr>
            <p:cNvGrpSpPr/>
            <p:nvPr/>
          </p:nvGrpSpPr>
          <p:grpSpPr>
            <a:xfrm>
              <a:off x="5386193" y="1370509"/>
              <a:ext cx="1300470" cy="844560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130" name="Rectangle: Rounded Corners 129">
                <a:extLst>
                  <a:ext uri="{FF2B5EF4-FFF2-40B4-BE49-F238E27FC236}">
                    <a16:creationId xmlns:a16="http://schemas.microsoft.com/office/drawing/2014/main" id="{A94F879C-82F5-B7D8-BA95-3B8A8BBCFABF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endParaRPr lang="en-PK">
                  <a:solidFill>
                    <a:srgbClr val="FF0000"/>
                  </a:solidFill>
                </a:endParaRPr>
              </a:p>
            </p:txBody>
          </p:sp>
          <p:sp>
            <p:nvSpPr>
              <p:cNvPr id="131" name="Rectangle: Rounded Corners 4">
                <a:extLst>
                  <a:ext uri="{FF2B5EF4-FFF2-40B4-BE49-F238E27FC236}">
                    <a16:creationId xmlns:a16="http://schemas.microsoft.com/office/drawing/2014/main" id="{81D5A4E6-4B27-4E5E-C19A-5EB2CC3920BA}"/>
                  </a:ext>
                </a:extLst>
              </p:cNvPr>
              <p:cNvSpPr txBox="1"/>
              <p:nvPr/>
            </p:nvSpPr>
            <p:spPr>
              <a:xfrm>
                <a:off x="1341947" y="1042809"/>
                <a:ext cx="1813420" cy="1051982"/>
              </a:xfrm>
              <a:prstGeom prst="rect">
                <a:avLst/>
              </a:prstGeom>
              <a:grpFill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lvl="0" indent="0" algn="ctr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600" b="1" dirty="0" err="1">
                    <a:solidFill>
                      <a:srgbClr val="FF0000"/>
                    </a:solidFill>
                  </a:rPr>
                  <a:t>nN</a:t>
                </a:r>
                <a:endParaRPr lang="en-PK" sz="2600" b="1" kern="12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D21D7D65-CF79-ADAC-EB0A-44DDE449CD91}"/>
                </a:ext>
              </a:extLst>
            </p:cNvPr>
            <p:cNvGrpSpPr/>
            <p:nvPr/>
          </p:nvGrpSpPr>
          <p:grpSpPr>
            <a:xfrm>
              <a:off x="5406258" y="2038184"/>
              <a:ext cx="1280405" cy="378583"/>
              <a:chOff x="1159469" y="841976"/>
              <a:chExt cx="2228063" cy="1628003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28" name="Rectangle: Rounded Corners 127">
                <a:extLst>
                  <a:ext uri="{FF2B5EF4-FFF2-40B4-BE49-F238E27FC236}">
                    <a16:creationId xmlns:a16="http://schemas.microsoft.com/office/drawing/2014/main" id="{149007A1-0093-635E-0E60-0524CDD49A9A}"/>
                  </a:ext>
                </a:extLst>
              </p:cNvPr>
              <p:cNvSpPr/>
              <p:nvPr/>
            </p:nvSpPr>
            <p:spPr>
              <a:xfrm>
                <a:off x="1159469" y="841976"/>
                <a:ext cx="2228063" cy="1628003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 anchor="ctr"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29" name="Rectangle: Rounded Corners 4">
                <a:extLst>
                  <a:ext uri="{FF2B5EF4-FFF2-40B4-BE49-F238E27FC236}">
                    <a16:creationId xmlns:a16="http://schemas.microsoft.com/office/drawing/2014/main" id="{34881B3C-810A-661C-D572-411DB7EBC853}"/>
                  </a:ext>
                </a:extLst>
              </p:cNvPr>
              <p:cNvSpPr txBox="1"/>
              <p:nvPr/>
            </p:nvSpPr>
            <p:spPr>
              <a:xfrm>
                <a:off x="1174960" y="1185458"/>
                <a:ext cx="2054994" cy="816760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nullptr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F80C020C-70F2-1FE2-C634-B8FCD7700E85}"/>
              </a:ext>
            </a:extLst>
          </p:cNvPr>
          <p:cNvSpPr/>
          <p:nvPr/>
        </p:nvSpPr>
        <p:spPr>
          <a:xfrm>
            <a:off x="10530546" y="1687412"/>
            <a:ext cx="1649772" cy="303069"/>
          </a:xfrm>
          <a:prstGeom prst="roundRect">
            <a:avLst>
              <a:gd name="adj" fmla="val 16670"/>
            </a:avLst>
          </a:prstGeom>
          <a:solidFill>
            <a:srgbClr val="000000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anchor="t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01" b="1" kern="0" dirty="0">
                <a:solidFill>
                  <a:srgbClr val="FFFFFF"/>
                </a:solidFill>
                <a:latin typeface="Franklin Gothic Book"/>
              </a:rPr>
              <a:t>0x1000</a:t>
            </a: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1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90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90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5059BB87-68DA-5F7B-F834-70BE46413D1D}"/>
              </a:ext>
            </a:extLst>
          </p:cNvPr>
          <p:cNvSpPr/>
          <p:nvPr/>
        </p:nvSpPr>
        <p:spPr>
          <a:xfrm>
            <a:off x="3411180" y="1142637"/>
            <a:ext cx="1586331" cy="303069"/>
          </a:xfrm>
          <a:prstGeom prst="roundRect">
            <a:avLst>
              <a:gd name="adj" fmla="val 16670"/>
            </a:avLst>
          </a:prstGeom>
          <a:solidFill>
            <a:srgbClr val="000000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anchor="t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01" b="1" kern="0" dirty="0" err="1">
                <a:solidFill>
                  <a:srgbClr val="FFFFFF"/>
                </a:solidFill>
                <a:latin typeface="Franklin Gothic Book"/>
              </a:rPr>
              <a:t>nullptr</a:t>
            </a:r>
            <a:endParaRPr lang="en-US" sz="1901" b="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1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90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90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DB09D4E5-5F5A-77BB-87B9-327C53143C68}"/>
              </a:ext>
            </a:extLst>
          </p:cNvPr>
          <p:cNvSpPr/>
          <p:nvPr/>
        </p:nvSpPr>
        <p:spPr>
          <a:xfrm>
            <a:off x="3438339" y="2158125"/>
            <a:ext cx="1586331" cy="303069"/>
          </a:xfrm>
          <a:prstGeom prst="roundRect">
            <a:avLst>
              <a:gd name="adj" fmla="val 16670"/>
            </a:avLst>
          </a:prstGeom>
          <a:solidFill>
            <a:srgbClr val="000000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anchor="t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01" b="1" kern="0" dirty="0">
                <a:solidFill>
                  <a:srgbClr val="FFFFFF"/>
                </a:solidFill>
                <a:latin typeface="Franklin Gothic Book"/>
              </a:rPr>
              <a:t>0x1200</a:t>
            </a: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1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90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90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3EFA9CAF-1C88-168C-39F3-2ACADFF02B0B}"/>
              </a:ext>
            </a:extLst>
          </p:cNvPr>
          <p:cNvSpPr/>
          <p:nvPr/>
        </p:nvSpPr>
        <p:spPr>
          <a:xfrm>
            <a:off x="3474694" y="3236157"/>
            <a:ext cx="1649772" cy="303069"/>
          </a:xfrm>
          <a:prstGeom prst="roundRect">
            <a:avLst>
              <a:gd name="adj" fmla="val 16670"/>
            </a:avLst>
          </a:prstGeom>
          <a:solidFill>
            <a:srgbClr val="000000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anchor="t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01" b="1" kern="0" dirty="0">
                <a:solidFill>
                  <a:srgbClr val="FFFFFF"/>
                </a:solidFill>
                <a:latin typeface="Franklin Gothic Book"/>
              </a:rPr>
              <a:t>0x1000</a:t>
            </a: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1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90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90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BD20EE3A-A355-9C98-FEF7-DC15174B78F9}"/>
              </a:ext>
            </a:extLst>
          </p:cNvPr>
          <p:cNvSpPr/>
          <p:nvPr/>
        </p:nvSpPr>
        <p:spPr>
          <a:xfrm>
            <a:off x="681665" y="1568917"/>
            <a:ext cx="2097749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0C2D2C7C-A366-7F2D-281A-4716C38008D5}"/>
              </a:ext>
            </a:extLst>
          </p:cNvPr>
          <p:cNvSpPr/>
          <p:nvPr/>
        </p:nvSpPr>
        <p:spPr>
          <a:xfrm>
            <a:off x="679473" y="1974135"/>
            <a:ext cx="2097749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0B0801F0-3977-5C59-67DE-0E6B4FBDE055}"/>
              </a:ext>
            </a:extLst>
          </p:cNvPr>
          <p:cNvSpPr/>
          <p:nvPr/>
        </p:nvSpPr>
        <p:spPr>
          <a:xfrm>
            <a:off x="10510358" y="3180404"/>
            <a:ext cx="1649772" cy="303069"/>
          </a:xfrm>
          <a:prstGeom prst="roundRect">
            <a:avLst>
              <a:gd name="adj" fmla="val 16670"/>
            </a:avLst>
          </a:prstGeom>
          <a:solidFill>
            <a:srgbClr val="000000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anchor="t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01" b="1" kern="0" dirty="0">
                <a:solidFill>
                  <a:srgbClr val="FFFFFF"/>
                </a:solidFill>
                <a:latin typeface="Franklin Gothic Book"/>
              </a:rPr>
              <a:t>0x750</a:t>
            </a: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1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90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90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20CCC88E-302F-9BC0-53C5-93BAA3A60D06}"/>
              </a:ext>
            </a:extLst>
          </p:cNvPr>
          <p:cNvSpPr/>
          <p:nvPr/>
        </p:nvSpPr>
        <p:spPr>
          <a:xfrm>
            <a:off x="677968" y="2407190"/>
            <a:ext cx="2097749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FF817539-319C-1B8B-70A4-E55166B3BA93}"/>
              </a:ext>
            </a:extLst>
          </p:cNvPr>
          <p:cNvSpPr/>
          <p:nvPr/>
        </p:nvSpPr>
        <p:spPr>
          <a:xfrm>
            <a:off x="3430383" y="1135557"/>
            <a:ext cx="1586331" cy="303069"/>
          </a:xfrm>
          <a:prstGeom prst="roundRect">
            <a:avLst>
              <a:gd name="adj" fmla="val 16670"/>
            </a:avLst>
          </a:prstGeom>
          <a:solidFill>
            <a:srgbClr val="000000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anchor="t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01" b="1" kern="0" dirty="0">
                <a:solidFill>
                  <a:srgbClr val="FFFFFF"/>
                </a:solidFill>
                <a:latin typeface="Franklin Gothic Book"/>
              </a:rPr>
              <a:t>0x1200</a:t>
            </a: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1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90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90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76D79F8D-33FC-3533-7022-2807640FE4B3}"/>
              </a:ext>
            </a:extLst>
          </p:cNvPr>
          <p:cNvSpPr/>
          <p:nvPr/>
        </p:nvSpPr>
        <p:spPr>
          <a:xfrm>
            <a:off x="685519" y="2804033"/>
            <a:ext cx="2097749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3E7DC8F6-9A73-D664-C3D7-0E039782A382}"/>
              </a:ext>
            </a:extLst>
          </p:cNvPr>
          <p:cNvSpPr/>
          <p:nvPr/>
        </p:nvSpPr>
        <p:spPr>
          <a:xfrm>
            <a:off x="3406618" y="2149072"/>
            <a:ext cx="1649772" cy="303069"/>
          </a:xfrm>
          <a:prstGeom prst="roundRect">
            <a:avLst>
              <a:gd name="adj" fmla="val 16670"/>
            </a:avLst>
          </a:prstGeom>
          <a:solidFill>
            <a:srgbClr val="000000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anchor="t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01" b="1" kern="0" dirty="0">
                <a:solidFill>
                  <a:srgbClr val="FFFFFF"/>
                </a:solidFill>
                <a:latin typeface="Franklin Gothic Book"/>
              </a:rPr>
              <a:t>0x1000</a:t>
            </a: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1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90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90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375B9A3A-0BC2-37BA-4EE6-7B059F93724A}"/>
              </a:ext>
            </a:extLst>
          </p:cNvPr>
          <p:cNvSpPr/>
          <p:nvPr/>
        </p:nvSpPr>
        <p:spPr>
          <a:xfrm>
            <a:off x="693070" y="3208880"/>
            <a:ext cx="2097749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47C49E4C-279B-ECD1-A908-B6F078009E61}"/>
              </a:ext>
            </a:extLst>
          </p:cNvPr>
          <p:cNvSpPr/>
          <p:nvPr/>
        </p:nvSpPr>
        <p:spPr>
          <a:xfrm>
            <a:off x="3462347" y="3245210"/>
            <a:ext cx="1649772" cy="303069"/>
          </a:xfrm>
          <a:prstGeom prst="roundRect">
            <a:avLst>
              <a:gd name="adj" fmla="val 16670"/>
            </a:avLst>
          </a:prstGeom>
          <a:solidFill>
            <a:srgbClr val="000000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anchor="t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01" b="1" kern="0" dirty="0">
                <a:solidFill>
                  <a:srgbClr val="FFFFFF"/>
                </a:solidFill>
                <a:latin typeface="Franklin Gothic Book"/>
              </a:rPr>
              <a:t>0x750</a:t>
            </a:r>
            <a:endParaRPr kumimoji="0" lang="en-US" sz="1901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90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90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15D3EA2D-5D5A-97B9-A71F-92C33C84EFD0}"/>
              </a:ext>
            </a:extLst>
          </p:cNvPr>
          <p:cNvSpPr/>
          <p:nvPr/>
        </p:nvSpPr>
        <p:spPr>
          <a:xfrm>
            <a:off x="705126" y="1540865"/>
            <a:ext cx="2097749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561B0F09-D12A-1D67-5810-06A098EC0A47}"/>
              </a:ext>
            </a:extLst>
          </p:cNvPr>
          <p:cNvSpPr/>
          <p:nvPr/>
        </p:nvSpPr>
        <p:spPr>
          <a:xfrm>
            <a:off x="677281" y="2010347"/>
            <a:ext cx="2097749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B5D59E9F-FB79-7D2B-C360-C899DC6D18A3}"/>
              </a:ext>
            </a:extLst>
          </p:cNvPr>
          <p:cNvSpPr/>
          <p:nvPr/>
        </p:nvSpPr>
        <p:spPr>
          <a:xfrm>
            <a:off x="10510358" y="4700244"/>
            <a:ext cx="1649772" cy="303069"/>
          </a:xfrm>
          <a:prstGeom prst="roundRect">
            <a:avLst>
              <a:gd name="adj" fmla="val 16670"/>
            </a:avLst>
          </a:prstGeom>
          <a:solidFill>
            <a:srgbClr val="000000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anchor="t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01" b="1" kern="0" dirty="0" err="1">
                <a:solidFill>
                  <a:srgbClr val="FFFFFF"/>
                </a:solidFill>
                <a:latin typeface="Franklin Gothic Book"/>
              </a:rPr>
              <a:t>nullptr</a:t>
            </a:r>
            <a:endParaRPr lang="en-US" sz="1901" b="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1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90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90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03E1B0FB-1AF3-2ED8-57F3-391606CC6D1B}"/>
              </a:ext>
            </a:extLst>
          </p:cNvPr>
          <p:cNvSpPr/>
          <p:nvPr/>
        </p:nvSpPr>
        <p:spPr>
          <a:xfrm>
            <a:off x="666366" y="2406141"/>
            <a:ext cx="2097749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908664BB-BAA5-3443-50A9-7D7429BD675F}"/>
              </a:ext>
            </a:extLst>
          </p:cNvPr>
          <p:cNvSpPr/>
          <p:nvPr/>
        </p:nvSpPr>
        <p:spPr>
          <a:xfrm>
            <a:off x="3398497" y="1151690"/>
            <a:ext cx="1649772" cy="303069"/>
          </a:xfrm>
          <a:prstGeom prst="roundRect">
            <a:avLst>
              <a:gd name="adj" fmla="val 16670"/>
            </a:avLst>
          </a:prstGeom>
          <a:solidFill>
            <a:srgbClr val="000000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anchor="t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01" b="1" kern="0" dirty="0">
                <a:solidFill>
                  <a:srgbClr val="FFFFFF"/>
                </a:solidFill>
                <a:latin typeface="Franklin Gothic Book"/>
              </a:rPr>
              <a:t>0x1000</a:t>
            </a: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1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90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90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B375D5B9-6C49-8A23-6C3B-AF98775181CB}"/>
              </a:ext>
            </a:extLst>
          </p:cNvPr>
          <p:cNvSpPr/>
          <p:nvPr/>
        </p:nvSpPr>
        <p:spPr>
          <a:xfrm>
            <a:off x="666672" y="2802188"/>
            <a:ext cx="2097749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27FC14DE-7876-2E69-7822-B7B1E8EFFB2B}"/>
              </a:ext>
            </a:extLst>
          </p:cNvPr>
          <p:cNvSpPr/>
          <p:nvPr/>
        </p:nvSpPr>
        <p:spPr>
          <a:xfrm>
            <a:off x="3400506" y="2175586"/>
            <a:ext cx="1649772" cy="303069"/>
          </a:xfrm>
          <a:prstGeom prst="roundRect">
            <a:avLst>
              <a:gd name="adj" fmla="val 16670"/>
            </a:avLst>
          </a:prstGeom>
          <a:solidFill>
            <a:srgbClr val="000000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anchor="t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01" b="1" kern="0" dirty="0">
                <a:solidFill>
                  <a:srgbClr val="FFFFFF"/>
                </a:solidFill>
                <a:latin typeface="Franklin Gothic Book"/>
              </a:rPr>
              <a:t>0x750</a:t>
            </a: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1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90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90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1A103182-8BFF-6E3A-5CD8-5C3424E6BF8F}"/>
              </a:ext>
            </a:extLst>
          </p:cNvPr>
          <p:cNvSpPr/>
          <p:nvPr/>
        </p:nvSpPr>
        <p:spPr>
          <a:xfrm>
            <a:off x="681970" y="3218110"/>
            <a:ext cx="2097749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18D67D9A-24C5-DE94-1B51-905E45B0FF50}"/>
              </a:ext>
            </a:extLst>
          </p:cNvPr>
          <p:cNvSpPr/>
          <p:nvPr/>
        </p:nvSpPr>
        <p:spPr>
          <a:xfrm>
            <a:off x="3462347" y="3259270"/>
            <a:ext cx="1649772" cy="303069"/>
          </a:xfrm>
          <a:prstGeom prst="roundRect">
            <a:avLst>
              <a:gd name="adj" fmla="val 16670"/>
            </a:avLst>
          </a:prstGeom>
          <a:solidFill>
            <a:srgbClr val="000000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anchor="t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01" b="1" kern="0" dirty="0" err="1">
                <a:solidFill>
                  <a:srgbClr val="FFFFFF"/>
                </a:solidFill>
                <a:latin typeface="Franklin Gothic Book"/>
              </a:rPr>
              <a:t>nullptr</a:t>
            </a:r>
            <a:endParaRPr lang="en-US" sz="1901" b="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1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901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90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21973166-FD5F-AD18-FE05-2B084938A0DD}"/>
              </a:ext>
            </a:extLst>
          </p:cNvPr>
          <p:cNvSpPr/>
          <p:nvPr/>
        </p:nvSpPr>
        <p:spPr>
          <a:xfrm>
            <a:off x="707118" y="1532674"/>
            <a:ext cx="2097749" cy="42156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57F7B626-7EE0-909B-86E9-E6830D84C875}"/>
              </a:ext>
            </a:extLst>
          </p:cNvPr>
          <p:cNvSpPr/>
          <p:nvPr/>
        </p:nvSpPr>
        <p:spPr>
          <a:xfrm>
            <a:off x="3428604" y="1133584"/>
            <a:ext cx="1649772" cy="303069"/>
          </a:xfrm>
          <a:prstGeom prst="roundRect">
            <a:avLst>
              <a:gd name="adj" fmla="val 16670"/>
            </a:avLst>
          </a:prstGeom>
          <a:solidFill>
            <a:srgbClr val="000000"/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anchor="t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kern="0" dirty="0">
                <a:solidFill>
                  <a:srgbClr val="FFFFFF"/>
                </a:solidFill>
                <a:latin typeface="Franklin Gothic Book"/>
              </a:rPr>
              <a:t>0x750</a:t>
            </a: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kern="0" dirty="0">
              <a:solidFill>
                <a:srgbClr val="FFFFFF"/>
              </a:solidFill>
              <a:latin typeface="Franklin Gothic Book"/>
            </a:endParaRPr>
          </a:p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</a:endParaRP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1DF64B1A-165F-97C9-EC9E-C8912DD82291}"/>
              </a:ext>
            </a:extLst>
          </p:cNvPr>
          <p:cNvGrpSpPr/>
          <p:nvPr/>
        </p:nvGrpSpPr>
        <p:grpSpPr>
          <a:xfrm rot="3663991">
            <a:off x="5121050" y="2405832"/>
            <a:ext cx="3368487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D0A9DA19-E629-8ED0-9068-7D2069DEC1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Arrow: Right 158">
              <a:extLst>
                <a:ext uri="{FF2B5EF4-FFF2-40B4-BE49-F238E27FC236}">
                  <a16:creationId xmlns:a16="http://schemas.microsoft.com/office/drawing/2014/main" id="{A7FC128A-10E0-FB56-038D-3668763CF900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E3FE9D3F-791A-1DDE-EF4E-20E3C9888668}"/>
              </a:ext>
            </a:extLst>
          </p:cNvPr>
          <p:cNvGrpSpPr/>
          <p:nvPr/>
        </p:nvGrpSpPr>
        <p:grpSpPr>
          <a:xfrm rot="13760249">
            <a:off x="11327900" y="3930305"/>
            <a:ext cx="726413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310EA614-0374-4F1D-52D1-C7196F3CB3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Arrow: Right 161">
              <a:extLst>
                <a:ext uri="{FF2B5EF4-FFF2-40B4-BE49-F238E27FC236}">
                  <a16:creationId xmlns:a16="http://schemas.microsoft.com/office/drawing/2014/main" id="{5362C646-6B02-ACA7-CDEC-B56FB91B1ADE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E1BEF16C-8FA3-9DC3-B7AB-1FFE9A35E04F}"/>
              </a:ext>
            </a:extLst>
          </p:cNvPr>
          <p:cNvGrpSpPr/>
          <p:nvPr/>
        </p:nvGrpSpPr>
        <p:grpSpPr>
          <a:xfrm rot="14163299">
            <a:off x="11317002" y="2422811"/>
            <a:ext cx="726413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A5AEC102-1D26-2501-1839-89DE2E3367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Arrow: Right 164">
              <a:extLst>
                <a:ext uri="{FF2B5EF4-FFF2-40B4-BE49-F238E27FC236}">
                  <a16:creationId xmlns:a16="http://schemas.microsoft.com/office/drawing/2014/main" id="{F45CD2FC-580E-BAB8-C9B4-EEC96A3B2B1D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11A95D42-FAD0-5788-1FE7-1D27A4BE567A}"/>
              </a:ext>
            </a:extLst>
          </p:cNvPr>
          <p:cNvGrpSpPr/>
          <p:nvPr/>
        </p:nvGrpSpPr>
        <p:grpSpPr>
          <a:xfrm>
            <a:off x="5390214" y="515565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7" name="Rectangle: Rounded Corners 166">
              <a:extLst>
                <a:ext uri="{FF2B5EF4-FFF2-40B4-BE49-F238E27FC236}">
                  <a16:creationId xmlns:a16="http://schemas.microsoft.com/office/drawing/2014/main" id="{11939530-1D28-31DB-09FA-545E11582B6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8" name="Rectangle: Rounded Corners 4">
              <a:extLst>
                <a:ext uri="{FF2B5EF4-FFF2-40B4-BE49-F238E27FC236}">
                  <a16:creationId xmlns:a16="http://schemas.microsoft.com/office/drawing/2014/main" id="{7952CE11-9E57-89BB-CEFD-6C7BAC51741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30ACB42D-A4F8-6468-D459-C6BECA2CD293}"/>
              </a:ext>
            </a:extLst>
          </p:cNvPr>
          <p:cNvGrpSpPr/>
          <p:nvPr/>
        </p:nvGrpSpPr>
        <p:grpSpPr>
          <a:xfrm>
            <a:off x="5370600" y="5163195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70" name="Rectangle: Rounded Corners 169">
              <a:extLst>
                <a:ext uri="{FF2B5EF4-FFF2-40B4-BE49-F238E27FC236}">
                  <a16:creationId xmlns:a16="http://schemas.microsoft.com/office/drawing/2014/main" id="{D1458102-55B9-754C-A0B5-497BB309EC3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1" name="Rectangle: Rounded Corners 4">
              <a:extLst>
                <a:ext uri="{FF2B5EF4-FFF2-40B4-BE49-F238E27FC236}">
                  <a16:creationId xmlns:a16="http://schemas.microsoft.com/office/drawing/2014/main" id="{EF57C235-F0A8-6405-7BAA-5F2114EB02D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9BD1EEE3-3A74-C1AD-AC05-F85DE74EA5A3}"/>
              </a:ext>
            </a:extLst>
          </p:cNvPr>
          <p:cNvGrpSpPr/>
          <p:nvPr/>
        </p:nvGrpSpPr>
        <p:grpSpPr>
          <a:xfrm rot="17935628">
            <a:off x="4835722" y="2833577"/>
            <a:ext cx="3422095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7B263584-34D3-0D5C-CB28-5543BCC7FE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Arrow: Right 173">
              <a:extLst>
                <a:ext uri="{FF2B5EF4-FFF2-40B4-BE49-F238E27FC236}">
                  <a16:creationId xmlns:a16="http://schemas.microsoft.com/office/drawing/2014/main" id="{8B0E6593-2634-E90E-7FE4-317AEE53C904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</p:spTree>
    <p:extLst>
      <p:ext uri="{BB962C8B-B14F-4D97-AF65-F5344CB8AC3E}">
        <p14:creationId xmlns:p14="http://schemas.microsoft.com/office/powerpoint/2010/main" val="315454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000"/>
                            </p:stCondLst>
                            <p:childTnLst>
                              <p:par>
                                <p:cTn id="12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51 0.00092 L -0.58086 0.228 L -0.58086 0.22824 " pathEditMode="relative" rAng="0" ptsTypes="AAA">
                                      <p:cBhvr>
                                        <p:cTn id="192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75" y="11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59259E-6 L 0.5849 0.07731 L 0.5849 0.07754 " pathEditMode="relative" rAng="0" ptsTypes="AAA">
                                      <p:cBhvr>
                                        <p:cTn id="209" dur="2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245" y="3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7 -0.00139 L -0.00221 -0.14768 L -0.00221 -0.14791 " pathEditMode="relative" rAng="0" ptsTypes="AAA">
                                      <p:cBhvr>
                                        <p:cTn id="226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" y="-7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48148E-6 L -0.00455 -0.16065 L -0.00455 -0.16042 " pathEditMode="relative" rAng="180000" ptsTypes="AAA">
                                      <p:cBhvr>
                                        <p:cTn id="243" dur="2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4" y="-8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5" dur="25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5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5" dur="25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"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 0.00162 L -0.57709 0.0081 L -0.57709 0.00833 " pathEditMode="relative" rAng="0" ptsTypes="AAA">
                                      <p:cBhvr>
                                        <p:cTn id="275" dur="2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919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5" dur="25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0"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2.77556E-17 L 0.58164 0.29745 L 0.58164 0.29815 " pathEditMode="relative" rAng="0" ptsTypes="AAA">
                                      <p:cBhvr>
                                        <p:cTn id="295" dur="2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76" y="149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9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5" dur="25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0"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5 -0.00185 L -0.00078 -0.1382 L -0.00078 -0.1382 " pathEditMode="relative" rAng="180000" ptsTypes="AAA">
                                      <p:cBhvr>
                                        <p:cTn id="315" dur="2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-6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5" dur="2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0" dur="5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2.96296E-6 L -0.00338 -0.15533 L -0.00351 -0.1551 " pathEditMode="relative" rAng="180000" ptsTypes="AAA">
                                      <p:cBhvr>
                                        <p:cTn id="335" dur="2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" y="-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39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5" dur="2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4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5" dur="2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indefinite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presetID="1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0"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2.22222E-6 L -0.57969 -0.20926 L -0.57969 -0.21667 " pathEditMode="relative" rAng="0" ptsTypes="AAA">
                                      <p:cBhvr>
                                        <p:cTn id="365" dur="2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984" y="-10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indefinite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5" dur="25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indefinite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1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0"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81481E-6 L 0.58099 0.522 L 0.58099 0.52107 " pathEditMode="relative" rAng="180000" ptsTypes="AAA">
                                      <p:cBhvr>
                                        <p:cTn id="385" dur="2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49" y="26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>
                      <p:stCondLst>
                        <p:cond delay="indefinite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8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5" dur="25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" fill="hold">
                      <p:stCondLst>
                        <p:cond delay="indefinite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id="398" presetID="1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0"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indefinite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-0.00555 L 0.00169 -0.1405 L 0.00091 -0.14537 " pathEditMode="relative" rAng="10080000" ptsTypes="AAA">
                                      <p:cBhvr>
                                        <p:cTn id="405" dur="2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6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indefinite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0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5" dur="25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6" fill="hold">
                      <p:stCondLst>
                        <p:cond delay="indefinite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id="418" presetID="1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0"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>
                      <p:stCondLst>
                        <p:cond delay="indefinite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42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-0.00093 L -0.00481 -0.14398 L -0.00481 -0.14884 " pathEditMode="relative" rAng="0" ptsTypes="AAA">
                                      <p:cBhvr>
                                        <p:cTn id="425" dur="2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" y="-7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2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>
                      <p:stCondLst>
                        <p:cond delay="indefinite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5" dur="25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fill="hold">
                      <p:stCondLst>
                        <p:cond delay="indefinite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3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6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7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>
                      <p:stCondLst>
                        <p:cond delay="indefinite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1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2"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5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4" fill="hold">
                      <p:stCondLst>
                        <p:cond delay="indefinite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id="456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1.48148E-6 L 0.15013 -0.04815 L 0.14896 -0.04745 " pathEditMode="relative" rAng="10080000" ptsTypes="AAA">
                                      <p:cBhvr>
                                        <p:cTn id="457" dur="2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13" y="-2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fill="hold">
                      <p:stCondLst>
                        <p:cond delay="indefinite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61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66" dur="2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8" fill="hold">
                      <p:stCondLst>
                        <p:cond delay="indefinite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71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>
                      <p:stCondLst>
                        <p:cond delay="indefinite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7" dur="5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7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9" fill="hold">
                            <p:stCondLst>
                              <p:cond delay="500"/>
                            </p:stCondLst>
                            <p:childTnLst>
                              <p:par>
                                <p:cTn id="48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2" dur="5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3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1000"/>
                            </p:stCondLst>
                            <p:childTnLst>
                              <p:par>
                                <p:cTn id="48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7" dur="5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fill="hold">
                      <p:stCondLst>
                        <p:cond delay="indefinite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3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4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5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6" fill="hold">
                      <p:stCondLst>
                        <p:cond delay="indefinite"/>
                      </p:stCondLst>
                      <p:childTnLst>
                        <p:par>
                          <p:cTn id="497" fill="hold">
                            <p:stCondLst>
                              <p:cond delay="0"/>
                            </p:stCondLst>
                            <p:childTnLst>
                              <p:par>
                                <p:cTn id="49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0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1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2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fill="hold">
                      <p:stCondLst>
                        <p:cond delay="indefinite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7" dur="1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8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9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0" fill="hold">
                      <p:stCondLst>
                        <p:cond delay="indefinite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5" fill="hold">
                      <p:stCondLst>
                        <p:cond delay="indefinite"/>
                      </p:stCondLst>
                      <p:childTnLst>
                        <p:par>
                          <p:cTn id="516" fill="hold">
                            <p:stCondLst>
                              <p:cond delay="0"/>
                            </p:stCondLst>
                            <p:childTnLst>
                              <p:par>
                                <p:cTn id="5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0" fill="hold">
                      <p:stCondLst>
                        <p:cond delay="indefinite"/>
                      </p:stCondLst>
                      <p:childTnLst>
                        <p:par>
                          <p:cTn id="521" fill="hold">
                            <p:stCondLst>
                              <p:cond delay="0"/>
                            </p:stCondLst>
                            <p:childTnLst>
                              <p:par>
                                <p:cTn id="522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523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5" fill="hold">
                      <p:stCondLst>
                        <p:cond delay="indefinite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9"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3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fill="hold">
                      <p:stCondLst>
                        <p:cond delay="indefinite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5" dur="10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6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7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0" dur="10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1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2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132" grpId="2" animBg="1"/>
      <p:bldP spid="133" grpId="0" animBg="1"/>
      <p:bldP spid="133" grpId="1" animBg="1"/>
      <p:bldP spid="134" grpId="0" animBg="1"/>
      <p:bldP spid="134" grpId="1" animBg="1"/>
      <p:bldP spid="136" grpId="0" animBg="1"/>
      <p:bldP spid="136" grpId="1" animBg="1"/>
      <p:bldP spid="137" grpId="0" animBg="1"/>
      <p:bldP spid="137" grpId="1" animBg="1"/>
      <p:bldP spid="138" grpId="0" animBg="1"/>
      <p:bldP spid="138" grpId="1" animBg="1"/>
      <p:bldP spid="139" grpId="0" animBg="1"/>
      <p:bldP spid="139" grpId="1" animBg="1"/>
      <p:bldP spid="140" grpId="0" animBg="1"/>
      <p:bldP spid="140" grpId="1" animBg="1"/>
      <p:bldP spid="141" grpId="0" animBg="1"/>
      <p:bldP spid="141" grpId="1" animBg="1"/>
      <p:bldP spid="142" grpId="0" animBg="1"/>
      <p:bldP spid="142" grpId="1" animBg="1"/>
      <p:bldP spid="143" grpId="0" animBg="1"/>
      <p:bldP spid="143" grpId="1" animBg="1"/>
      <p:bldP spid="144" grpId="0" animBg="1"/>
      <p:bldP spid="144" grpId="1" animBg="1"/>
      <p:bldP spid="145" grpId="0" animBg="1"/>
      <p:bldP spid="145" grpId="1" animBg="1"/>
      <p:bldP spid="146" grpId="0" animBg="1"/>
      <p:bldP spid="146" grpId="1" animBg="1"/>
      <p:bldP spid="147" grpId="0" animBg="1"/>
      <p:bldP spid="147" grpId="1" animBg="1"/>
      <p:bldP spid="148" grpId="0" animBg="1"/>
      <p:bldP spid="148" grpId="1" animBg="1"/>
      <p:bldP spid="149" grpId="0" animBg="1"/>
      <p:bldP spid="149" grpId="1" animBg="1"/>
      <p:bldP spid="150" grpId="0" animBg="1"/>
      <p:bldP spid="150" grpId="1" animBg="1"/>
      <p:bldP spid="151" grpId="0" animBg="1"/>
      <p:bldP spid="151" grpId="1" animBg="1"/>
      <p:bldP spid="152" grpId="0" animBg="1"/>
      <p:bldP spid="152" grpId="1" animBg="1"/>
      <p:bldP spid="153" grpId="0" animBg="1"/>
      <p:bldP spid="153" grpId="1" animBg="1"/>
      <p:bldP spid="154" grpId="0" animBg="1"/>
      <p:bldP spid="154" grpId="1" animBg="1"/>
      <p:bldP spid="155" grpId="0" animBg="1"/>
      <p:bldP spid="155" grpId="1" animBg="1"/>
      <p:bldP spid="156" grpId="0" animBg="1"/>
      <p:bldP spid="156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42ECA5-2124-AC1A-AC70-6DD34AA604B8}"/>
              </a:ext>
            </a:extLst>
          </p:cNvPr>
          <p:cNvSpPr txBox="1"/>
          <p:nvPr/>
        </p:nvSpPr>
        <p:spPr>
          <a:xfrm>
            <a:off x="-38470" y="-155390"/>
            <a:ext cx="6097508" cy="6561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void </a:t>
            </a:r>
            <a:r>
              <a:rPr lang="en-US" b="1" dirty="0" err="1"/>
              <a:t>displayReverseUsingStack</a:t>
            </a:r>
            <a:r>
              <a:rPr lang="en-US" b="1" dirty="0"/>
              <a:t>() {</a:t>
            </a:r>
          </a:p>
          <a:p>
            <a:r>
              <a:rPr lang="en-US" b="1" dirty="0"/>
              <a:t>        if (</a:t>
            </a:r>
            <a:r>
              <a:rPr lang="en-US" b="1" dirty="0" err="1"/>
              <a:t>isListEmpty</a:t>
            </a:r>
            <a:r>
              <a:rPr lang="en-US" b="1" dirty="0"/>
              <a:t>()) {</a:t>
            </a:r>
          </a:p>
          <a:p>
            <a:r>
              <a:rPr lang="en-US" b="1" dirty="0"/>
              <a:t>            cout &lt;&lt; "\n List is empty";</a:t>
            </a:r>
          </a:p>
          <a:p>
            <a:r>
              <a:rPr lang="en-US" b="1" dirty="0"/>
              <a:t>            return;</a:t>
            </a:r>
          </a:p>
          <a:p>
            <a:r>
              <a:rPr lang="en-US" b="1" dirty="0"/>
              <a:t>        }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stack&lt;int&gt; </a:t>
            </a:r>
            <a:r>
              <a:rPr lang="en-US" b="1" dirty="0" err="1"/>
              <a:t>NodeData</a:t>
            </a:r>
            <a:r>
              <a:rPr lang="en-US" b="1" dirty="0"/>
              <a:t>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Node* </a:t>
            </a:r>
            <a:r>
              <a:rPr lang="en-US" b="1" dirty="0" err="1"/>
              <a:t>tN</a:t>
            </a:r>
            <a:r>
              <a:rPr lang="en-US" b="1" dirty="0"/>
              <a:t> = head;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while (</a:t>
            </a:r>
            <a:r>
              <a:rPr lang="en-US" b="1" dirty="0" err="1"/>
              <a:t>tN</a:t>
            </a:r>
            <a:r>
              <a:rPr lang="en-US" b="1" dirty="0"/>
              <a:t> != </a:t>
            </a:r>
            <a:r>
              <a:rPr lang="en-US" b="1" dirty="0" err="1"/>
              <a:t>nullptr</a:t>
            </a:r>
            <a:r>
              <a:rPr lang="en-US" b="1" dirty="0"/>
              <a:t>)    {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    </a:t>
            </a:r>
            <a:r>
              <a:rPr lang="en-US" b="1" dirty="0" err="1"/>
              <a:t>NodeData.push</a:t>
            </a:r>
            <a:r>
              <a:rPr lang="en-US" b="1" dirty="0"/>
              <a:t>(</a:t>
            </a:r>
            <a:r>
              <a:rPr lang="en-US" b="1" dirty="0" err="1"/>
              <a:t>tN</a:t>
            </a:r>
            <a:r>
              <a:rPr lang="en-US" b="1" dirty="0"/>
              <a:t>-&gt;data);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    </a:t>
            </a:r>
            <a:r>
              <a:rPr lang="en-US" b="1" dirty="0" err="1"/>
              <a:t>tN</a:t>
            </a:r>
            <a:r>
              <a:rPr lang="en-US" b="1" dirty="0"/>
              <a:t> = </a:t>
            </a:r>
            <a:r>
              <a:rPr lang="en-US" b="1" dirty="0" err="1"/>
              <a:t>tN</a:t>
            </a:r>
            <a:r>
              <a:rPr lang="en-US" b="1" dirty="0"/>
              <a:t>-&gt;next;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}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cout &lt;&lt; "\n Showing list values in reverse order = ";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while ( !</a:t>
            </a:r>
            <a:r>
              <a:rPr lang="en-US" b="1" dirty="0" err="1"/>
              <a:t>NodeData.empty</a:t>
            </a:r>
            <a:r>
              <a:rPr lang="en-US" b="1" dirty="0"/>
              <a:t>( ) )   {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    cout &lt;&lt; </a:t>
            </a:r>
            <a:r>
              <a:rPr lang="en-US" b="1" dirty="0" err="1"/>
              <a:t>NodeData.top</a:t>
            </a:r>
            <a:r>
              <a:rPr lang="en-US" b="1" dirty="0"/>
              <a:t>() &lt;&lt; "   ";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    </a:t>
            </a:r>
            <a:r>
              <a:rPr lang="en-US" b="1" dirty="0" err="1"/>
              <a:t>NodeData.pop</a:t>
            </a:r>
            <a:r>
              <a:rPr lang="en-US" b="1" dirty="0"/>
              <a:t>();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      }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  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B1DCE91-BFAE-1725-85AF-A6B8504AE153}"/>
              </a:ext>
            </a:extLst>
          </p:cNvPr>
          <p:cNvGrpSpPr/>
          <p:nvPr/>
        </p:nvGrpSpPr>
        <p:grpSpPr>
          <a:xfrm>
            <a:off x="6276441" y="323255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1131373-C60B-BDD1-F3EA-108FB8E3530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B9779B07-BEC1-4880-8917-B22013942E84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AAC7EB-0812-6EA5-6579-1F99AC114691}"/>
              </a:ext>
            </a:extLst>
          </p:cNvPr>
          <p:cNvGrpSpPr/>
          <p:nvPr/>
        </p:nvGrpSpPr>
        <p:grpSpPr>
          <a:xfrm>
            <a:off x="8248660" y="5709293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78724DF-B07D-F23B-7E4F-A307639E03B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36CFF849-6B65-817A-9446-420622FFEC87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9E99FF5-73A3-F244-F58F-5C35D5922EBD}"/>
              </a:ext>
            </a:extLst>
          </p:cNvPr>
          <p:cNvGrpSpPr/>
          <p:nvPr/>
        </p:nvGrpSpPr>
        <p:grpSpPr>
          <a:xfrm>
            <a:off x="6623177" y="862206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D050DB4-C989-5EB4-4475-A687F90DCDA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" name="Rectangle: Rounded Corners 4">
              <a:extLst>
                <a:ext uri="{FF2B5EF4-FFF2-40B4-BE49-F238E27FC236}">
                  <a16:creationId xmlns:a16="http://schemas.microsoft.com/office/drawing/2014/main" id="{141D4651-1A2B-FEFD-4944-EF02BFCEA38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DBE3219-55F7-E355-9275-C481AE1C39DD}"/>
              </a:ext>
            </a:extLst>
          </p:cNvPr>
          <p:cNvGrpSpPr/>
          <p:nvPr/>
        </p:nvGrpSpPr>
        <p:grpSpPr>
          <a:xfrm>
            <a:off x="8272150" y="6267375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9C0C969-C94B-C67D-A500-9F784832676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6CDAF484-266D-B22D-7511-27B9DBAC972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BB12319-DFE8-D680-9952-4F33F158F4DF}"/>
              </a:ext>
            </a:extLst>
          </p:cNvPr>
          <p:cNvGrpSpPr/>
          <p:nvPr/>
        </p:nvGrpSpPr>
        <p:grpSpPr>
          <a:xfrm>
            <a:off x="7855064" y="2530468"/>
            <a:ext cx="4014430" cy="1145236"/>
            <a:chOff x="5206427" y="770677"/>
            <a:chExt cx="4516995" cy="1179639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CC6ECB4-6FEC-E4BB-C9E2-8397094D873E}"/>
                </a:ext>
              </a:extLst>
            </p:cNvPr>
            <p:cNvGrpSpPr/>
            <p:nvPr/>
          </p:nvGrpSpPr>
          <p:grpSpPr>
            <a:xfrm>
              <a:off x="6297519" y="770677"/>
              <a:ext cx="2618070" cy="484119"/>
              <a:chOff x="1159466" y="892336"/>
              <a:chExt cx="2405552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9249D222-EF32-23FF-6CC5-2EEF302982E3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30" name="Rectangle: Rounded Corners 4">
                <a:extLst>
                  <a:ext uri="{FF2B5EF4-FFF2-40B4-BE49-F238E27FC236}">
                    <a16:creationId xmlns:a16="http://schemas.microsoft.com/office/drawing/2014/main" id="{F57282A6-3984-3EA9-E0DD-5A74186574E8}"/>
                  </a:ext>
                </a:extLst>
              </p:cNvPr>
              <p:cNvSpPr txBox="1"/>
              <p:nvPr/>
            </p:nvSpPr>
            <p:spPr>
              <a:xfrm>
                <a:off x="1202696" y="1067247"/>
                <a:ext cx="221898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   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299066BD-107C-4EF4-E030-3FA1E21AD144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FEF6CED-5621-EB1C-C614-95E69FE7427A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CD7188F5-862B-19F2-C446-273A4677DF78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28" name="Rectangle: Rounded Corners 4">
                <a:extLst>
                  <a:ext uri="{FF2B5EF4-FFF2-40B4-BE49-F238E27FC236}">
                    <a16:creationId xmlns:a16="http://schemas.microsoft.com/office/drawing/2014/main" id="{0F1AB223-4DD9-0C7C-E252-00F0CF4016A8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8445F46-75E6-08DE-4A41-F3CE7FBEB07B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431F4F95-68B1-B579-837B-4A600D9B6286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26" name="Rectangle: Rounded Corners 4">
                <a:extLst>
                  <a:ext uri="{FF2B5EF4-FFF2-40B4-BE49-F238E27FC236}">
                    <a16:creationId xmlns:a16="http://schemas.microsoft.com/office/drawing/2014/main" id="{649FFB72-6CF8-3069-2D9E-336BBE9553F0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569FCE4-48DC-D4CF-48E6-02F08D2E0283}"/>
              </a:ext>
            </a:extLst>
          </p:cNvPr>
          <p:cNvGrpSpPr/>
          <p:nvPr/>
        </p:nvGrpSpPr>
        <p:grpSpPr>
          <a:xfrm>
            <a:off x="7536860" y="2887599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EBACAA48-6925-55B3-447A-78C6102C053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3" name="Rectangle: Rounded Corners 4">
              <a:extLst>
                <a:ext uri="{FF2B5EF4-FFF2-40B4-BE49-F238E27FC236}">
                  <a16:creationId xmlns:a16="http://schemas.microsoft.com/office/drawing/2014/main" id="{6AEA3154-14DC-AFF0-ECDB-96664175F72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D61694A-02A4-D815-B2CD-8D1058455A59}"/>
              </a:ext>
            </a:extLst>
          </p:cNvPr>
          <p:cNvGrpSpPr/>
          <p:nvPr/>
        </p:nvGrpSpPr>
        <p:grpSpPr>
          <a:xfrm>
            <a:off x="9647369" y="2446983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67A68C6-297B-6541-85D1-8B8E2BE2970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6" name="Rectangle: Rounded Corners 4">
              <a:extLst>
                <a:ext uri="{FF2B5EF4-FFF2-40B4-BE49-F238E27FC236}">
                  <a16:creationId xmlns:a16="http://schemas.microsoft.com/office/drawing/2014/main" id="{CC2BF4FB-3E80-BF1C-03DA-2FE9C594EFA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91B6845-90E5-ADE0-6D8F-49B8336ED5B3}"/>
              </a:ext>
            </a:extLst>
          </p:cNvPr>
          <p:cNvGrpSpPr/>
          <p:nvPr/>
        </p:nvGrpSpPr>
        <p:grpSpPr>
          <a:xfrm>
            <a:off x="10564216" y="3226631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A1D8C9F3-09CD-67AC-5AC4-310A01C44AA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9" name="Rectangle: Rounded Corners 4">
              <a:extLst>
                <a:ext uri="{FF2B5EF4-FFF2-40B4-BE49-F238E27FC236}">
                  <a16:creationId xmlns:a16="http://schemas.microsoft.com/office/drawing/2014/main" id="{80B81B66-4A2D-1AAB-F364-848D8B6E234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977D6C5-CE4E-088C-65F9-7D169E9DB844}"/>
              </a:ext>
            </a:extLst>
          </p:cNvPr>
          <p:cNvGrpSpPr/>
          <p:nvPr/>
        </p:nvGrpSpPr>
        <p:grpSpPr>
          <a:xfrm>
            <a:off x="8884141" y="3192607"/>
            <a:ext cx="733158" cy="37377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23CF2032-B523-3EEC-F3ED-7DCC1C0169A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2" name="Rectangle: Rounded Corners 4">
              <a:extLst>
                <a:ext uri="{FF2B5EF4-FFF2-40B4-BE49-F238E27FC236}">
                  <a16:creationId xmlns:a16="http://schemas.microsoft.com/office/drawing/2014/main" id="{66607978-FC1B-FC5B-0569-D38C4B5C254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4335BF5-EEDE-665B-BCF8-1B5C9E0FB8DC}"/>
              </a:ext>
            </a:extLst>
          </p:cNvPr>
          <p:cNvGrpSpPr/>
          <p:nvPr/>
        </p:nvGrpSpPr>
        <p:grpSpPr>
          <a:xfrm>
            <a:off x="7882223" y="1029518"/>
            <a:ext cx="4014430" cy="1145236"/>
            <a:chOff x="5206427" y="770677"/>
            <a:chExt cx="4516995" cy="117963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18F5F42A-8326-5AAA-7374-05DA048A5ADE}"/>
                </a:ext>
              </a:extLst>
            </p:cNvPr>
            <p:cNvGrpSpPr/>
            <p:nvPr/>
          </p:nvGrpSpPr>
          <p:grpSpPr>
            <a:xfrm>
              <a:off x="6297520" y="770677"/>
              <a:ext cx="2334807" cy="484119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8B77187A-EA8A-ECC3-BA64-77410C499CFF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53" name="Rectangle: Rounded Corners 4">
                <a:extLst>
                  <a:ext uri="{FF2B5EF4-FFF2-40B4-BE49-F238E27FC236}">
                    <a16:creationId xmlns:a16="http://schemas.microsoft.com/office/drawing/2014/main" id="{3D1A3D02-52E4-AA7F-42CA-33543CF61957}"/>
                  </a:ext>
                </a:extLst>
              </p:cNvPr>
              <p:cNvSpPr txBox="1"/>
              <p:nvPr/>
            </p:nvSpPr>
            <p:spPr>
              <a:xfrm>
                <a:off x="1270085" y="1114247"/>
                <a:ext cx="188445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</a:t>
                </a:r>
                <a:r>
                  <a:rPr lang="en-US" sz="2000" b="1" dirty="0">
                    <a:solidFill>
                      <a:schemeClr val="bg2">
                        <a:lumMod val="25000"/>
                      </a:schemeClr>
                    </a:solidFill>
                  </a:rPr>
                  <a:t>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DD056F2-1331-CA20-E90B-739E6CB4BFBF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EBB18FF0-1BF6-603D-B803-2E35C8110557}"/>
                </a:ext>
              </a:extLst>
            </p:cNvPr>
            <p:cNvGrpSpPr/>
            <p:nvPr/>
          </p:nvGrpSpPr>
          <p:grpSpPr>
            <a:xfrm>
              <a:off x="5359337" y="1467460"/>
              <a:ext cx="1869845" cy="371558"/>
              <a:chOff x="1159466" y="892336"/>
              <a:chExt cx="2145283" cy="1367628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D1AC83BA-A50C-7332-D12B-B1230719BE91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145283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51" name="Rectangle: Rounded Corners 4">
                <a:extLst>
                  <a:ext uri="{FF2B5EF4-FFF2-40B4-BE49-F238E27FC236}">
                    <a16:creationId xmlns:a16="http://schemas.microsoft.com/office/drawing/2014/main" id="{98526855-825E-7F34-2932-E42D80D05C0E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0EFDC112-0F0D-90B1-4428-E35EA02F17B8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F3C17BAD-825C-90F5-4542-B0C5A4E22696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49" name="Rectangle: Rounded Corners 4">
                <a:extLst>
                  <a:ext uri="{FF2B5EF4-FFF2-40B4-BE49-F238E27FC236}">
                    <a16:creationId xmlns:a16="http://schemas.microsoft.com/office/drawing/2014/main" id="{E914180C-FF54-3330-070F-47393BBDCA24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5F943E2-6F6C-4273-4022-2834CEC395C4}"/>
              </a:ext>
            </a:extLst>
          </p:cNvPr>
          <p:cNvGrpSpPr/>
          <p:nvPr/>
        </p:nvGrpSpPr>
        <p:grpSpPr>
          <a:xfrm>
            <a:off x="8988621" y="1710608"/>
            <a:ext cx="733158" cy="37377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51A3673C-2852-8F11-A3E1-8D994C1E58B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6" name="Rectangle: Rounded Corners 4">
              <a:extLst>
                <a:ext uri="{FF2B5EF4-FFF2-40B4-BE49-F238E27FC236}">
                  <a16:creationId xmlns:a16="http://schemas.microsoft.com/office/drawing/2014/main" id="{564DC40E-A425-914B-DF7B-3F522DC771C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25C18CE-FCAF-FC85-B0AE-5F632D8BCB74}"/>
              </a:ext>
            </a:extLst>
          </p:cNvPr>
          <p:cNvGrpSpPr/>
          <p:nvPr/>
        </p:nvGrpSpPr>
        <p:grpSpPr>
          <a:xfrm>
            <a:off x="10591375" y="1732672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4A122873-C62A-DA7B-9A49-CCD3BA8E58B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9" name="Rectangle: Rounded Corners 4">
              <a:extLst>
                <a:ext uri="{FF2B5EF4-FFF2-40B4-BE49-F238E27FC236}">
                  <a16:creationId xmlns:a16="http://schemas.microsoft.com/office/drawing/2014/main" id="{A4025E6C-0166-61F6-6552-059BDC7DDF6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FF2728F-3A0B-061E-7293-E4E9DAE94894}"/>
              </a:ext>
            </a:extLst>
          </p:cNvPr>
          <p:cNvGrpSpPr/>
          <p:nvPr/>
        </p:nvGrpSpPr>
        <p:grpSpPr>
          <a:xfrm>
            <a:off x="9590979" y="963109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D186F558-3D20-7D03-66D1-A54BAFB8C99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2" name="Rectangle: Rounded Corners 4">
              <a:extLst>
                <a:ext uri="{FF2B5EF4-FFF2-40B4-BE49-F238E27FC236}">
                  <a16:creationId xmlns:a16="http://schemas.microsoft.com/office/drawing/2014/main" id="{7D3F8E38-E03D-6314-9205-539C9D42536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0DB4C3D-3347-B339-EDEF-3B9D221C7D50}"/>
              </a:ext>
            </a:extLst>
          </p:cNvPr>
          <p:cNvGrpSpPr/>
          <p:nvPr/>
        </p:nvGrpSpPr>
        <p:grpSpPr>
          <a:xfrm>
            <a:off x="7501620" y="1429756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5E9D6B8D-CC3A-418E-D51B-B34EC9B04B8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5" name="Rectangle: Rounded Corners 4">
              <a:extLst>
                <a:ext uri="{FF2B5EF4-FFF2-40B4-BE49-F238E27FC236}">
                  <a16:creationId xmlns:a16="http://schemas.microsoft.com/office/drawing/2014/main" id="{5B1E0DA7-ECE0-46C7-F232-C7A7AC26753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4AF3E50-747B-D209-8E0D-9E1F3546A13B}"/>
              </a:ext>
            </a:extLst>
          </p:cNvPr>
          <p:cNvGrpSpPr/>
          <p:nvPr/>
        </p:nvGrpSpPr>
        <p:grpSpPr>
          <a:xfrm>
            <a:off x="10591375" y="1729528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E6C886D9-8FB9-C520-A1D9-75548A015A3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8" name="Rectangle: Rounded Corners 4">
              <a:extLst>
                <a:ext uri="{FF2B5EF4-FFF2-40B4-BE49-F238E27FC236}">
                  <a16:creationId xmlns:a16="http://schemas.microsoft.com/office/drawing/2014/main" id="{0EB3038C-1407-2EF6-0BED-D51BA738703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451FC2B-FB78-EFF1-3EF0-A1C8FD7185C5}"/>
              </a:ext>
            </a:extLst>
          </p:cNvPr>
          <p:cNvGrpSpPr/>
          <p:nvPr/>
        </p:nvGrpSpPr>
        <p:grpSpPr>
          <a:xfrm>
            <a:off x="7863076" y="4033755"/>
            <a:ext cx="4014430" cy="1145236"/>
            <a:chOff x="5206427" y="770677"/>
            <a:chExt cx="4516995" cy="1179639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B06DD773-8815-1CE9-3D51-6E5004ACFEEA}"/>
                </a:ext>
              </a:extLst>
            </p:cNvPr>
            <p:cNvGrpSpPr/>
            <p:nvPr/>
          </p:nvGrpSpPr>
          <p:grpSpPr>
            <a:xfrm>
              <a:off x="6297519" y="770677"/>
              <a:ext cx="2618070" cy="484119"/>
              <a:chOff x="1159466" y="892336"/>
              <a:chExt cx="2405552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78" name="Rectangle: Rounded Corners 77">
                <a:extLst>
                  <a:ext uri="{FF2B5EF4-FFF2-40B4-BE49-F238E27FC236}">
                    <a16:creationId xmlns:a16="http://schemas.microsoft.com/office/drawing/2014/main" id="{110C5346-0EC2-43AB-8C59-F630340268FE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79" name="Rectangle: Rounded Corners 4">
                <a:extLst>
                  <a:ext uri="{FF2B5EF4-FFF2-40B4-BE49-F238E27FC236}">
                    <a16:creationId xmlns:a16="http://schemas.microsoft.com/office/drawing/2014/main" id="{F2773ED0-82EF-9DA7-84EF-755C1CE46D6F}"/>
                  </a:ext>
                </a:extLst>
              </p:cNvPr>
              <p:cNvSpPr txBox="1"/>
              <p:nvPr/>
            </p:nvSpPr>
            <p:spPr>
              <a:xfrm>
                <a:off x="1202696" y="1067247"/>
                <a:ext cx="221898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   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428DE672-9F31-0AAA-A6F3-E5FDDB5E2049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845481A5-D337-A08B-48EA-DBA97BAA1890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9F233532-1292-ECA7-A9ED-5C751E8A7B86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77" name="Rectangle: Rounded Corners 4">
                <a:extLst>
                  <a:ext uri="{FF2B5EF4-FFF2-40B4-BE49-F238E27FC236}">
                    <a16:creationId xmlns:a16="http://schemas.microsoft.com/office/drawing/2014/main" id="{D66E8233-FE6A-165A-952B-70701B4E5B2A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B0846A2F-D42C-E102-F4A8-14962C9FEBC5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DEF0266E-5654-D475-AD6D-2A3564F171D2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75" name="Rectangle: Rounded Corners 4">
                <a:extLst>
                  <a:ext uri="{FF2B5EF4-FFF2-40B4-BE49-F238E27FC236}">
                    <a16:creationId xmlns:a16="http://schemas.microsoft.com/office/drawing/2014/main" id="{C84FD293-A39B-98AF-8979-11A469279CE5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E3D2701-783C-0D58-79CE-B71D57573341}"/>
              </a:ext>
            </a:extLst>
          </p:cNvPr>
          <p:cNvGrpSpPr/>
          <p:nvPr/>
        </p:nvGrpSpPr>
        <p:grpSpPr>
          <a:xfrm>
            <a:off x="7526505" y="4383499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3E78EE95-546B-63C8-293B-4320AFF762A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2" name="Rectangle: Rounded Corners 4">
              <a:extLst>
                <a:ext uri="{FF2B5EF4-FFF2-40B4-BE49-F238E27FC236}">
                  <a16:creationId xmlns:a16="http://schemas.microsoft.com/office/drawing/2014/main" id="{F3236D6F-2DCF-522E-8E05-4BDC4E68B56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540A4DC-5278-0A83-8399-B72DD20B1C83}"/>
              </a:ext>
            </a:extLst>
          </p:cNvPr>
          <p:cNvGrpSpPr/>
          <p:nvPr/>
        </p:nvGrpSpPr>
        <p:grpSpPr>
          <a:xfrm>
            <a:off x="9488101" y="3930506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86D4E7CA-C0BD-ED53-5C05-84AB1C7AC26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5" name="Rectangle: Rounded Corners 4">
              <a:extLst>
                <a:ext uri="{FF2B5EF4-FFF2-40B4-BE49-F238E27FC236}">
                  <a16:creationId xmlns:a16="http://schemas.microsoft.com/office/drawing/2014/main" id="{242E86DC-41F8-49B2-654F-1CAC40F8D51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2EBA7A7-F6F9-2EC6-AAE6-FC6E46079795}"/>
              </a:ext>
            </a:extLst>
          </p:cNvPr>
          <p:cNvGrpSpPr/>
          <p:nvPr/>
        </p:nvGrpSpPr>
        <p:grpSpPr>
          <a:xfrm>
            <a:off x="8884870" y="4765031"/>
            <a:ext cx="733158" cy="2772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36B297DC-F2B7-0B6A-40EF-212289B5D0A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8" name="Rectangle: Rounded Corners 4">
              <a:extLst>
                <a:ext uri="{FF2B5EF4-FFF2-40B4-BE49-F238E27FC236}">
                  <a16:creationId xmlns:a16="http://schemas.microsoft.com/office/drawing/2014/main" id="{648FBC68-287B-CBD5-49D6-2BA53048054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33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6662DF6-FE44-5855-84C1-9A9E911F395E}"/>
              </a:ext>
            </a:extLst>
          </p:cNvPr>
          <p:cNvGrpSpPr/>
          <p:nvPr/>
        </p:nvGrpSpPr>
        <p:grpSpPr>
          <a:xfrm>
            <a:off x="10533229" y="4737717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C9A17BBA-F4F9-9DF3-479C-88ED09E7D6A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1" name="Rectangle: Rounded Corners 4">
              <a:extLst>
                <a:ext uri="{FF2B5EF4-FFF2-40B4-BE49-F238E27FC236}">
                  <a16:creationId xmlns:a16="http://schemas.microsoft.com/office/drawing/2014/main" id="{B81E89DE-3608-EC5A-DC97-7BF56377249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940B0CA-C591-D573-0EE5-64A9C4F21422}"/>
              </a:ext>
            </a:extLst>
          </p:cNvPr>
          <p:cNvGrpSpPr/>
          <p:nvPr/>
        </p:nvGrpSpPr>
        <p:grpSpPr>
          <a:xfrm>
            <a:off x="10559347" y="3221946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202B63B5-9B45-912A-23E8-4FE98B7F1AD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4" name="Rectangle: Rounded Corners 4">
              <a:extLst>
                <a:ext uri="{FF2B5EF4-FFF2-40B4-BE49-F238E27FC236}">
                  <a16:creationId xmlns:a16="http://schemas.microsoft.com/office/drawing/2014/main" id="{44BBBB01-67C5-3467-714A-63C64B84B93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2590DB1-E24F-01C5-5D69-999E59306A17}"/>
              </a:ext>
            </a:extLst>
          </p:cNvPr>
          <p:cNvGrpSpPr/>
          <p:nvPr/>
        </p:nvGrpSpPr>
        <p:grpSpPr>
          <a:xfrm>
            <a:off x="8263243" y="6272106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7E5D5DB9-77BB-A20D-AEF1-000CF820012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7" name="Rectangle: Rounded Corners 4">
              <a:extLst>
                <a:ext uri="{FF2B5EF4-FFF2-40B4-BE49-F238E27FC236}">
                  <a16:creationId xmlns:a16="http://schemas.microsoft.com/office/drawing/2014/main" id="{8F6FFE36-879A-FDE1-33EB-8D0A3442597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6C6A2763-BDAF-4DE6-B0F2-F64078FA5D04}"/>
              </a:ext>
            </a:extLst>
          </p:cNvPr>
          <p:cNvGrpSpPr/>
          <p:nvPr/>
        </p:nvGrpSpPr>
        <p:grpSpPr>
          <a:xfrm>
            <a:off x="6609169" y="866937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DB7BAF0C-2E41-D13A-90F8-EE3C6F63BF7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0" name="Rectangle: Rounded Corners 4">
              <a:extLst>
                <a:ext uri="{FF2B5EF4-FFF2-40B4-BE49-F238E27FC236}">
                  <a16:creationId xmlns:a16="http://schemas.microsoft.com/office/drawing/2014/main" id="{B9FA7F08-EEB2-234A-C588-D602EBC30D2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FBDF64F-687F-18F2-F802-CC4B4BE55FE2}"/>
              </a:ext>
            </a:extLst>
          </p:cNvPr>
          <p:cNvGrpSpPr/>
          <p:nvPr/>
        </p:nvGrpSpPr>
        <p:grpSpPr>
          <a:xfrm rot="2287042">
            <a:off x="8047910" y="492089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FC769E9-0471-AB69-5C43-05563FE3AA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Arrow: Right 102">
              <a:extLst>
                <a:ext uri="{FF2B5EF4-FFF2-40B4-BE49-F238E27FC236}">
                  <a16:creationId xmlns:a16="http://schemas.microsoft.com/office/drawing/2014/main" id="{8E373CD5-CDD2-1107-BFEC-405FD161A6BC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3838918-1083-04DA-B387-EAB00B8BFCC4}"/>
              </a:ext>
            </a:extLst>
          </p:cNvPr>
          <p:cNvGrpSpPr/>
          <p:nvPr/>
        </p:nvGrpSpPr>
        <p:grpSpPr>
          <a:xfrm rot="7921994">
            <a:off x="11225794" y="2269204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8E31839B-124F-C3F3-D511-26C3C380BD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Arrow: Right 105">
              <a:extLst>
                <a:ext uri="{FF2B5EF4-FFF2-40B4-BE49-F238E27FC236}">
                  <a16:creationId xmlns:a16="http://schemas.microsoft.com/office/drawing/2014/main" id="{9748133E-0BDA-792B-06B1-55EC488D7721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95080B5-7733-5439-0FAC-FB8FE292672D}"/>
              </a:ext>
            </a:extLst>
          </p:cNvPr>
          <p:cNvGrpSpPr/>
          <p:nvPr/>
        </p:nvGrpSpPr>
        <p:grpSpPr>
          <a:xfrm rot="7921994">
            <a:off x="11226655" y="3782901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3978719D-63E1-7A65-20C1-62B300A6EF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Arrow: Right 108">
              <a:extLst>
                <a:ext uri="{FF2B5EF4-FFF2-40B4-BE49-F238E27FC236}">
                  <a16:creationId xmlns:a16="http://schemas.microsoft.com/office/drawing/2014/main" id="{740DD1DB-5E58-8CD1-8FDC-20831DFC888F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1BE31B4-3880-B8D4-3F13-89A658FDE3C3}"/>
              </a:ext>
            </a:extLst>
          </p:cNvPr>
          <p:cNvGrpSpPr/>
          <p:nvPr/>
        </p:nvGrpSpPr>
        <p:grpSpPr>
          <a:xfrm rot="15058706">
            <a:off x="7593153" y="5469921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D0F5A63-208D-B506-54EC-3919493BC3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Arrow: Right 111">
              <a:extLst>
                <a:ext uri="{FF2B5EF4-FFF2-40B4-BE49-F238E27FC236}">
                  <a16:creationId xmlns:a16="http://schemas.microsoft.com/office/drawing/2014/main" id="{CA018532-DAB4-8036-6F4C-F90E9DA64248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3831ED4-4CBC-FD31-0CF5-D5750AC88155}"/>
              </a:ext>
            </a:extLst>
          </p:cNvPr>
          <p:cNvGrpSpPr/>
          <p:nvPr/>
        </p:nvGrpSpPr>
        <p:grpSpPr>
          <a:xfrm>
            <a:off x="4225677" y="3337778"/>
            <a:ext cx="1624051" cy="457206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8D31BB0D-DC31-B9C7-5763-93D89AB4849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>
                <a:solidFill>
                  <a:schemeClr val="bg1"/>
                </a:solidFill>
              </a:endParaRPr>
            </a:p>
          </p:txBody>
        </p:sp>
        <p:sp>
          <p:nvSpPr>
            <p:cNvPr id="115" name="Rectangle: Rounded Corners 4">
              <a:extLst>
                <a:ext uri="{FF2B5EF4-FFF2-40B4-BE49-F238E27FC236}">
                  <a16:creationId xmlns:a16="http://schemas.microsoft.com/office/drawing/2014/main" id="{DDCA7EFE-EEAF-EE63-CABD-1A23FBA71395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dirty="0" err="1">
                  <a:solidFill>
                    <a:schemeClr val="bg1"/>
                  </a:solidFill>
                </a:rPr>
                <a:t>NodeData</a:t>
              </a:r>
              <a:endParaRPr lang="en-PK" sz="2000" b="1" kern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4840498-D73A-C431-A713-B7FEE46A9EAE}"/>
              </a:ext>
            </a:extLst>
          </p:cNvPr>
          <p:cNvGrpSpPr/>
          <p:nvPr/>
        </p:nvGrpSpPr>
        <p:grpSpPr>
          <a:xfrm>
            <a:off x="4677108" y="4635877"/>
            <a:ext cx="1740282" cy="657736"/>
            <a:chOff x="5386193" y="1370509"/>
            <a:chExt cx="1300470" cy="997421"/>
          </a:xfrm>
        </p:grpSpPr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76B10870-4BB8-3F6A-FC34-5C1D69E508F2}"/>
                </a:ext>
              </a:extLst>
            </p:cNvPr>
            <p:cNvGrpSpPr/>
            <p:nvPr/>
          </p:nvGrpSpPr>
          <p:grpSpPr>
            <a:xfrm>
              <a:off x="5386193" y="1370509"/>
              <a:ext cx="1300470" cy="844560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121" name="Rectangle: Rounded Corners 120">
                <a:extLst>
                  <a:ext uri="{FF2B5EF4-FFF2-40B4-BE49-F238E27FC236}">
                    <a16:creationId xmlns:a16="http://schemas.microsoft.com/office/drawing/2014/main" id="{FA70C3FE-11E3-8F28-40F2-056B9772BCE5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PK">
                  <a:solidFill>
                    <a:srgbClr val="FF0000"/>
                  </a:solidFill>
                </a:endParaRPr>
              </a:p>
            </p:txBody>
          </p:sp>
          <p:sp>
            <p:nvSpPr>
              <p:cNvPr id="122" name="Rectangle: Rounded Corners 4">
                <a:extLst>
                  <a:ext uri="{FF2B5EF4-FFF2-40B4-BE49-F238E27FC236}">
                    <a16:creationId xmlns:a16="http://schemas.microsoft.com/office/drawing/2014/main" id="{8B13A3CE-6D7A-2E4F-45F4-875648F6B2E6}"/>
                  </a:ext>
                </a:extLst>
              </p:cNvPr>
              <p:cNvSpPr txBox="1"/>
              <p:nvPr/>
            </p:nvSpPr>
            <p:spPr>
              <a:xfrm>
                <a:off x="1302711" y="1060713"/>
                <a:ext cx="1813421" cy="1051982"/>
              </a:xfrm>
              <a:prstGeom prst="rect">
                <a:avLst/>
              </a:prstGeom>
              <a:grpFill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lvl="0" indent="0" algn="ctr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600" b="1" dirty="0" err="1">
                    <a:solidFill>
                      <a:srgbClr val="FF0000"/>
                    </a:solidFill>
                  </a:rPr>
                  <a:t>tN</a:t>
                </a:r>
                <a:endParaRPr lang="en-PK" sz="2600" b="1" kern="12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8C240727-8499-7716-0FCF-D0287D3BCD1B}"/>
                </a:ext>
              </a:extLst>
            </p:cNvPr>
            <p:cNvGrpSpPr/>
            <p:nvPr/>
          </p:nvGrpSpPr>
          <p:grpSpPr>
            <a:xfrm>
              <a:off x="5406257" y="2049895"/>
              <a:ext cx="1232834" cy="318035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19" name="Rectangle: Rounded Corners 118">
                <a:extLst>
                  <a:ext uri="{FF2B5EF4-FFF2-40B4-BE49-F238E27FC236}">
                    <a16:creationId xmlns:a16="http://schemas.microsoft.com/office/drawing/2014/main" id="{0C2A8D19-7E5B-A4E5-966C-83CE49C971C6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20" name="Rectangle: Rounded Corners 4">
                <a:extLst>
                  <a:ext uri="{FF2B5EF4-FFF2-40B4-BE49-F238E27FC236}">
                    <a16:creationId xmlns:a16="http://schemas.microsoft.com/office/drawing/2014/main" id="{23B7C304-0415-5753-1B5A-889EBBEEF41C}"/>
                  </a:ext>
                </a:extLst>
              </p:cNvPr>
              <p:cNvSpPr txBox="1"/>
              <p:nvPr/>
            </p:nvSpPr>
            <p:spPr>
              <a:xfrm>
                <a:off x="1202638" y="1108729"/>
                <a:ext cx="2022421" cy="1051981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200" b="1" kern="0" dirty="0">
                    <a:solidFill>
                      <a:srgbClr val="FFFFFF"/>
                    </a:solidFill>
                    <a:latin typeface="Franklin Gothic Book"/>
                  </a:rPr>
                  <a:t>0x1200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60177B3-00B7-7CAA-A4E5-9E6EC95FDCC8}"/>
              </a:ext>
            </a:extLst>
          </p:cNvPr>
          <p:cNvGrpSpPr/>
          <p:nvPr/>
        </p:nvGrpSpPr>
        <p:grpSpPr>
          <a:xfrm>
            <a:off x="4225677" y="2865352"/>
            <a:ext cx="1624051" cy="457206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124" name="Rectangle: Rounded Corners 123">
              <a:extLst>
                <a:ext uri="{FF2B5EF4-FFF2-40B4-BE49-F238E27FC236}">
                  <a16:creationId xmlns:a16="http://schemas.microsoft.com/office/drawing/2014/main" id="{3F0DD0F1-D863-2950-24BC-099903DEFC0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>
                <a:solidFill>
                  <a:schemeClr val="bg1"/>
                </a:solidFill>
              </a:endParaRPr>
            </a:p>
          </p:txBody>
        </p:sp>
        <p:sp>
          <p:nvSpPr>
            <p:cNvPr id="125" name="Rectangle: Rounded Corners 4">
              <a:extLst>
                <a:ext uri="{FF2B5EF4-FFF2-40B4-BE49-F238E27FC236}">
                  <a16:creationId xmlns:a16="http://schemas.microsoft.com/office/drawing/2014/main" id="{D9F78DAD-1D4F-FBD3-9929-612AEE5AE9F9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b="1" kern="1200" dirty="0">
                  <a:solidFill>
                    <a:schemeClr val="bg1"/>
                  </a:solidFill>
                </a:rPr>
                <a:t>22</a:t>
              </a:r>
              <a:endParaRPr lang="en-PK" sz="3200" b="1" kern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A19479D-B427-CA3D-F946-4496703D5EE6}"/>
              </a:ext>
            </a:extLst>
          </p:cNvPr>
          <p:cNvGrpSpPr/>
          <p:nvPr/>
        </p:nvGrpSpPr>
        <p:grpSpPr>
          <a:xfrm>
            <a:off x="4720952" y="5074129"/>
            <a:ext cx="1649772" cy="209724"/>
            <a:chOff x="4882052" y="5708410"/>
            <a:chExt cx="1649772" cy="209724"/>
          </a:xfrm>
        </p:grpSpPr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EDC80E91-EC8C-9A39-F957-6EC4C98C43AE}"/>
                </a:ext>
              </a:extLst>
            </p:cNvPr>
            <p:cNvSpPr/>
            <p:nvPr/>
          </p:nvSpPr>
          <p:spPr>
            <a:xfrm>
              <a:off x="4882052" y="5708410"/>
              <a:ext cx="1649772" cy="209724"/>
            </a:xfrm>
            <a:prstGeom prst="roundRect">
              <a:avLst>
                <a:gd name="adj" fmla="val 16670"/>
              </a:avLst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7" name="Rectangle: Rounded Corners 4">
              <a:extLst>
                <a:ext uri="{FF2B5EF4-FFF2-40B4-BE49-F238E27FC236}">
                  <a16:creationId xmlns:a16="http://schemas.microsoft.com/office/drawing/2014/main" id="{CC628AB8-0D13-57F2-D30B-859CFD08C529}"/>
                </a:ext>
              </a:extLst>
            </p:cNvPr>
            <p:cNvSpPr txBox="1"/>
            <p:nvPr/>
          </p:nvSpPr>
          <p:spPr>
            <a:xfrm>
              <a:off x="4902548" y="5747761"/>
              <a:ext cx="1555288" cy="1613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BCC589CB-FD87-086D-0DDF-7BD16EBDFF8E}"/>
              </a:ext>
            </a:extLst>
          </p:cNvPr>
          <p:cNvSpPr/>
          <p:nvPr/>
        </p:nvSpPr>
        <p:spPr>
          <a:xfrm>
            <a:off x="700076" y="2236201"/>
            <a:ext cx="2097749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8B3C0AF2-28A3-B1F3-9A1E-30F65D02E224}"/>
              </a:ext>
            </a:extLst>
          </p:cNvPr>
          <p:cNvSpPr/>
          <p:nvPr/>
        </p:nvSpPr>
        <p:spPr>
          <a:xfrm>
            <a:off x="860073" y="2691971"/>
            <a:ext cx="2942953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130E1AAE-36BD-022C-B64F-3E96C0878B48}"/>
              </a:ext>
            </a:extLst>
          </p:cNvPr>
          <p:cNvGrpSpPr/>
          <p:nvPr/>
        </p:nvGrpSpPr>
        <p:grpSpPr>
          <a:xfrm>
            <a:off x="4225677" y="2393071"/>
            <a:ext cx="1624051" cy="457206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132" name="Rectangle: Rounded Corners 131">
              <a:extLst>
                <a:ext uri="{FF2B5EF4-FFF2-40B4-BE49-F238E27FC236}">
                  <a16:creationId xmlns:a16="http://schemas.microsoft.com/office/drawing/2014/main" id="{9509B0BD-2C51-34A7-6D92-25038F34A4F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>
                <a:solidFill>
                  <a:schemeClr val="bg1"/>
                </a:solidFill>
              </a:endParaRPr>
            </a:p>
          </p:txBody>
        </p:sp>
        <p:sp>
          <p:nvSpPr>
            <p:cNvPr id="133" name="Rectangle: Rounded Corners 4">
              <a:extLst>
                <a:ext uri="{FF2B5EF4-FFF2-40B4-BE49-F238E27FC236}">
                  <a16:creationId xmlns:a16="http://schemas.microsoft.com/office/drawing/2014/main" id="{CDBCA245-A198-8F08-3487-41B542C5462A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b="1" dirty="0">
                  <a:solidFill>
                    <a:schemeClr val="bg1"/>
                  </a:solidFill>
                </a:rPr>
                <a:t>11</a:t>
              </a:r>
              <a:endParaRPr lang="en-PK" sz="3200" b="1" kern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EEBC3428-C287-CCAA-D2BB-3258E073D0E2}"/>
              </a:ext>
            </a:extLst>
          </p:cNvPr>
          <p:cNvSpPr/>
          <p:nvPr/>
        </p:nvSpPr>
        <p:spPr>
          <a:xfrm>
            <a:off x="845132" y="3095902"/>
            <a:ext cx="2942953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AAA1C0B4-A3B2-AFE3-1B0B-525884D84B88}"/>
              </a:ext>
            </a:extLst>
          </p:cNvPr>
          <p:cNvGrpSpPr/>
          <p:nvPr/>
        </p:nvGrpSpPr>
        <p:grpSpPr>
          <a:xfrm>
            <a:off x="4718443" y="5074129"/>
            <a:ext cx="1649772" cy="209724"/>
            <a:chOff x="4882052" y="5708410"/>
            <a:chExt cx="1649772" cy="209724"/>
          </a:xfrm>
        </p:grpSpPr>
        <p:sp>
          <p:nvSpPr>
            <p:cNvPr id="136" name="Rectangle: Rounded Corners 135">
              <a:extLst>
                <a:ext uri="{FF2B5EF4-FFF2-40B4-BE49-F238E27FC236}">
                  <a16:creationId xmlns:a16="http://schemas.microsoft.com/office/drawing/2014/main" id="{FDBF9E95-8099-7494-89E2-8D7580A3D854}"/>
                </a:ext>
              </a:extLst>
            </p:cNvPr>
            <p:cNvSpPr/>
            <p:nvPr/>
          </p:nvSpPr>
          <p:spPr>
            <a:xfrm>
              <a:off x="4882052" y="5708410"/>
              <a:ext cx="1649772" cy="209724"/>
            </a:xfrm>
            <a:prstGeom prst="roundRect">
              <a:avLst>
                <a:gd name="adj" fmla="val 16670"/>
              </a:avLst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37" name="Rectangle: Rounded Corners 4">
              <a:extLst>
                <a:ext uri="{FF2B5EF4-FFF2-40B4-BE49-F238E27FC236}">
                  <a16:creationId xmlns:a16="http://schemas.microsoft.com/office/drawing/2014/main" id="{627E88BE-E526-5671-03FC-206C18CA9630}"/>
                </a:ext>
              </a:extLst>
            </p:cNvPr>
            <p:cNvSpPr txBox="1"/>
            <p:nvPr/>
          </p:nvSpPr>
          <p:spPr>
            <a:xfrm>
              <a:off x="4902548" y="5747761"/>
              <a:ext cx="1555288" cy="1613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1F3E0F72-6744-A0D9-1CC9-808AB7F3F151}"/>
              </a:ext>
            </a:extLst>
          </p:cNvPr>
          <p:cNvSpPr/>
          <p:nvPr/>
        </p:nvSpPr>
        <p:spPr>
          <a:xfrm>
            <a:off x="697782" y="2236201"/>
            <a:ext cx="2097749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BE5F17DF-72BF-C41D-3973-130E6E0AE4F3}"/>
              </a:ext>
            </a:extLst>
          </p:cNvPr>
          <p:cNvSpPr/>
          <p:nvPr/>
        </p:nvSpPr>
        <p:spPr>
          <a:xfrm>
            <a:off x="860072" y="2681353"/>
            <a:ext cx="2942953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8F869CD8-BC16-09E7-B12A-3B45C5D034F6}"/>
              </a:ext>
            </a:extLst>
          </p:cNvPr>
          <p:cNvGrpSpPr/>
          <p:nvPr/>
        </p:nvGrpSpPr>
        <p:grpSpPr>
          <a:xfrm>
            <a:off x="4226666" y="1920645"/>
            <a:ext cx="1624051" cy="457206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141" name="Rectangle: Rounded Corners 140">
              <a:extLst>
                <a:ext uri="{FF2B5EF4-FFF2-40B4-BE49-F238E27FC236}">
                  <a16:creationId xmlns:a16="http://schemas.microsoft.com/office/drawing/2014/main" id="{4712F078-3353-9BC4-6F47-370E0F953D2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000">
                <a:solidFill>
                  <a:schemeClr val="bg1"/>
                </a:solidFill>
              </a:endParaRPr>
            </a:p>
          </p:txBody>
        </p:sp>
        <p:sp>
          <p:nvSpPr>
            <p:cNvPr id="142" name="Rectangle: Rounded Corners 4">
              <a:extLst>
                <a:ext uri="{FF2B5EF4-FFF2-40B4-BE49-F238E27FC236}">
                  <a16:creationId xmlns:a16="http://schemas.microsoft.com/office/drawing/2014/main" id="{A6D0F1FE-9817-4E25-829D-D59208D4BDF6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b="1" kern="1200" dirty="0">
                  <a:solidFill>
                    <a:schemeClr val="bg1"/>
                  </a:solidFill>
                </a:rPr>
                <a:t>33</a:t>
              </a:r>
              <a:endParaRPr lang="en-PK" sz="3200" b="1" kern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518C4E09-35BD-3956-AB64-296A8B942E1F}"/>
              </a:ext>
            </a:extLst>
          </p:cNvPr>
          <p:cNvSpPr/>
          <p:nvPr/>
        </p:nvSpPr>
        <p:spPr>
          <a:xfrm>
            <a:off x="845131" y="3102917"/>
            <a:ext cx="2942953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8B482264-37CF-0606-4379-5C8393C509C5}"/>
              </a:ext>
            </a:extLst>
          </p:cNvPr>
          <p:cNvGrpSpPr/>
          <p:nvPr/>
        </p:nvGrpSpPr>
        <p:grpSpPr>
          <a:xfrm>
            <a:off x="4715934" y="5071423"/>
            <a:ext cx="1649772" cy="209724"/>
            <a:chOff x="4882052" y="5708410"/>
            <a:chExt cx="1649772" cy="209724"/>
          </a:xfrm>
        </p:grpSpPr>
        <p:sp>
          <p:nvSpPr>
            <p:cNvPr id="145" name="Rectangle: Rounded Corners 144">
              <a:extLst>
                <a:ext uri="{FF2B5EF4-FFF2-40B4-BE49-F238E27FC236}">
                  <a16:creationId xmlns:a16="http://schemas.microsoft.com/office/drawing/2014/main" id="{960EEE0C-A754-9D9C-2B5F-16392507B133}"/>
                </a:ext>
              </a:extLst>
            </p:cNvPr>
            <p:cNvSpPr/>
            <p:nvPr/>
          </p:nvSpPr>
          <p:spPr>
            <a:xfrm>
              <a:off x="4882052" y="5708410"/>
              <a:ext cx="1649772" cy="209724"/>
            </a:xfrm>
            <a:prstGeom prst="roundRect">
              <a:avLst>
                <a:gd name="adj" fmla="val 16670"/>
              </a:avLst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6" name="Rectangle: Rounded Corners 4">
              <a:extLst>
                <a:ext uri="{FF2B5EF4-FFF2-40B4-BE49-F238E27FC236}">
                  <a16:creationId xmlns:a16="http://schemas.microsoft.com/office/drawing/2014/main" id="{5E02E116-3323-86A9-F73E-45BBCE8F29DE}"/>
                </a:ext>
              </a:extLst>
            </p:cNvPr>
            <p:cNvSpPr txBox="1"/>
            <p:nvPr/>
          </p:nvSpPr>
          <p:spPr>
            <a:xfrm>
              <a:off x="4902548" y="5747761"/>
              <a:ext cx="1555288" cy="1613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C6465F21-1A7E-1169-AFCD-B20FCFC9A6B6}"/>
              </a:ext>
            </a:extLst>
          </p:cNvPr>
          <p:cNvSpPr/>
          <p:nvPr/>
        </p:nvSpPr>
        <p:spPr>
          <a:xfrm>
            <a:off x="715436" y="2218456"/>
            <a:ext cx="2097749" cy="42156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5563928-E44C-CF4E-5623-3BA744D37B6F}"/>
              </a:ext>
            </a:extLst>
          </p:cNvPr>
          <p:cNvGrpSpPr/>
          <p:nvPr/>
        </p:nvGrpSpPr>
        <p:grpSpPr>
          <a:xfrm>
            <a:off x="3554135" y="1208225"/>
            <a:ext cx="733158" cy="27432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E5EC4842-CB0A-F589-685C-AB63250D708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0" name="Rectangle: Rounded Corners 4">
              <a:extLst>
                <a:ext uri="{FF2B5EF4-FFF2-40B4-BE49-F238E27FC236}">
                  <a16:creationId xmlns:a16="http://schemas.microsoft.com/office/drawing/2014/main" id="{27FF944A-0604-573E-EDAD-0CEFFED6328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33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1DF21D40-CF28-A3D4-E567-7BBBFFECA108}"/>
              </a:ext>
            </a:extLst>
          </p:cNvPr>
          <p:cNvSpPr/>
          <p:nvPr/>
        </p:nvSpPr>
        <p:spPr>
          <a:xfrm>
            <a:off x="733542" y="4299599"/>
            <a:ext cx="2942953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9655EAFA-97CE-4FE6-3DE3-B3361B6579BE}"/>
              </a:ext>
            </a:extLst>
          </p:cNvPr>
          <p:cNvSpPr/>
          <p:nvPr/>
        </p:nvSpPr>
        <p:spPr>
          <a:xfrm>
            <a:off x="867256" y="4730216"/>
            <a:ext cx="3284539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C694C718-1FC8-64AA-CE25-07D25B05D9BA}"/>
              </a:ext>
            </a:extLst>
          </p:cNvPr>
          <p:cNvGrpSpPr/>
          <p:nvPr/>
        </p:nvGrpSpPr>
        <p:grpSpPr>
          <a:xfrm>
            <a:off x="4426849" y="1226449"/>
            <a:ext cx="733158" cy="27432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A80724A9-7A45-3DD7-55C0-47BAB3676AA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5" name="Rectangle: Rounded Corners 4">
              <a:extLst>
                <a:ext uri="{FF2B5EF4-FFF2-40B4-BE49-F238E27FC236}">
                  <a16:creationId xmlns:a16="http://schemas.microsoft.com/office/drawing/2014/main" id="{95E4D01A-4520-2CAD-6537-73EBECCEDF4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A0B7AEB0-4876-B7EA-D0C5-76216694EEB5}"/>
              </a:ext>
            </a:extLst>
          </p:cNvPr>
          <p:cNvSpPr/>
          <p:nvPr/>
        </p:nvSpPr>
        <p:spPr>
          <a:xfrm>
            <a:off x="854184" y="5152334"/>
            <a:ext cx="3284539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F37918C5-B4A3-6FEC-EB75-8AA8F1BF19A1}"/>
              </a:ext>
            </a:extLst>
          </p:cNvPr>
          <p:cNvSpPr/>
          <p:nvPr/>
        </p:nvSpPr>
        <p:spPr>
          <a:xfrm>
            <a:off x="697782" y="4274446"/>
            <a:ext cx="2942953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7B6C1964-7EBC-E5A3-912D-F7113FD54841}"/>
              </a:ext>
            </a:extLst>
          </p:cNvPr>
          <p:cNvSpPr/>
          <p:nvPr/>
        </p:nvSpPr>
        <p:spPr>
          <a:xfrm>
            <a:off x="880328" y="4690732"/>
            <a:ext cx="3284539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7986CC0E-94FF-DCD2-F07C-1A1914F9EA83}"/>
              </a:ext>
            </a:extLst>
          </p:cNvPr>
          <p:cNvGrpSpPr/>
          <p:nvPr/>
        </p:nvGrpSpPr>
        <p:grpSpPr>
          <a:xfrm>
            <a:off x="5294739" y="1229596"/>
            <a:ext cx="733158" cy="27432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0" name="Rectangle: Rounded Corners 159">
              <a:extLst>
                <a:ext uri="{FF2B5EF4-FFF2-40B4-BE49-F238E27FC236}">
                  <a16:creationId xmlns:a16="http://schemas.microsoft.com/office/drawing/2014/main" id="{2463B7D2-5C95-79C4-6D56-C9374BCB9A8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1" name="Rectangle: Rounded Corners 4">
              <a:extLst>
                <a:ext uri="{FF2B5EF4-FFF2-40B4-BE49-F238E27FC236}">
                  <a16:creationId xmlns:a16="http://schemas.microsoft.com/office/drawing/2014/main" id="{A6E90585-D7E5-8173-E69A-DD7061F392A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31E3AF6D-E7CD-9E8D-B0F5-687939ED4293}"/>
              </a:ext>
            </a:extLst>
          </p:cNvPr>
          <p:cNvSpPr/>
          <p:nvPr/>
        </p:nvSpPr>
        <p:spPr>
          <a:xfrm>
            <a:off x="706835" y="4265645"/>
            <a:ext cx="2942953" cy="42156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7300A9CF-79F7-6464-1D0D-C295E3453FF5}"/>
              </a:ext>
            </a:extLst>
          </p:cNvPr>
          <p:cNvSpPr/>
          <p:nvPr/>
        </p:nvSpPr>
        <p:spPr>
          <a:xfrm>
            <a:off x="853441" y="5123308"/>
            <a:ext cx="3284539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1680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000"/>
                            </p:stCondLst>
                            <p:childTnLst>
                              <p:par>
                                <p:cTn id="12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4" dur="25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4" dur="2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0" dur="25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6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7" dur="25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7" dur="25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2"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8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3" dur="25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9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0" dur="2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1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8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1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5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10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7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52" dur="2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6" dur="10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7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3" dur="25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3" dur="25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8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indefinite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8" dur="25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92" dur="2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9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3" dur="25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>
                      <p:stCondLst>
                        <p:cond delay="indefinite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0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>
                      <p:stCondLst>
                        <p:cond delay="indefinite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3" dur="25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4" fill="hold">
                      <p:stCondLst>
                        <p:cond delay="indefinite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8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2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>
                      <p:stCondLst>
                        <p:cond delay="indefinite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id="4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8" dur="25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32" dur="2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indefinite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3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3" dur="25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indefinite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4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10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2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3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nimBg="1"/>
      <p:bldP spid="129" grpId="1" animBg="1"/>
      <p:bldP spid="130" grpId="0" animBg="1"/>
      <p:bldP spid="130" grpId="1" animBg="1"/>
      <p:bldP spid="134" grpId="0" animBg="1"/>
      <p:bldP spid="134" grpId="1" animBg="1"/>
      <p:bldP spid="138" grpId="0" animBg="1"/>
      <p:bldP spid="138" grpId="1" animBg="1"/>
      <p:bldP spid="139" grpId="0" animBg="1"/>
      <p:bldP spid="139" grpId="1" animBg="1"/>
      <p:bldP spid="143" grpId="0" animBg="1"/>
      <p:bldP spid="143" grpId="1" animBg="1"/>
      <p:bldP spid="147" grpId="0" animBg="1"/>
      <p:bldP spid="147" grpId="1" animBg="1"/>
      <p:bldP spid="151" grpId="0" animBg="1"/>
      <p:bldP spid="151" grpId="1" animBg="1"/>
      <p:bldP spid="152" grpId="0" animBg="1"/>
      <p:bldP spid="152" grpId="1" animBg="1"/>
      <p:bldP spid="156" grpId="0" animBg="1"/>
      <p:bldP spid="156" grpId="1" animBg="1"/>
      <p:bldP spid="157" grpId="0" animBg="1"/>
      <p:bldP spid="157" grpId="1" animBg="1"/>
      <p:bldP spid="158" grpId="0" animBg="1"/>
      <p:bldP spid="158" grpId="1" animBg="1"/>
      <p:bldP spid="162" grpId="0" animBg="1"/>
      <p:bldP spid="162" grpId="1" animBg="1"/>
      <p:bldP spid="163" grpId="0" animBg="1"/>
      <p:bldP spid="163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6DDE24-504C-5F67-34CA-A0120ED52FD2}"/>
              </a:ext>
            </a:extLst>
          </p:cNvPr>
          <p:cNvSpPr txBox="1"/>
          <p:nvPr/>
        </p:nvSpPr>
        <p:spPr>
          <a:xfrm>
            <a:off x="88271" y="664809"/>
            <a:ext cx="6783309" cy="4484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void </a:t>
            </a:r>
            <a:r>
              <a:rPr lang="en-US" b="1" dirty="0" err="1"/>
              <a:t>convertToCircular</a:t>
            </a:r>
            <a:r>
              <a:rPr lang="en-US" b="1" dirty="0"/>
              <a:t>() {</a:t>
            </a:r>
          </a:p>
          <a:p>
            <a:r>
              <a:rPr lang="en-US" b="1" dirty="0"/>
              <a:t>    if (</a:t>
            </a:r>
            <a:r>
              <a:rPr lang="en-US" b="1" dirty="0" err="1"/>
              <a:t>isListEmpty</a:t>
            </a:r>
            <a:r>
              <a:rPr lang="en-US" b="1" dirty="0"/>
              <a:t>()) {</a:t>
            </a:r>
          </a:p>
          <a:p>
            <a:r>
              <a:rPr lang="en-US" b="1" dirty="0"/>
              <a:t>        cout &lt;&lt; "\n List is empty. Cannot convert to a circular list.";</a:t>
            </a:r>
          </a:p>
          <a:p>
            <a:r>
              <a:rPr lang="en-US" b="1" dirty="0"/>
              <a:t>        return;</a:t>
            </a:r>
          </a:p>
          <a:p>
            <a:r>
              <a:rPr lang="en-US" b="1" dirty="0"/>
              <a:t>    }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  if (tail-&gt;next == head) {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      cout &lt;&lt; "\n List is already a circular linked list.";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      return;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  }</a:t>
            </a:r>
          </a:p>
          <a:p>
            <a:pPr marL="742950" lvl="1" indent="-285750">
              <a:lnSpc>
                <a:spcPct val="150000"/>
              </a:lnSpc>
              <a:buClr>
                <a:srgbClr val="00B050"/>
              </a:buClr>
              <a:buSzPct val="150000"/>
              <a:buFont typeface="Wingdings" panose="05000000000000000000" pitchFamily="2" charset="2"/>
              <a:buChar char="Ø"/>
            </a:pPr>
            <a:r>
              <a:rPr lang="en-US" b="1" dirty="0"/>
              <a:t>    tail-&gt;next = head;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  cout &lt;&lt; "\n Successfully converted to a Circular Linked List.";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  }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7FA8E-EF01-EA94-CC52-3730D2F5B914}"/>
              </a:ext>
            </a:extLst>
          </p:cNvPr>
          <p:cNvGrpSpPr/>
          <p:nvPr/>
        </p:nvGrpSpPr>
        <p:grpSpPr>
          <a:xfrm>
            <a:off x="6276441" y="323255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6AA7407-FA3B-B643-6E0B-E8A9DE2A787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B5A9FC60-0255-B033-B006-B06AAA7F938F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43D043F-1F47-D895-0D7E-04EA7A6E42B2}"/>
              </a:ext>
            </a:extLst>
          </p:cNvPr>
          <p:cNvGrpSpPr/>
          <p:nvPr/>
        </p:nvGrpSpPr>
        <p:grpSpPr>
          <a:xfrm>
            <a:off x="8248660" y="5709293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719394A-CC4A-9662-F5B1-C2FDFB1E517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8D99C81C-22F1-EDE0-B615-6C9C2B99E590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343DF23-A167-66FB-DFBD-51F08EBE488E}"/>
              </a:ext>
            </a:extLst>
          </p:cNvPr>
          <p:cNvGrpSpPr/>
          <p:nvPr/>
        </p:nvGrpSpPr>
        <p:grpSpPr>
          <a:xfrm>
            <a:off x="6623177" y="862206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0599C5B-6ED8-E440-3DBC-DA4108FD4FA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C2729845-7926-5B8D-D2BA-4CC8F9F4422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A114E2F-DC3A-5592-EB51-0805EC68CD98}"/>
              </a:ext>
            </a:extLst>
          </p:cNvPr>
          <p:cNvGrpSpPr/>
          <p:nvPr/>
        </p:nvGrpSpPr>
        <p:grpSpPr>
          <a:xfrm>
            <a:off x="8272150" y="6267375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A08A5A9-120E-BBDB-75DD-3CA150758D3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9CED6113-714D-8A8F-1EF2-612B6CEF2D2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3CE48C-D75F-F125-4211-B4E823AC8F22}"/>
              </a:ext>
            </a:extLst>
          </p:cNvPr>
          <p:cNvGrpSpPr/>
          <p:nvPr/>
        </p:nvGrpSpPr>
        <p:grpSpPr>
          <a:xfrm>
            <a:off x="7855064" y="2530468"/>
            <a:ext cx="4014430" cy="1145236"/>
            <a:chOff x="5206427" y="770677"/>
            <a:chExt cx="4516995" cy="117963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64CB52F-3EAB-8010-9689-2E9BAB95A653}"/>
                </a:ext>
              </a:extLst>
            </p:cNvPr>
            <p:cNvGrpSpPr/>
            <p:nvPr/>
          </p:nvGrpSpPr>
          <p:grpSpPr>
            <a:xfrm>
              <a:off x="6297519" y="770677"/>
              <a:ext cx="2618070" cy="484119"/>
              <a:chOff x="1159466" y="892336"/>
              <a:chExt cx="2405552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2D992135-9D8A-FB47-F7E8-D714264488EB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28" name="Rectangle: Rounded Corners 4">
                <a:extLst>
                  <a:ext uri="{FF2B5EF4-FFF2-40B4-BE49-F238E27FC236}">
                    <a16:creationId xmlns:a16="http://schemas.microsoft.com/office/drawing/2014/main" id="{8727EDF8-E279-F4D0-E02A-9A41125CEFB2}"/>
                  </a:ext>
                </a:extLst>
              </p:cNvPr>
              <p:cNvSpPr txBox="1"/>
              <p:nvPr/>
            </p:nvSpPr>
            <p:spPr>
              <a:xfrm>
                <a:off x="1202696" y="1067247"/>
                <a:ext cx="221898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   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34334CC-F308-1770-355D-2F9CC13316E5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1EFABED-B009-896A-20BE-A52FEAF9C7A3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F59D8E30-EC6B-38A2-F3C9-21694AFC709F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26" name="Rectangle: Rounded Corners 4">
                <a:extLst>
                  <a:ext uri="{FF2B5EF4-FFF2-40B4-BE49-F238E27FC236}">
                    <a16:creationId xmlns:a16="http://schemas.microsoft.com/office/drawing/2014/main" id="{8107CD37-EED9-8CF8-3A26-793309BF0BF5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B7023AF-5757-50C2-2BEA-72586C528D9A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FBF97F46-7523-DC3B-2996-452355ADEEC4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24" name="Rectangle: Rounded Corners 4">
                <a:extLst>
                  <a:ext uri="{FF2B5EF4-FFF2-40B4-BE49-F238E27FC236}">
                    <a16:creationId xmlns:a16="http://schemas.microsoft.com/office/drawing/2014/main" id="{5A1D9828-CEB1-3685-7A01-E17FCFEDC4B4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97CF3E4-EC1B-86B0-8CA5-7DF53691CF2D}"/>
              </a:ext>
            </a:extLst>
          </p:cNvPr>
          <p:cNvGrpSpPr/>
          <p:nvPr/>
        </p:nvGrpSpPr>
        <p:grpSpPr>
          <a:xfrm>
            <a:off x="7536860" y="2887599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7376111-2B29-44C2-089F-A69146EDA03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1" name="Rectangle: Rounded Corners 4">
              <a:extLst>
                <a:ext uri="{FF2B5EF4-FFF2-40B4-BE49-F238E27FC236}">
                  <a16:creationId xmlns:a16="http://schemas.microsoft.com/office/drawing/2014/main" id="{8CC44B27-8C41-5EE7-0DD0-00055C2234A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C7F41AC-A632-973E-C2AD-09F2DFCCC8B5}"/>
              </a:ext>
            </a:extLst>
          </p:cNvPr>
          <p:cNvGrpSpPr/>
          <p:nvPr/>
        </p:nvGrpSpPr>
        <p:grpSpPr>
          <a:xfrm>
            <a:off x="9647369" y="2446983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0BB4B12-500F-06FB-6083-C963195BFFE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4" name="Rectangle: Rounded Corners 4">
              <a:extLst>
                <a:ext uri="{FF2B5EF4-FFF2-40B4-BE49-F238E27FC236}">
                  <a16:creationId xmlns:a16="http://schemas.microsoft.com/office/drawing/2014/main" id="{B96689C1-0BD9-99A0-3615-44EB1A166DA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6002260-3EC0-D383-2F40-4CF53F1A0E21}"/>
              </a:ext>
            </a:extLst>
          </p:cNvPr>
          <p:cNvGrpSpPr/>
          <p:nvPr/>
        </p:nvGrpSpPr>
        <p:grpSpPr>
          <a:xfrm>
            <a:off x="10564216" y="3226631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B9D98BAD-B2E8-306A-E3E3-EC5F19DB8DF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7" name="Rectangle: Rounded Corners 4">
              <a:extLst>
                <a:ext uri="{FF2B5EF4-FFF2-40B4-BE49-F238E27FC236}">
                  <a16:creationId xmlns:a16="http://schemas.microsoft.com/office/drawing/2014/main" id="{B98C50CC-C583-51ED-5477-D07A9281C4C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17F1233-2DFF-79F4-36B5-4E5F02F13AB2}"/>
              </a:ext>
            </a:extLst>
          </p:cNvPr>
          <p:cNvGrpSpPr/>
          <p:nvPr/>
        </p:nvGrpSpPr>
        <p:grpSpPr>
          <a:xfrm>
            <a:off x="8884141" y="3192607"/>
            <a:ext cx="733158" cy="37377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467597B1-E1FE-052D-D107-EDB420289F6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0" name="Rectangle: Rounded Corners 4">
              <a:extLst>
                <a:ext uri="{FF2B5EF4-FFF2-40B4-BE49-F238E27FC236}">
                  <a16:creationId xmlns:a16="http://schemas.microsoft.com/office/drawing/2014/main" id="{30BCE887-F19E-5825-8D87-02953AEE9F6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04F37EE-ED81-1FCF-C688-B0C5592789EA}"/>
              </a:ext>
            </a:extLst>
          </p:cNvPr>
          <p:cNvGrpSpPr/>
          <p:nvPr/>
        </p:nvGrpSpPr>
        <p:grpSpPr>
          <a:xfrm>
            <a:off x="7882223" y="1029518"/>
            <a:ext cx="4014430" cy="1145236"/>
            <a:chOff x="5206427" y="770677"/>
            <a:chExt cx="4516995" cy="1179639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28BB59D-7DEE-AEA6-2483-8EEFB8FCDAD4}"/>
                </a:ext>
              </a:extLst>
            </p:cNvPr>
            <p:cNvGrpSpPr/>
            <p:nvPr/>
          </p:nvGrpSpPr>
          <p:grpSpPr>
            <a:xfrm>
              <a:off x="6297520" y="770677"/>
              <a:ext cx="2334807" cy="484119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757826F6-91A2-3074-3683-DC769A1102B2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51" name="Rectangle: Rounded Corners 4">
                <a:extLst>
                  <a:ext uri="{FF2B5EF4-FFF2-40B4-BE49-F238E27FC236}">
                    <a16:creationId xmlns:a16="http://schemas.microsoft.com/office/drawing/2014/main" id="{16E6C93E-7BBE-C163-5E43-79950D194DA4}"/>
                  </a:ext>
                </a:extLst>
              </p:cNvPr>
              <p:cNvSpPr txBox="1"/>
              <p:nvPr/>
            </p:nvSpPr>
            <p:spPr>
              <a:xfrm>
                <a:off x="1270085" y="1114247"/>
                <a:ext cx="188445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</a:t>
                </a:r>
                <a:r>
                  <a:rPr lang="en-US" sz="2000" b="1" dirty="0">
                    <a:solidFill>
                      <a:schemeClr val="bg2">
                        <a:lumMod val="25000"/>
                      </a:schemeClr>
                    </a:solidFill>
                  </a:rPr>
                  <a:t>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6B33E836-64A9-DD17-B096-0DE80BDAB516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5647EAD-C70C-6D44-DF7D-98845D4A24B6}"/>
                </a:ext>
              </a:extLst>
            </p:cNvPr>
            <p:cNvGrpSpPr/>
            <p:nvPr/>
          </p:nvGrpSpPr>
          <p:grpSpPr>
            <a:xfrm>
              <a:off x="5359337" y="1467460"/>
              <a:ext cx="1869845" cy="371558"/>
              <a:chOff x="1159466" y="892336"/>
              <a:chExt cx="2145283" cy="1367628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400378AF-29A4-2D26-6867-47A94011276A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145283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49" name="Rectangle: Rounded Corners 4">
                <a:extLst>
                  <a:ext uri="{FF2B5EF4-FFF2-40B4-BE49-F238E27FC236}">
                    <a16:creationId xmlns:a16="http://schemas.microsoft.com/office/drawing/2014/main" id="{C9186A75-E63D-976D-C9BE-30F521A6FB0C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4A900AD3-7B81-A55A-7AE9-3A8E97F3424A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36060DC7-573F-D8DA-0854-8F13989AF1B4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47" name="Rectangle: Rounded Corners 4">
                <a:extLst>
                  <a:ext uri="{FF2B5EF4-FFF2-40B4-BE49-F238E27FC236}">
                    <a16:creationId xmlns:a16="http://schemas.microsoft.com/office/drawing/2014/main" id="{782854FF-190B-0A91-ABFA-071A3AD32869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DEA5175-A452-EFBA-0C54-BE786FB3076A}"/>
              </a:ext>
            </a:extLst>
          </p:cNvPr>
          <p:cNvGrpSpPr/>
          <p:nvPr/>
        </p:nvGrpSpPr>
        <p:grpSpPr>
          <a:xfrm>
            <a:off x="8988621" y="1710608"/>
            <a:ext cx="733158" cy="37377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7234D3AB-AF71-1B6C-1022-F77ED986C22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4" name="Rectangle: Rounded Corners 4">
              <a:extLst>
                <a:ext uri="{FF2B5EF4-FFF2-40B4-BE49-F238E27FC236}">
                  <a16:creationId xmlns:a16="http://schemas.microsoft.com/office/drawing/2014/main" id="{EE2A57A8-C9F2-4D7A-5FFA-A38444B601B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10B619A-C79E-D985-BE73-82C9379BFF63}"/>
              </a:ext>
            </a:extLst>
          </p:cNvPr>
          <p:cNvGrpSpPr/>
          <p:nvPr/>
        </p:nvGrpSpPr>
        <p:grpSpPr>
          <a:xfrm>
            <a:off x="10591375" y="1732672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FDF59305-E9D5-E7BA-AFC6-A5A04D71AF2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7" name="Rectangle: Rounded Corners 4">
              <a:extLst>
                <a:ext uri="{FF2B5EF4-FFF2-40B4-BE49-F238E27FC236}">
                  <a16:creationId xmlns:a16="http://schemas.microsoft.com/office/drawing/2014/main" id="{152E2F68-EC57-710A-C9BA-7785527CE77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EAB1EBC-E09F-F265-1307-DF6A25E25CED}"/>
              </a:ext>
            </a:extLst>
          </p:cNvPr>
          <p:cNvGrpSpPr/>
          <p:nvPr/>
        </p:nvGrpSpPr>
        <p:grpSpPr>
          <a:xfrm>
            <a:off x="9590979" y="963109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358B1F03-03B8-8B2A-0F78-75764B38F51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0" name="Rectangle: Rounded Corners 4">
              <a:extLst>
                <a:ext uri="{FF2B5EF4-FFF2-40B4-BE49-F238E27FC236}">
                  <a16:creationId xmlns:a16="http://schemas.microsoft.com/office/drawing/2014/main" id="{7134577A-E85E-C9AF-F0C6-C0D7EFB0ACC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C208B27-AC88-3577-2111-583D55BB500E}"/>
              </a:ext>
            </a:extLst>
          </p:cNvPr>
          <p:cNvGrpSpPr/>
          <p:nvPr/>
        </p:nvGrpSpPr>
        <p:grpSpPr>
          <a:xfrm>
            <a:off x="7501620" y="1429756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9B941501-5CAF-7BE3-D788-D5F98EB8783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3" name="Rectangle: Rounded Corners 4">
              <a:extLst>
                <a:ext uri="{FF2B5EF4-FFF2-40B4-BE49-F238E27FC236}">
                  <a16:creationId xmlns:a16="http://schemas.microsoft.com/office/drawing/2014/main" id="{38490282-E9D9-164C-A90E-C96EA55A0EB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2ADC584-A818-4BA5-5BA4-F0B5CF45AF49}"/>
              </a:ext>
            </a:extLst>
          </p:cNvPr>
          <p:cNvGrpSpPr/>
          <p:nvPr/>
        </p:nvGrpSpPr>
        <p:grpSpPr>
          <a:xfrm>
            <a:off x="10591375" y="1729528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ED2D7317-4FAB-F129-7ED1-FC9A3E3560A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6" name="Rectangle: Rounded Corners 4">
              <a:extLst>
                <a:ext uri="{FF2B5EF4-FFF2-40B4-BE49-F238E27FC236}">
                  <a16:creationId xmlns:a16="http://schemas.microsoft.com/office/drawing/2014/main" id="{787E188C-71E8-E3CA-D217-FBE5875B573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C91211F-AC79-C00F-57E0-1BBB1C5759E2}"/>
              </a:ext>
            </a:extLst>
          </p:cNvPr>
          <p:cNvGrpSpPr/>
          <p:nvPr/>
        </p:nvGrpSpPr>
        <p:grpSpPr>
          <a:xfrm>
            <a:off x="7863076" y="4033755"/>
            <a:ext cx="4014430" cy="1145236"/>
            <a:chOff x="5206427" y="770677"/>
            <a:chExt cx="4516995" cy="1179639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D0D7166D-0E2D-8D66-1508-EB390F59D0DB}"/>
                </a:ext>
              </a:extLst>
            </p:cNvPr>
            <p:cNvGrpSpPr/>
            <p:nvPr/>
          </p:nvGrpSpPr>
          <p:grpSpPr>
            <a:xfrm>
              <a:off x="6297519" y="770677"/>
              <a:ext cx="2618070" cy="484119"/>
              <a:chOff x="1159466" y="892336"/>
              <a:chExt cx="2405552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75B601F4-A1FC-61A7-ECA0-2D6FC5E82DE0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77" name="Rectangle: Rounded Corners 4">
                <a:extLst>
                  <a:ext uri="{FF2B5EF4-FFF2-40B4-BE49-F238E27FC236}">
                    <a16:creationId xmlns:a16="http://schemas.microsoft.com/office/drawing/2014/main" id="{27795CF2-3D09-8502-7F01-DCD85E22FC0A}"/>
                  </a:ext>
                </a:extLst>
              </p:cNvPr>
              <p:cNvSpPr txBox="1"/>
              <p:nvPr/>
            </p:nvSpPr>
            <p:spPr>
              <a:xfrm>
                <a:off x="1202696" y="1067247"/>
                <a:ext cx="221898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   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93D2ED64-1341-E972-2190-16C2034DF03A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9C83F1F4-3AE5-919F-9E45-960B164EA64C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4A7056F6-3932-6561-B3B9-2D0B207598E2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75" name="Rectangle: Rounded Corners 4">
                <a:extLst>
                  <a:ext uri="{FF2B5EF4-FFF2-40B4-BE49-F238E27FC236}">
                    <a16:creationId xmlns:a16="http://schemas.microsoft.com/office/drawing/2014/main" id="{95D4F422-5723-B381-2C96-6472FF30D3FA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B1188E0-0CD5-0922-7586-BC54FA033E44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814E75D9-8881-0F92-8FCF-EF2FBBC8AC98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73" name="Rectangle: Rounded Corners 4">
                <a:extLst>
                  <a:ext uri="{FF2B5EF4-FFF2-40B4-BE49-F238E27FC236}">
                    <a16:creationId xmlns:a16="http://schemas.microsoft.com/office/drawing/2014/main" id="{8A8E3C19-C314-8A3C-1FB0-845A9FCE6663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ECDAC30-623D-37E0-3E6D-BCBE57C63D76}"/>
              </a:ext>
            </a:extLst>
          </p:cNvPr>
          <p:cNvGrpSpPr/>
          <p:nvPr/>
        </p:nvGrpSpPr>
        <p:grpSpPr>
          <a:xfrm>
            <a:off x="7526505" y="4383499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4887756A-9153-009C-6266-056C0220EF4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0" name="Rectangle: Rounded Corners 4">
              <a:extLst>
                <a:ext uri="{FF2B5EF4-FFF2-40B4-BE49-F238E27FC236}">
                  <a16:creationId xmlns:a16="http://schemas.microsoft.com/office/drawing/2014/main" id="{CB096727-8EEE-A052-83C5-1F49C10E804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B82DA19-00DD-4972-5A0F-E01CDB25B305}"/>
              </a:ext>
            </a:extLst>
          </p:cNvPr>
          <p:cNvGrpSpPr/>
          <p:nvPr/>
        </p:nvGrpSpPr>
        <p:grpSpPr>
          <a:xfrm>
            <a:off x="9488101" y="3930506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6D48E643-7917-B843-ADD2-CE5084A831A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3" name="Rectangle: Rounded Corners 4">
              <a:extLst>
                <a:ext uri="{FF2B5EF4-FFF2-40B4-BE49-F238E27FC236}">
                  <a16:creationId xmlns:a16="http://schemas.microsoft.com/office/drawing/2014/main" id="{5D5AF637-E8F2-B526-39B4-1224FDC930D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78697FB-26DD-9B81-EA30-C9371B7FB8E2}"/>
              </a:ext>
            </a:extLst>
          </p:cNvPr>
          <p:cNvGrpSpPr/>
          <p:nvPr/>
        </p:nvGrpSpPr>
        <p:grpSpPr>
          <a:xfrm>
            <a:off x="8884870" y="4765031"/>
            <a:ext cx="733158" cy="2772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CE2F2A05-6944-DA1C-0DC4-795E15FEB41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6" name="Rectangle: Rounded Corners 4">
              <a:extLst>
                <a:ext uri="{FF2B5EF4-FFF2-40B4-BE49-F238E27FC236}">
                  <a16:creationId xmlns:a16="http://schemas.microsoft.com/office/drawing/2014/main" id="{8561519B-E977-9AF8-B9C0-973593C2C03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33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2D31DFA-2528-ABE6-80FC-BC5C71A32FA8}"/>
              </a:ext>
            </a:extLst>
          </p:cNvPr>
          <p:cNvGrpSpPr/>
          <p:nvPr/>
        </p:nvGrpSpPr>
        <p:grpSpPr>
          <a:xfrm>
            <a:off x="10533229" y="4737717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9CE43BDF-27DA-9B10-F14F-F47F41ECED3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9" name="Rectangle: Rounded Corners 4">
              <a:extLst>
                <a:ext uri="{FF2B5EF4-FFF2-40B4-BE49-F238E27FC236}">
                  <a16:creationId xmlns:a16="http://schemas.microsoft.com/office/drawing/2014/main" id="{5F543D98-45D1-0858-3E45-A3C73E8754F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FB4E201-4E94-F14F-814D-F0259CEF0ED5}"/>
              </a:ext>
            </a:extLst>
          </p:cNvPr>
          <p:cNvGrpSpPr/>
          <p:nvPr/>
        </p:nvGrpSpPr>
        <p:grpSpPr>
          <a:xfrm>
            <a:off x="10559347" y="3221946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D945A632-C69F-A92C-CB24-CFA58D947E8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2" name="Rectangle: Rounded Corners 4">
              <a:extLst>
                <a:ext uri="{FF2B5EF4-FFF2-40B4-BE49-F238E27FC236}">
                  <a16:creationId xmlns:a16="http://schemas.microsoft.com/office/drawing/2014/main" id="{E2AFAD8C-4740-30BC-3186-937F72EB265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A0BD6E4-0D18-E215-E4F9-2A7F9EF9AA0A}"/>
              </a:ext>
            </a:extLst>
          </p:cNvPr>
          <p:cNvGrpSpPr/>
          <p:nvPr/>
        </p:nvGrpSpPr>
        <p:grpSpPr>
          <a:xfrm>
            <a:off x="8263243" y="6272106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6F763F73-378F-FE21-A503-CAD1E907885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5" name="Rectangle: Rounded Corners 4">
              <a:extLst>
                <a:ext uri="{FF2B5EF4-FFF2-40B4-BE49-F238E27FC236}">
                  <a16:creationId xmlns:a16="http://schemas.microsoft.com/office/drawing/2014/main" id="{BCE1DC45-F413-6C23-6B00-D0B0CB24586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5EBD879-81AB-9A05-FC1C-37550703E50A}"/>
              </a:ext>
            </a:extLst>
          </p:cNvPr>
          <p:cNvGrpSpPr/>
          <p:nvPr/>
        </p:nvGrpSpPr>
        <p:grpSpPr>
          <a:xfrm>
            <a:off x="6609169" y="866937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A0205016-F723-309B-4452-6D6EC2C8B13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8" name="Rectangle: Rounded Corners 4">
              <a:extLst>
                <a:ext uri="{FF2B5EF4-FFF2-40B4-BE49-F238E27FC236}">
                  <a16:creationId xmlns:a16="http://schemas.microsoft.com/office/drawing/2014/main" id="{35FFAEAC-DE76-6D7F-D0BA-571B748E6F1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CB97EEE-CA3C-9D5B-D135-8F1283A23688}"/>
              </a:ext>
            </a:extLst>
          </p:cNvPr>
          <p:cNvGrpSpPr/>
          <p:nvPr/>
        </p:nvGrpSpPr>
        <p:grpSpPr>
          <a:xfrm rot="2287042">
            <a:off x="8047910" y="492089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830EA92A-9967-D5B4-3147-BD29FAE3FC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Arrow: Right 100">
              <a:extLst>
                <a:ext uri="{FF2B5EF4-FFF2-40B4-BE49-F238E27FC236}">
                  <a16:creationId xmlns:a16="http://schemas.microsoft.com/office/drawing/2014/main" id="{F1691A04-0EDB-9C26-5C95-06840CACBB68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1DF1DB7-FA0E-91ED-680E-B404299000A7}"/>
              </a:ext>
            </a:extLst>
          </p:cNvPr>
          <p:cNvGrpSpPr/>
          <p:nvPr/>
        </p:nvGrpSpPr>
        <p:grpSpPr>
          <a:xfrm rot="7921994">
            <a:off x="11225794" y="2269204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A085C546-6AA8-B24A-D3A0-8B41535741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Arrow: Right 103">
              <a:extLst>
                <a:ext uri="{FF2B5EF4-FFF2-40B4-BE49-F238E27FC236}">
                  <a16:creationId xmlns:a16="http://schemas.microsoft.com/office/drawing/2014/main" id="{18B10C55-41ED-53AF-47AC-AA5570675CEA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A0983A3-FE91-7850-6E5B-600C6532BC82}"/>
              </a:ext>
            </a:extLst>
          </p:cNvPr>
          <p:cNvGrpSpPr/>
          <p:nvPr/>
        </p:nvGrpSpPr>
        <p:grpSpPr>
          <a:xfrm rot="7921994">
            <a:off x="11226655" y="3782901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9D3B6561-9071-14DC-1CA5-3E84C3286E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Arrow: Right 106">
              <a:extLst>
                <a:ext uri="{FF2B5EF4-FFF2-40B4-BE49-F238E27FC236}">
                  <a16:creationId xmlns:a16="http://schemas.microsoft.com/office/drawing/2014/main" id="{6652B103-35FC-F60D-1333-D764BCD813C6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4D9D8F8-D7DC-1258-EE7A-69C461ECCC4E}"/>
              </a:ext>
            </a:extLst>
          </p:cNvPr>
          <p:cNvGrpSpPr/>
          <p:nvPr/>
        </p:nvGrpSpPr>
        <p:grpSpPr>
          <a:xfrm rot="15058706">
            <a:off x="7593153" y="5469921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DCFF06C1-6C46-28F4-8D1D-6F8FE6E83E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Arrow: Right 109">
              <a:extLst>
                <a:ext uri="{FF2B5EF4-FFF2-40B4-BE49-F238E27FC236}">
                  <a16:creationId xmlns:a16="http://schemas.microsoft.com/office/drawing/2014/main" id="{8A7E86B2-9877-C4F0-0680-7D34EE3AC98E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4941676-E333-B5EA-3F8A-70BA5F133045}"/>
              </a:ext>
            </a:extLst>
          </p:cNvPr>
          <p:cNvGrpSpPr/>
          <p:nvPr/>
        </p:nvGrpSpPr>
        <p:grpSpPr>
          <a:xfrm>
            <a:off x="10548415" y="4735134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7501CAAE-FF2E-3059-CC2F-DADB8DF7856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3" name="Rectangle: Rounded Corners 4">
              <a:extLst>
                <a:ext uri="{FF2B5EF4-FFF2-40B4-BE49-F238E27FC236}">
                  <a16:creationId xmlns:a16="http://schemas.microsoft.com/office/drawing/2014/main" id="{70CDF81D-9310-46FB-D7D0-FE9ABC74417E}"/>
                </a:ext>
              </a:extLst>
            </p:cNvPr>
            <p:cNvSpPr txBox="1"/>
            <p:nvPr/>
          </p:nvSpPr>
          <p:spPr>
            <a:xfrm>
              <a:off x="1202637" y="1108730"/>
              <a:ext cx="2022422" cy="1051980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104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000"/>
                            </p:stCondLst>
                            <p:childTnLst>
                              <p:par>
                                <p:cTn id="12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6B3774-EA92-DCFB-F963-ED8A8E41CA37}"/>
              </a:ext>
            </a:extLst>
          </p:cNvPr>
          <p:cNvSpPr txBox="1"/>
          <p:nvPr/>
        </p:nvSpPr>
        <p:spPr>
          <a:xfrm>
            <a:off x="-29417" y="-36212"/>
            <a:ext cx="575913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void </a:t>
            </a:r>
            <a:r>
              <a:rPr lang="en-US" b="1" dirty="0" err="1"/>
              <a:t>traverseCircular</a:t>
            </a:r>
            <a:r>
              <a:rPr lang="en-US" b="1" dirty="0"/>
              <a:t>() {</a:t>
            </a:r>
          </a:p>
          <a:p>
            <a:r>
              <a:rPr lang="en-US" b="1" dirty="0"/>
              <a:t>    if (</a:t>
            </a:r>
            <a:r>
              <a:rPr lang="en-US" b="1" dirty="0" err="1"/>
              <a:t>isListEmpty</a:t>
            </a:r>
            <a:r>
              <a:rPr lang="en-US" b="1" dirty="0"/>
              <a:t>()) {</a:t>
            </a:r>
          </a:p>
          <a:p>
            <a:r>
              <a:rPr lang="en-US" b="1" dirty="0"/>
              <a:t>        cout &lt;&lt; "\n List is empty. Cannot traverse.";</a:t>
            </a:r>
          </a:p>
          <a:p>
            <a:r>
              <a:rPr lang="en-US" b="1" dirty="0"/>
              <a:t>        return;  }</a:t>
            </a:r>
          </a:p>
          <a:p>
            <a:r>
              <a:rPr lang="en-US" b="1" dirty="0"/>
              <a:t>    if (tail-&gt;next != head) {</a:t>
            </a:r>
          </a:p>
          <a:p>
            <a:r>
              <a:rPr lang="en-US" b="1" dirty="0"/>
              <a:t>        cout &lt;&lt; "\n List is not circular. Convert it first!";</a:t>
            </a:r>
          </a:p>
          <a:p>
            <a:r>
              <a:rPr lang="en-US" b="1" dirty="0"/>
              <a:t>        return;  }</a:t>
            </a:r>
          </a:p>
          <a:p>
            <a:r>
              <a:rPr lang="en-US" b="1" dirty="0"/>
              <a:t>    int iterations;</a:t>
            </a:r>
          </a:p>
          <a:p>
            <a:r>
              <a:rPr lang="en-US" b="1" dirty="0"/>
              <a:t>    cout &lt;&lt; "\n Enter number of iterations: ";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cin &gt;&gt; iterations;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Node* current = head;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cout &lt;&lt; "\n Traversing Circular Linked List: ";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for (  int </a:t>
            </a:r>
            <a:r>
              <a:rPr lang="en-US" b="1" dirty="0" err="1"/>
              <a:t>i</a:t>
            </a:r>
            <a:r>
              <a:rPr lang="en-US" b="1" dirty="0"/>
              <a:t> = 0;   </a:t>
            </a:r>
            <a:r>
              <a:rPr lang="en-US" b="1" dirty="0" err="1"/>
              <a:t>i</a:t>
            </a:r>
            <a:r>
              <a:rPr lang="en-US" b="1" dirty="0"/>
              <a:t> &lt; iterations;   ++</a:t>
            </a:r>
            <a:r>
              <a:rPr lang="en-US" b="1" dirty="0" err="1"/>
              <a:t>i</a:t>
            </a:r>
            <a:r>
              <a:rPr lang="en-US" b="1" dirty="0"/>
              <a:t>   )    {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cout &lt;&lt; current-&gt;data &lt;&lt; "  ";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current = current-&gt;next;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if (current == head)    {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           cout &lt;&lt; " | ";</a:t>
            </a:r>
          </a:p>
          <a:p>
            <a:r>
              <a:rPr lang="en-US" b="1" dirty="0"/>
              <a:t>        }</a:t>
            </a:r>
          </a:p>
          <a:p>
            <a:r>
              <a:rPr lang="en-US" b="1" dirty="0"/>
              <a:t>    }</a:t>
            </a:r>
          </a:p>
          <a:p>
            <a:r>
              <a:rPr lang="en-US" b="1" dirty="0"/>
              <a:t>}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8FDE05F-6B83-45B8-72A6-6A3C9F672D1D}"/>
              </a:ext>
            </a:extLst>
          </p:cNvPr>
          <p:cNvGrpSpPr/>
          <p:nvPr/>
        </p:nvGrpSpPr>
        <p:grpSpPr>
          <a:xfrm>
            <a:off x="6267388" y="531069"/>
            <a:ext cx="1790761" cy="835911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80DD9EA-ACCA-DC64-D1C9-053616CAD00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EFA7FB2D-EFC9-8A46-3D89-25C7CBF7A9D1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AC58DD2-79F7-6CA4-01EE-D93DEA2B970F}"/>
              </a:ext>
            </a:extLst>
          </p:cNvPr>
          <p:cNvGrpSpPr/>
          <p:nvPr/>
        </p:nvGrpSpPr>
        <p:grpSpPr>
          <a:xfrm>
            <a:off x="8212448" y="5908459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6F738B9-5138-AABF-AE37-FF09B829AA8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4788EE67-5290-E9F6-F80E-17D2BF658178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38B5E58-767D-14D0-5C18-91CF1055EBE5}"/>
              </a:ext>
            </a:extLst>
          </p:cNvPr>
          <p:cNvGrpSpPr/>
          <p:nvPr/>
        </p:nvGrpSpPr>
        <p:grpSpPr>
          <a:xfrm>
            <a:off x="6586965" y="1061372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F92D8E4-2A50-C453-7E69-99A2113E4C8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858B0092-F724-A481-0619-403ABF791BF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FC97DBA-DA48-9F82-DDDF-315C5F1D29C3}"/>
              </a:ext>
            </a:extLst>
          </p:cNvPr>
          <p:cNvGrpSpPr/>
          <p:nvPr/>
        </p:nvGrpSpPr>
        <p:grpSpPr>
          <a:xfrm>
            <a:off x="8235938" y="6466541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59FA913-3CC0-468B-4557-999E555DC76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C0F5C9BB-1493-3D6F-71C4-B3181B09C97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A24D475-D9EF-45DD-89E2-0084124BBA3C}"/>
              </a:ext>
            </a:extLst>
          </p:cNvPr>
          <p:cNvGrpSpPr/>
          <p:nvPr/>
        </p:nvGrpSpPr>
        <p:grpSpPr>
          <a:xfrm>
            <a:off x="7818852" y="2729634"/>
            <a:ext cx="4014430" cy="1145236"/>
            <a:chOff x="5206427" y="770677"/>
            <a:chExt cx="4516995" cy="117963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1A789BD-0065-6189-D9DA-5889D19656B2}"/>
                </a:ext>
              </a:extLst>
            </p:cNvPr>
            <p:cNvGrpSpPr/>
            <p:nvPr/>
          </p:nvGrpSpPr>
          <p:grpSpPr>
            <a:xfrm>
              <a:off x="6297519" y="770677"/>
              <a:ext cx="2618070" cy="484119"/>
              <a:chOff x="1159466" y="892336"/>
              <a:chExt cx="2405552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2C27D085-03E6-FC01-8550-D8AE9D463F4C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28" name="Rectangle: Rounded Corners 4">
                <a:extLst>
                  <a:ext uri="{FF2B5EF4-FFF2-40B4-BE49-F238E27FC236}">
                    <a16:creationId xmlns:a16="http://schemas.microsoft.com/office/drawing/2014/main" id="{C00FBED4-B000-DEA3-B107-BA91A1CCDB7D}"/>
                  </a:ext>
                </a:extLst>
              </p:cNvPr>
              <p:cNvSpPr txBox="1"/>
              <p:nvPr/>
            </p:nvSpPr>
            <p:spPr>
              <a:xfrm>
                <a:off x="1202696" y="1067247"/>
                <a:ext cx="221898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   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D58BCB74-F154-A292-2A8B-643B886263E9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370A98A-DE55-297B-AF21-5E570AD7D71B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F9E3678B-55A1-CF90-6271-D0E4EB26B1DD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26" name="Rectangle: Rounded Corners 4">
                <a:extLst>
                  <a:ext uri="{FF2B5EF4-FFF2-40B4-BE49-F238E27FC236}">
                    <a16:creationId xmlns:a16="http://schemas.microsoft.com/office/drawing/2014/main" id="{D41CF73F-05DE-3CEA-1ECE-F886EED449A1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7EB8048-C7E7-3CCF-AC0F-3B6C02CEEE31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02C3A5B0-BF12-6A52-B66A-6F2654699C38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24" name="Rectangle: Rounded Corners 4">
                <a:extLst>
                  <a:ext uri="{FF2B5EF4-FFF2-40B4-BE49-F238E27FC236}">
                    <a16:creationId xmlns:a16="http://schemas.microsoft.com/office/drawing/2014/main" id="{69604519-5D2B-64BE-3CFB-B520FD169F85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9DEFC49-A010-A6F9-0241-E293CC26A2ED}"/>
              </a:ext>
            </a:extLst>
          </p:cNvPr>
          <p:cNvGrpSpPr/>
          <p:nvPr/>
        </p:nvGrpSpPr>
        <p:grpSpPr>
          <a:xfrm>
            <a:off x="7500648" y="3086765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30AD426-2731-E91D-BD11-D652267CE87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1" name="Rectangle: Rounded Corners 4">
              <a:extLst>
                <a:ext uri="{FF2B5EF4-FFF2-40B4-BE49-F238E27FC236}">
                  <a16:creationId xmlns:a16="http://schemas.microsoft.com/office/drawing/2014/main" id="{651997CD-3314-2AD0-91D1-6CE15F326E1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2B45692-03C5-A2D3-F96E-E6B3EB3C753D}"/>
              </a:ext>
            </a:extLst>
          </p:cNvPr>
          <p:cNvGrpSpPr/>
          <p:nvPr/>
        </p:nvGrpSpPr>
        <p:grpSpPr>
          <a:xfrm>
            <a:off x="9611157" y="2646149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82A0242D-3BD4-7FED-FD3F-366067C3C6A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4" name="Rectangle: Rounded Corners 4">
              <a:extLst>
                <a:ext uri="{FF2B5EF4-FFF2-40B4-BE49-F238E27FC236}">
                  <a16:creationId xmlns:a16="http://schemas.microsoft.com/office/drawing/2014/main" id="{47C513D4-025E-A4E9-298A-E27FB52D120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6732E6F-7203-3FB0-471E-28E64BE599A3}"/>
              </a:ext>
            </a:extLst>
          </p:cNvPr>
          <p:cNvGrpSpPr/>
          <p:nvPr/>
        </p:nvGrpSpPr>
        <p:grpSpPr>
          <a:xfrm>
            <a:off x="10528004" y="3425797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80EE3485-3164-7E38-1DD3-279EA9AF611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7" name="Rectangle: Rounded Corners 4">
              <a:extLst>
                <a:ext uri="{FF2B5EF4-FFF2-40B4-BE49-F238E27FC236}">
                  <a16:creationId xmlns:a16="http://schemas.microsoft.com/office/drawing/2014/main" id="{33B83326-2734-FAE8-2EA3-57004F2F611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5A2B0FA-7204-720C-0C2E-3988417F5189}"/>
              </a:ext>
            </a:extLst>
          </p:cNvPr>
          <p:cNvGrpSpPr/>
          <p:nvPr/>
        </p:nvGrpSpPr>
        <p:grpSpPr>
          <a:xfrm>
            <a:off x="8847929" y="3391773"/>
            <a:ext cx="733158" cy="37377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5D7AA1BE-EB7B-7FFA-ED87-899E7DDDE59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0" name="Rectangle: Rounded Corners 4">
              <a:extLst>
                <a:ext uri="{FF2B5EF4-FFF2-40B4-BE49-F238E27FC236}">
                  <a16:creationId xmlns:a16="http://schemas.microsoft.com/office/drawing/2014/main" id="{671FA4C6-1713-D627-F915-00395312D6C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020D16A-4441-27C4-7DEF-9F415EB3F1C8}"/>
              </a:ext>
            </a:extLst>
          </p:cNvPr>
          <p:cNvGrpSpPr/>
          <p:nvPr/>
        </p:nvGrpSpPr>
        <p:grpSpPr>
          <a:xfrm>
            <a:off x="7846011" y="1228684"/>
            <a:ext cx="4014430" cy="1145236"/>
            <a:chOff x="5206427" y="770677"/>
            <a:chExt cx="4516995" cy="1179639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ABC1314B-6D28-C769-EFB1-A481F7A04F0E}"/>
                </a:ext>
              </a:extLst>
            </p:cNvPr>
            <p:cNvGrpSpPr/>
            <p:nvPr/>
          </p:nvGrpSpPr>
          <p:grpSpPr>
            <a:xfrm>
              <a:off x="6297520" y="770677"/>
              <a:ext cx="2334807" cy="484119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FEBC7B3C-A92D-8D63-C81D-904F86F35F86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51" name="Rectangle: Rounded Corners 4">
                <a:extLst>
                  <a:ext uri="{FF2B5EF4-FFF2-40B4-BE49-F238E27FC236}">
                    <a16:creationId xmlns:a16="http://schemas.microsoft.com/office/drawing/2014/main" id="{DF8590F7-044D-5CBE-02DC-DB2D5D162A6D}"/>
                  </a:ext>
                </a:extLst>
              </p:cNvPr>
              <p:cNvSpPr txBox="1"/>
              <p:nvPr/>
            </p:nvSpPr>
            <p:spPr>
              <a:xfrm>
                <a:off x="1270085" y="1114247"/>
                <a:ext cx="188445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</a:t>
                </a:r>
                <a:r>
                  <a:rPr lang="en-US" sz="2000" b="1" dirty="0">
                    <a:solidFill>
                      <a:schemeClr val="bg2">
                        <a:lumMod val="25000"/>
                      </a:schemeClr>
                    </a:solidFill>
                  </a:rPr>
                  <a:t>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B6CCA1FA-61D6-5E31-BC28-C54077514278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2BEDBD17-F42D-3888-BBC3-6E9E2B7E0D7F}"/>
                </a:ext>
              </a:extLst>
            </p:cNvPr>
            <p:cNvGrpSpPr/>
            <p:nvPr/>
          </p:nvGrpSpPr>
          <p:grpSpPr>
            <a:xfrm>
              <a:off x="5359337" y="1467460"/>
              <a:ext cx="1869845" cy="371558"/>
              <a:chOff x="1159466" y="892336"/>
              <a:chExt cx="2145283" cy="1367628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708C4D37-0015-FEEE-B107-4D590F125C48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145283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49" name="Rectangle: Rounded Corners 4">
                <a:extLst>
                  <a:ext uri="{FF2B5EF4-FFF2-40B4-BE49-F238E27FC236}">
                    <a16:creationId xmlns:a16="http://schemas.microsoft.com/office/drawing/2014/main" id="{F8AC2778-CAD5-FEBD-F945-4E8889CB73BE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DC934C94-9A3A-E00D-42A9-6865F0027D60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791DE5A0-D0A8-4D43-A979-95F453F8EBEF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47" name="Rectangle: Rounded Corners 4">
                <a:extLst>
                  <a:ext uri="{FF2B5EF4-FFF2-40B4-BE49-F238E27FC236}">
                    <a16:creationId xmlns:a16="http://schemas.microsoft.com/office/drawing/2014/main" id="{757016CB-9BD1-B78B-F3B7-57670BC57B95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543AAF3-4431-61FC-08BE-E705B183D265}"/>
              </a:ext>
            </a:extLst>
          </p:cNvPr>
          <p:cNvGrpSpPr/>
          <p:nvPr/>
        </p:nvGrpSpPr>
        <p:grpSpPr>
          <a:xfrm>
            <a:off x="8952409" y="1909774"/>
            <a:ext cx="733158" cy="37377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66AE2128-0E5D-7D51-EC03-1DA107C7300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4" name="Rectangle: Rounded Corners 4">
              <a:extLst>
                <a:ext uri="{FF2B5EF4-FFF2-40B4-BE49-F238E27FC236}">
                  <a16:creationId xmlns:a16="http://schemas.microsoft.com/office/drawing/2014/main" id="{C4D81D36-69C1-D93B-0615-FF7877AD7F4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4CF2A80-643C-9D39-EB7C-EE06651DC5DE}"/>
              </a:ext>
            </a:extLst>
          </p:cNvPr>
          <p:cNvGrpSpPr/>
          <p:nvPr/>
        </p:nvGrpSpPr>
        <p:grpSpPr>
          <a:xfrm>
            <a:off x="10555163" y="1931838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6A989C67-589B-C0B9-A623-CEF7225C392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7" name="Rectangle: Rounded Corners 4">
              <a:extLst>
                <a:ext uri="{FF2B5EF4-FFF2-40B4-BE49-F238E27FC236}">
                  <a16:creationId xmlns:a16="http://schemas.microsoft.com/office/drawing/2014/main" id="{29C5087B-D40B-F0EB-70DD-DDDD125C014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182943F-6FAC-3231-D66C-D04D7A12339B}"/>
              </a:ext>
            </a:extLst>
          </p:cNvPr>
          <p:cNvGrpSpPr/>
          <p:nvPr/>
        </p:nvGrpSpPr>
        <p:grpSpPr>
          <a:xfrm>
            <a:off x="9554767" y="1162275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06CC8C1F-E780-3BC7-893C-496D7B7353C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0" name="Rectangle: Rounded Corners 4">
              <a:extLst>
                <a:ext uri="{FF2B5EF4-FFF2-40B4-BE49-F238E27FC236}">
                  <a16:creationId xmlns:a16="http://schemas.microsoft.com/office/drawing/2014/main" id="{06D15020-C16F-AEFC-0459-781687BC18F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C831F8F-E010-1EA5-174A-FA00A9700A71}"/>
              </a:ext>
            </a:extLst>
          </p:cNvPr>
          <p:cNvGrpSpPr/>
          <p:nvPr/>
        </p:nvGrpSpPr>
        <p:grpSpPr>
          <a:xfrm>
            <a:off x="7465408" y="1628922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FEDAD881-9FA2-9FF3-4896-AFD0DD055BD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3" name="Rectangle: Rounded Corners 4">
              <a:extLst>
                <a:ext uri="{FF2B5EF4-FFF2-40B4-BE49-F238E27FC236}">
                  <a16:creationId xmlns:a16="http://schemas.microsoft.com/office/drawing/2014/main" id="{4EA86AD8-F176-851F-EA07-A406D7D9200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0C29BD2-0C46-2641-1134-0B6E1AEA5978}"/>
              </a:ext>
            </a:extLst>
          </p:cNvPr>
          <p:cNvGrpSpPr/>
          <p:nvPr/>
        </p:nvGrpSpPr>
        <p:grpSpPr>
          <a:xfrm>
            <a:off x="10555163" y="1928694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424A0B41-8F3D-DD12-2B0E-CB420D3CD8F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6" name="Rectangle: Rounded Corners 4">
              <a:extLst>
                <a:ext uri="{FF2B5EF4-FFF2-40B4-BE49-F238E27FC236}">
                  <a16:creationId xmlns:a16="http://schemas.microsoft.com/office/drawing/2014/main" id="{75F2D877-F75F-10C2-99EB-AB5B4628EC7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7E27E1E-244F-0010-6794-80F090F1FB9E}"/>
              </a:ext>
            </a:extLst>
          </p:cNvPr>
          <p:cNvGrpSpPr/>
          <p:nvPr/>
        </p:nvGrpSpPr>
        <p:grpSpPr>
          <a:xfrm>
            <a:off x="7826864" y="4232921"/>
            <a:ext cx="4014430" cy="1145236"/>
            <a:chOff x="5206427" y="770677"/>
            <a:chExt cx="4516995" cy="1179639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2E75715F-0E09-E9D7-D1DB-1F4D87B9BB26}"/>
                </a:ext>
              </a:extLst>
            </p:cNvPr>
            <p:cNvGrpSpPr/>
            <p:nvPr/>
          </p:nvGrpSpPr>
          <p:grpSpPr>
            <a:xfrm>
              <a:off x="6297519" y="770677"/>
              <a:ext cx="2618070" cy="484119"/>
              <a:chOff x="1159466" y="892336"/>
              <a:chExt cx="2405552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96943234-B789-6B93-A71A-3F9E26B90867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77" name="Rectangle: Rounded Corners 4">
                <a:extLst>
                  <a:ext uri="{FF2B5EF4-FFF2-40B4-BE49-F238E27FC236}">
                    <a16:creationId xmlns:a16="http://schemas.microsoft.com/office/drawing/2014/main" id="{9E54B1C5-4839-D2F5-4CC9-443CA5065D0D}"/>
                  </a:ext>
                </a:extLst>
              </p:cNvPr>
              <p:cNvSpPr txBox="1"/>
              <p:nvPr/>
            </p:nvSpPr>
            <p:spPr>
              <a:xfrm>
                <a:off x="1202696" y="1067247"/>
                <a:ext cx="221898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   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1F55C1AA-4C10-A573-2C1A-A475E85DD0E7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5DE565C9-9941-519A-F782-1A3A8C6BB71D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8C0DFD8E-C7F8-A48A-885F-5FAE9D331E77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75" name="Rectangle: Rounded Corners 4">
                <a:extLst>
                  <a:ext uri="{FF2B5EF4-FFF2-40B4-BE49-F238E27FC236}">
                    <a16:creationId xmlns:a16="http://schemas.microsoft.com/office/drawing/2014/main" id="{07E9BA7A-F867-86F3-F222-34F6634A6647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9F89981-654E-DC41-30E2-8358FA73AC93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EC7C42FE-BD90-C26D-7C52-12FCB29144FC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73" name="Rectangle: Rounded Corners 4">
                <a:extLst>
                  <a:ext uri="{FF2B5EF4-FFF2-40B4-BE49-F238E27FC236}">
                    <a16:creationId xmlns:a16="http://schemas.microsoft.com/office/drawing/2014/main" id="{31F1A7D9-F857-144D-04A4-25913A436666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281107E-3FB4-8C2F-D5D3-B12756BDC822}"/>
              </a:ext>
            </a:extLst>
          </p:cNvPr>
          <p:cNvGrpSpPr/>
          <p:nvPr/>
        </p:nvGrpSpPr>
        <p:grpSpPr>
          <a:xfrm>
            <a:off x="7490293" y="4582665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98EE0081-0EF8-FA40-29AF-9CB50FE2055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0" name="Rectangle: Rounded Corners 4">
              <a:extLst>
                <a:ext uri="{FF2B5EF4-FFF2-40B4-BE49-F238E27FC236}">
                  <a16:creationId xmlns:a16="http://schemas.microsoft.com/office/drawing/2014/main" id="{B11CD777-5C63-34DC-FD3E-029E9503895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4F5FB64-16AF-BEA3-03A9-23D79C3716F4}"/>
              </a:ext>
            </a:extLst>
          </p:cNvPr>
          <p:cNvGrpSpPr/>
          <p:nvPr/>
        </p:nvGrpSpPr>
        <p:grpSpPr>
          <a:xfrm>
            <a:off x="9451889" y="4129672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00D956A1-BA1C-6B35-D0B7-D7E1A560441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3" name="Rectangle: Rounded Corners 4">
              <a:extLst>
                <a:ext uri="{FF2B5EF4-FFF2-40B4-BE49-F238E27FC236}">
                  <a16:creationId xmlns:a16="http://schemas.microsoft.com/office/drawing/2014/main" id="{7A15C1EF-05B3-F37B-C562-FAA05EF5E1A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E42B32F-FB0A-D80A-F493-F9C7AD962B64}"/>
              </a:ext>
            </a:extLst>
          </p:cNvPr>
          <p:cNvGrpSpPr/>
          <p:nvPr/>
        </p:nvGrpSpPr>
        <p:grpSpPr>
          <a:xfrm>
            <a:off x="8848658" y="4964197"/>
            <a:ext cx="733158" cy="2772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CDAE037D-82BF-09EE-E60F-4C8BC7F01E6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6" name="Rectangle: Rounded Corners 4">
              <a:extLst>
                <a:ext uri="{FF2B5EF4-FFF2-40B4-BE49-F238E27FC236}">
                  <a16:creationId xmlns:a16="http://schemas.microsoft.com/office/drawing/2014/main" id="{CB2E840D-B268-5947-059C-B318C99E1DB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33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BABFEA2-DB3B-5BE1-D554-E168F5379BA8}"/>
              </a:ext>
            </a:extLst>
          </p:cNvPr>
          <p:cNvGrpSpPr/>
          <p:nvPr/>
        </p:nvGrpSpPr>
        <p:grpSpPr>
          <a:xfrm>
            <a:off x="10497017" y="4936883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662A23FE-0C50-D5BB-703F-795BA653B3E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9" name="Rectangle: Rounded Corners 4">
              <a:extLst>
                <a:ext uri="{FF2B5EF4-FFF2-40B4-BE49-F238E27FC236}">
                  <a16:creationId xmlns:a16="http://schemas.microsoft.com/office/drawing/2014/main" id="{1B246186-7CBC-C07C-039D-0A6F93EF7FF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C786CEC-6113-1584-1B3D-A13CE1493883}"/>
              </a:ext>
            </a:extLst>
          </p:cNvPr>
          <p:cNvGrpSpPr/>
          <p:nvPr/>
        </p:nvGrpSpPr>
        <p:grpSpPr>
          <a:xfrm>
            <a:off x="10523135" y="3421112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61189B4D-BD50-1ECF-E055-1BC008EDC98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2" name="Rectangle: Rounded Corners 4">
              <a:extLst>
                <a:ext uri="{FF2B5EF4-FFF2-40B4-BE49-F238E27FC236}">
                  <a16:creationId xmlns:a16="http://schemas.microsoft.com/office/drawing/2014/main" id="{DFF6613F-8A4E-B65D-D361-3D9984C4E44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43F4CE1-5CE4-FFA1-0B57-42E87540B9F9}"/>
              </a:ext>
            </a:extLst>
          </p:cNvPr>
          <p:cNvGrpSpPr/>
          <p:nvPr/>
        </p:nvGrpSpPr>
        <p:grpSpPr>
          <a:xfrm>
            <a:off x="8227031" y="6471272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F3F50F63-08C7-10A4-44E5-786B59A61AB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5" name="Rectangle: Rounded Corners 4">
              <a:extLst>
                <a:ext uri="{FF2B5EF4-FFF2-40B4-BE49-F238E27FC236}">
                  <a16:creationId xmlns:a16="http://schemas.microsoft.com/office/drawing/2014/main" id="{AABC8DB2-8DBC-D8D2-FBBB-D751ECC1334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35A74715-567A-7C9B-CECB-EB25520B731F}"/>
              </a:ext>
            </a:extLst>
          </p:cNvPr>
          <p:cNvGrpSpPr/>
          <p:nvPr/>
        </p:nvGrpSpPr>
        <p:grpSpPr>
          <a:xfrm>
            <a:off x="6572957" y="1066103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F54AD922-570F-9268-BBB8-8883EF87244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8" name="Rectangle: Rounded Corners 4">
              <a:extLst>
                <a:ext uri="{FF2B5EF4-FFF2-40B4-BE49-F238E27FC236}">
                  <a16:creationId xmlns:a16="http://schemas.microsoft.com/office/drawing/2014/main" id="{39006D5D-16E5-442F-14DA-C86EA8DFDD9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88C990DC-927F-96A6-4DF0-74F7C4D9710E}"/>
              </a:ext>
            </a:extLst>
          </p:cNvPr>
          <p:cNvGrpSpPr/>
          <p:nvPr/>
        </p:nvGrpSpPr>
        <p:grpSpPr>
          <a:xfrm rot="2287042">
            <a:off x="8011698" y="691255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32FB7F51-2167-7317-9DF4-283B3A19DE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Arrow: Right 100">
              <a:extLst>
                <a:ext uri="{FF2B5EF4-FFF2-40B4-BE49-F238E27FC236}">
                  <a16:creationId xmlns:a16="http://schemas.microsoft.com/office/drawing/2014/main" id="{C25DDB0E-BADE-9083-7595-EB34961BB122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D14EB5E-D39F-789B-5D58-F1700EF7596D}"/>
              </a:ext>
            </a:extLst>
          </p:cNvPr>
          <p:cNvGrpSpPr/>
          <p:nvPr/>
        </p:nvGrpSpPr>
        <p:grpSpPr>
          <a:xfrm rot="7921994">
            <a:off x="11189582" y="2468370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C34C79B1-1B41-CE62-740A-8A624DEBA8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Arrow: Right 103">
              <a:extLst>
                <a:ext uri="{FF2B5EF4-FFF2-40B4-BE49-F238E27FC236}">
                  <a16:creationId xmlns:a16="http://schemas.microsoft.com/office/drawing/2014/main" id="{6A451D29-6C5E-0A38-A700-2545DCD8EBF5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5691929-8355-0C61-485E-E73C84C4A7E7}"/>
              </a:ext>
            </a:extLst>
          </p:cNvPr>
          <p:cNvGrpSpPr/>
          <p:nvPr/>
        </p:nvGrpSpPr>
        <p:grpSpPr>
          <a:xfrm rot="7921994">
            <a:off x="11190443" y="3982067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3A255D7C-C23B-F34E-A05B-7474A4E93A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Arrow: Right 106">
              <a:extLst>
                <a:ext uri="{FF2B5EF4-FFF2-40B4-BE49-F238E27FC236}">
                  <a16:creationId xmlns:a16="http://schemas.microsoft.com/office/drawing/2014/main" id="{1D662BCC-A70C-AD59-B7F8-1AA76860AF0A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379DF2FD-4A5F-5B0B-6EC2-F1D903EB9589}"/>
              </a:ext>
            </a:extLst>
          </p:cNvPr>
          <p:cNvGrpSpPr/>
          <p:nvPr/>
        </p:nvGrpSpPr>
        <p:grpSpPr>
          <a:xfrm rot="15058706">
            <a:off x="7556941" y="5669087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EB89B807-E70A-DDCB-B920-BAF15D00E3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Arrow: Right 109">
              <a:extLst>
                <a:ext uri="{FF2B5EF4-FFF2-40B4-BE49-F238E27FC236}">
                  <a16:creationId xmlns:a16="http://schemas.microsoft.com/office/drawing/2014/main" id="{9F2CFEE6-6410-9137-0E09-0603B19485C7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EFB3AD6-7005-65B6-6A77-7837DA266565}"/>
              </a:ext>
            </a:extLst>
          </p:cNvPr>
          <p:cNvGrpSpPr/>
          <p:nvPr/>
        </p:nvGrpSpPr>
        <p:grpSpPr>
          <a:xfrm>
            <a:off x="10512203" y="493430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6C19BF1D-C7CA-CFD0-4F8D-D1CEB28404A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3" name="Rectangle: Rounded Corners 4">
              <a:extLst>
                <a:ext uri="{FF2B5EF4-FFF2-40B4-BE49-F238E27FC236}">
                  <a16:creationId xmlns:a16="http://schemas.microsoft.com/office/drawing/2014/main" id="{3FB4947B-9B55-B56B-7D24-AD6C40E2F6B0}"/>
                </a:ext>
              </a:extLst>
            </p:cNvPr>
            <p:cNvSpPr txBox="1"/>
            <p:nvPr/>
          </p:nvSpPr>
          <p:spPr>
            <a:xfrm>
              <a:off x="1202637" y="1108730"/>
              <a:ext cx="2022422" cy="1051980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15" name="Rectangle 114">
            <a:extLst>
              <a:ext uri="{FF2B5EF4-FFF2-40B4-BE49-F238E27FC236}">
                <a16:creationId xmlns:a16="http://schemas.microsoft.com/office/drawing/2014/main" id="{0C1DC222-D026-3E40-6AA7-3CDF9D38657A}"/>
              </a:ext>
            </a:extLst>
          </p:cNvPr>
          <p:cNvSpPr/>
          <p:nvPr/>
        </p:nvSpPr>
        <p:spPr>
          <a:xfrm>
            <a:off x="5103484" y="3741812"/>
            <a:ext cx="648943" cy="4433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C97D325-0E37-C6C7-069B-D7532FE06177}"/>
              </a:ext>
            </a:extLst>
          </p:cNvPr>
          <p:cNvSpPr/>
          <p:nvPr/>
        </p:nvSpPr>
        <p:spPr>
          <a:xfrm>
            <a:off x="4449531" y="3741811"/>
            <a:ext cx="648943" cy="4433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i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9FD4830E-7F48-1F31-139F-7ADBFED5048F}"/>
              </a:ext>
            </a:extLst>
          </p:cNvPr>
          <p:cNvGrpSpPr/>
          <p:nvPr/>
        </p:nvGrpSpPr>
        <p:grpSpPr>
          <a:xfrm>
            <a:off x="4125328" y="2576172"/>
            <a:ext cx="1970672" cy="657736"/>
            <a:chOff x="5386193" y="1370509"/>
            <a:chExt cx="1300470" cy="997421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51EBD963-F063-DE47-BD19-09B1E9BA122E}"/>
                </a:ext>
              </a:extLst>
            </p:cNvPr>
            <p:cNvGrpSpPr/>
            <p:nvPr/>
          </p:nvGrpSpPr>
          <p:grpSpPr>
            <a:xfrm>
              <a:off x="5386193" y="1370509"/>
              <a:ext cx="1300470" cy="844560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122" name="Rectangle: Rounded Corners 121">
                <a:extLst>
                  <a:ext uri="{FF2B5EF4-FFF2-40B4-BE49-F238E27FC236}">
                    <a16:creationId xmlns:a16="http://schemas.microsoft.com/office/drawing/2014/main" id="{DFEC3FA8-97B6-CE0B-31F4-9E1190050FE6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PK">
                  <a:solidFill>
                    <a:srgbClr val="FF0000"/>
                  </a:solidFill>
                </a:endParaRPr>
              </a:p>
            </p:txBody>
          </p:sp>
          <p:sp>
            <p:nvSpPr>
              <p:cNvPr id="123" name="Rectangle: Rounded Corners 4">
                <a:extLst>
                  <a:ext uri="{FF2B5EF4-FFF2-40B4-BE49-F238E27FC236}">
                    <a16:creationId xmlns:a16="http://schemas.microsoft.com/office/drawing/2014/main" id="{A4788131-787D-B180-C01B-61E48205C34B}"/>
                  </a:ext>
                </a:extLst>
              </p:cNvPr>
              <p:cNvSpPr txBox="1"/>
              <p:nvPr/>
            </p:nvSpPr>
            <p:spPr>
              <a:xfrm>
                <a:off x="1302711" y="1060713"/>
                <a:ext cx="1813421" cy="1051982"/>
              </a:xfrm>
              <a:prstGeom prst="rect">
                <a:avLst/>
              </a:prstGeom>
              <a:grpFill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lvl="0" indent="0" algn="ctr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600" b="1" kern="1200" dirty="0">
                    <a:solidFill>
                      <a:srgbClr val="FF0000"/>
                    </a:solidFill>
                  </a:rPr>
                  <a:t>iterations</a:t>
                </a:r>
                <a:endParaRPr lang="en-PK" sz="2600" b="1" kern="12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4D445E44-AB20-ED36-BFEB-F78E0EF6885E}"/>
                </a:ext>
              </a:extLst>
            </p:cNvPr>
            <p:cNvGrpSpPr/>
            <p:nvPr/>
          </p:nvGrpSpPr>
          <p:grpSpPr>
            <a:xfrm>
              <a:off x="5628101" y="1954841"/>
              <a:ext cx="785478" cy="413089"/>
              <a:chOff x="1545497" y="483582"/>
              <a:chExt cx="1366826" cy="1776381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20" name="Rectangle: Rounded Corners 119">
                <a:extLst>
                  <a:ext uri="{FF2B5EF4-FFF2-40B4-BE49-F238E27FC236}">
                    <a16:creationId xmlns:a16="http://schemas.microsoft.com/office/drawing/2014/main" id="{75E6765F-0415-8FB0-3D71-DD0355659DC2}"/>
                  </a:ext>
                </a:extLst>
              </p:cNvPr>
              <p:cNvSpPr/>
              <p:nvPr/>
            </p:nvSpPr>
            <p:spPr>
              <a:xfrm>
                <a:off x="1545497" y="483582"/>
                <a:ext cx="1366826" cy="1776381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21" name="Rectangle: Rounded Corners 4">
                <a:extLst>
                  <a:ext uri="{FF2B5EF4-FFF2-40B4-BE49-F238E27FC236}">
                    <a16:creationId xmlns:a16="http://schemas.microsoft.com/office/drawing/2014/main" id="{1F8C83AB-7191-1995-331E-9B5CAB987278}"/>
                  </a:ext>
                </a:extLst>
              </p:cNvPr>
              <p:cNvSpPr txBox="1"/>
              <p:nvPr/>
            </p:nvSpPr>
            <p:spPr>
              <a:xfrm>
                <a:off x="1795231" y="737682"/>
                <a:ext cx="892283" cy="1423023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7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D2482179-93F3-7E32-D09A-DA366F6E125F}"/>
              </a:ext>
            </a:extLst>
          </p:cNvPr>
          <p:cNvGrpSpPr/>
          <p:nvPr/>
        </p:nvGrpSpPr>
        <p:grpSpPr>
          <a:xfrm>
            <a:off x="4564323" y="1769530"/>
            <a:ext cx="1970672" cy="657736"/>
            <a:chOff x="5386193" y="1370509"/>
            <a:chExt cx="1300470" cy="997421"/>
          </a:xfrm>
        </p:grpSpPr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825275CB-F8F0-4FBC-40B2-B5B559024929}"/>
                </a:ext>
              </a:extLst>
            </p:cNvPr>
            <p:cNvGrpSpPr/>
            <p:nvPr/>
          </p:nvGrpSpPr>
          <p:grpSpPr>
            <a:xfrm>
              <a:off x="5386193" y="1370509"/>
              <a:ext cx="1300470" cy="844560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129" name="Rectangle: Rounded Corners 128">
                <a:extLst>
                  <a:ext uri="{FF2B5EF4-FFF2-40B4-BE49-F238E27FC236}">
                    <a16:creationId xmlns:a16="http://schemas.microsoft.com/office/drawing/2014/main" id="{F8C236D0-F1CD-BB5C-CD30-152C344681AB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PK">
                  <a:solidFill>
                    <a:srgbClr val="FF0000"/>
                  </a:solidFill>
                </a:endParaRPr>
              </a:p>
            </p:txBody>
          </p:sp>
          <p:sp>
            <p:nvSpPr>
              <p:cNvPr id="130" name="Rectangle: Rounded Corners 4">
                <a:extLst>
                  <a:ext uri="{FF2B5EF4-FFF2-40B4-BE49-F238E27FC236}">
                    <a16:creationId xmlns:a16="http://schemas.microsoft.com/office/drawing/2014/main" id="{F6B6BFF8-50A4-20C6-A1FD-1D56F67BA913}"/>
                  </a:ext>
                </a:extLst>
              </p:cNvPr>
              <p:cNvSpPr txBox="1"/>
              <p:nvPr/>
            </p:nvSpPr>
            <p:spPr>
              <a:xfrm>
                <a:off x="1302711" y="1060713"/>
                <a:ext cx="1813421" cy="1051982"/>
              </a:xfrm>
              <a:prstGeom prst="rect">
                <a:avLst/>
              </a:prstGeom>
              <a:grpFill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lvl="0" indent="0" algn="ctr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600" b="1" kern="1200" dirty="0">
                    <a:solidFill>
                      <a:srgbClr val="FF0000"/>
                    </a:solidFill>
                  </a:rPr>
                  <a:t>current</a:t>
                </a:r>
                <a:endParaRPr lang="en-PK" sz="2600" b="1" kern="12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DA1A1000-C9E2-D2C2-6F40-2C9C5C38C58C}"/>
                </a:ext>
              </a:extLst>
            </p:cNvPr>
            <p:cNvGrpSpPr/>
            <p:nvPr/>
          </p:nvGrpSpPr>
          <p:grpSpPr>
            <a:xfrm>
              <a:off x="5504775" y="1954841"/>
              <a:ext cx="1066276" cy="413089"/>
              <a:chOff x="1330895" y="483582"/>
              <a:chExt cx="1855448" cy="1776381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27" name="Rectangle: Rounded Corners 126">
                <a:extLst>
                  <a:ext uri="{FF2B5EF4-FFF2-40B4-BE49-F238E27FC236}">
                    <a16:creationId xmlns:a16="http://schemas.microsoft.com/office/drawing/2014/main" id="{FCB32233-9D69-4C08-EE04-72643C66E509}"/>
                  </a:ext>
                </a:extLst>
              </p:cNvPr>
              <p:cNvSpPr/>
              <p:nvPr/>
            </p:nvSpPr>
            <p:spPr>
              <a:xfrm>
                <a:off x="1330895" y="483582"/>
                <a:ext cx="1855448" cy="1776381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28" name="Rectangle: Rounded Corners 4">
                <a:extLst>
                  <a:ext uri="{FF2B5EF4-FFF2-40B4-BE49-F238E27FC236}">
                    <a16:creationId xmlns:a16="http://schemas.microsoft.com/office/drawing/2014/main" id="{0D2BA9CE-8637-E9D4-48C9-6A8E4E7EA395}"/>
                  </a:ext>
                </a:extLst>
              </p:cNvPr>
              <p:cNvSpPr txBox="1"/>
              <p:nvPr/>
            </p:nvSpPr>
            <p:spPr>
              <a:xfrm>
                <a:off x="1476442" y="737682"/>
                <a:ext cx="1572592" cy="1423023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200" b="1" kern="0" dirty="0">
                    <a:solidFill>
                      <a:srgbClr val="FFFFFF"/>
                    </a:solidFill>
                    <a:latin typeface="Franklin Gothic Book"/>
                  </a:rPr>
                  <a:t>0x1200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DC8AFB36-2F52-8AE1-F845-3062BEAC31EE}"/>
              </a:ext>
            </a:extLst>
          </p:cNvPr>
          <p:cNvGrpSpPr/>
          <p:nvPr/>
        </p:nvGrpSpPr>
        <p:grpSpPr>
          <a:xfrm>
            <a:off x="5581985" y="128254"/>
            <a:ext cx="648943" cy="27432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32" name="Rectangle: Rounded Corners 131">
              <a:extLst>
                <a:ext uri="{FF2B5EF4-FFF2-40B4-BE49-F238E27FC236}">
                  <a16:creationId xmlns:a16="http://schemas.microsoft.com/office/drawing/2014/main" id="{8A5B5114-DBD0-49A2-1213-0C30E203E99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33" name="Rectangle: Rounded Corners 4">
              <a:extLst>
                <a:ext uri="{FF2B5EF4-FFF2-40B4-BE49-F238E27FC236}">
                  <a16:creationId xmlns:a16="http://schemas.microsoft.com/office/drawing/2014/main" id="{903405F2-932D-F60D-D469-D7CA9F9EB40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48D415F-595C-E491-59B4-7B1A31F5CC79}"/>
              </a:ext>
            </a:extLst>
          </p:cNvPr>
          <p:cNvGrpSpPr/>
          <p:nvPr/>
        </p:nvGrpSpPr>
        <p:grpSpPr>
          <a:xfrm>
            <a:off x="4744016" y="2154860"/>
            <a:ext cx="1615785" cy="272406"/>
            <a:chOff x="5091529" y="4421834"/>
            <a:chExt cx="1615785" cy="272406"/>
          </a:xfrm>
        </p:grpSpPr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C477F888-F359-8E99-2CFB-8DF9E2D739EC}"/>
                </a:ext>
              </a:extLst>
            </p:cNvPr>
            <p:cNvSpPr/>
            <p:nvPr/>
          </p:nvSpPr>
          <p:spPr>
            <a:xfrm>
              <a:off x="5091529" y="4421834"/>
              <a:ext cx="1615785" cy="272406"/>
            </a:xfrm>
            <a:prstGeom prst="roundRect">
              <a:avLst>
                <a:gd name="adj" fmla="val 16670"/>
              </a:avLst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35" name="Rectangle: Rounded Corners 4">
              <a:extLst>
                <a:ext uri="{FF2B5EF4-FFF2-40B4-BE49-F238E27FC236}">
                  <a16:creationId xmlns:a16="http://schemas.microsoft.com/office/drawing/2014/main" id="{7054416E-FC62-31C9-7A07-2DF6CCCF4F1F}"/>
                </a:ext>
              </a:extLst>
            </p:cNvPr>
            <p:cNvSpPr txBox="1"/>
            <p:nvPr/>
          </p:nvSpPr>
          <p:spPr>
            <a:xfrm>
              <a:off x="5218276" y="4460800"/>
              <a:ext cx="1369465" cy="21821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0BF4409-BB10-710A-37E8-BF13CE35294F}"/>
              </a:ext>
            </a:extLst>
          </p:cNvPr>
          <p:cNvSpPr/>
          <p:nvPr/>
        </p:nvSpPr>
        <p:spPr>
          <a:xfrm>
            <a:off x="5140752" y="3741810"/>
            <a:ext cx="648943" cy="4433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0" dirty="0">
                <a:solidFill>
                  <a:srgbClr val="000000"/>
                </a:solidFill>
                <a:latin typeface="Franklin Gothic Book"/>
              </a:rPr>
              <a:t>1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E02DD4D9-0856-92DA-6A2F-40D4258B2557}"/>
              </a:ext>
            </a:extLst>
          </p:cNvPr>
          <p:cNvSpPr/>
          <p:nvPr/>
        </p:nvSpPr>
        <p:spPr>
          <a:xfrm>
            <a:off x="3417317" y="3770142"/>
            <a:ext cx="476433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467255A7-BC34-21F9-5938-4B93303CBEF0}"/>
              </a:ext>
            </a:extLst>
          </p:cNvPr>
          <p:cNvSpPr/>
          <p:nvPr/>
        </p:nvSpPr>
        <p:spPr>
          <a:xfrm>
            <a:off x="1960908" y="3752718"/>
            <a:ext cx="1423549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22540420-6111-CE60-3034-3E22E13981D7}"/>
              </a:ext>
            </a:extLst>
          </p:cNvPr>
          <p:cNvSpPr/>
          <p:nvPr/>
        </p:nvSpPr>
        <p:spPr>
          <a:xfrm>
            <a:off x="709952" y="4205848"/>
            <a:ext cx="3083450" cy="35062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35248261-E82B-DC36-3851-21A146B732FF}"/>
              </a:ext>
            </a:extLst>
          </p:cNvPr>
          <p:cNvGrpSpPr/>
          <p:nvPr/>
        </p:nvGrpSpPr>
        <p:grpSpPr>
          <a:xfrm>
            <a:off x="6258742" y="128254"/>
            <a:ext cx="648943" cy="27432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42" name="Rectangle: Rounded Corners 141">
              <a:extLst>
                <a:ext uri="{FF2B5EF4-FFF2-40B4-BE49-F238E27FC236}">
                  <a16:creationId xmlns:a16="http://schemas.microsoft.com/office/drawing/2014/main" id="{298BFE61-F788-D241-2FF5-773811AFBD0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3" name="Rectangle: Rounded Corners 4">
              <a:extLst>
                <a:ext uri="{FF2B5EF4-FFF2-40B4-BE49-F238E27FC236}">
                  <a16:creationId xmlns:a16="http://schemas.microsoft.com/office/drawing/2014/main" id="{68A1E2B0-2946-0368-9148-96E68C64A6D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11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6F228D58-47DC-CD04-2A92-F2B7418EE1AD}"/>
              </a:ext>
            </a:extLst>
          </p:cNvPr>
          <p:cNvSpPr/>
          <p:nvPr/>
        </p:nvSpPr>
        <p:spPr>
          <a:xfrm>
            <a:off x="601837" y="4620299"/>
            <a:ext cx="2782620" cy="35062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329AEC10-D82F-FD1A-0221-A4F7ACEC87CA}"/>
              </a:ext>
            </a:extLst>
          </p:cNvPr>
          <p:cNvGrpSpPr/>
          <p:nvPr/>
        </p:nvGrpSpPr>
        <p:grpSpPr>
          <a:xfrm>
            <a:off x="4735760" y="2155762"/>
            <a:ext cx="1615785" cy="272406"/>
            <a:chOff x="5091529" y="4421834"/>
            <a:chExt cx="1615785" cy="272406"/>
          </a:xfrm>
        </p:grpSpPr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3E0748F6-02BC-E65B-74DA-D1D5A6CCFCB1}"/>
                </a:ext>
              </a:extLst>
            </p:cNvPr>
            <p:cNvSpPr/>
            <p:nvPr/>
          </p:nvSpPr>
          <p:spPr>
            <a:xfrm>
              <a:off x="5091529" y="4421834"/>
              <a:ext cx="1615785" cy="272406"/>
            </a:xfrm>
            <a:prstGeom prst="roundRect">
              <a:avLst>
                <a:gd name="adj" fmla="val 16670"/>
              </a:avLst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7" name="Rectangle: Rounded Corners 4">
              <a:extLst>
                <a:ext uri="{FF2B5EF4-FFF2-40B4-BE49-F238E27FC236}">
                  <a16:creationId xmlns:a16="http://schemas.microsoft.com/office/drawing/2014/main" id="{023ED67A-6AFA-7EA1-C0FB-837FE936489C}"/>
                </a:ext>
              </a:extLst>
            </p:cNvPr>
            <p:cNvSpPr txBox="1"/>
            <p:nvPr/>
          </p:nvSpPr>
          <p:spPr>
            <a:xfrm>
              <a:off x="5218276" y="4460800"/>
              <a:ext cx="1369465" cy="21821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0x0750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03CED366-3872-72B6-A543-2F54269E459E}"/>
              </a:ext>
            </a:extLst>
          </p:cNvPr>
          <p:cNvSpPr/>
          <p:nvPr/>
        </p:nvSpPr>
        <p:spPr>
          <a:xfrm>
            <a:off x="3424131" y="3750233"/>
            <a:ext cx="476433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9F849E28-286F-E475-7311-692E0091E990}"/>
              </a:ext>
            </a:extLst>
          </p:cNvPr>
          <p:cNvSpPr/>
          <p:nvPr/>
        </p:nvSpPr>
        <p:spPr>
          <a:xfrm>
            <a:off x="1940600" y="3741810"/>
            <a:ext cx="1423549" cy="42156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E0DCE2D7-00FC-8907-E303-26A6D5562E1A}"/>
              </a:ext>
            </a:extLst>
          </p:cNvPr>
          <p:cNvSpPr/>
          <p:nvPr/>
        </p:nvSpPr>
        <p:spPr>
          <a:xfrm>
            <a:off x="734956" y="4205279"/>
            <a:ext cx="3083450" cy="35062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4E8E169D-78DE-0EEC-1347-668BC3B4CA52}"/>
              </a:ext>
            </a:extLst>
          </p:cNvPr>
          <p:cNvSpPr/>
          <p:nvPr/>
        </p:nvSpPr>
        <p:spPr>
          <a:xfrm>
            <a:off x="5140751" y="3749771"/>
            <a:ext cx="648943" cy="4433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0" noProof="0" dirty="0">
                <a:solidFill>
                  <a:srgbClr val="000000"/>
                </a:solidFill>
                <a:latin typeface="Franklin Gothic Book"/>
              </a:rPr>
              <a:t>2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4C590D3C-B367-6011-EF36-A101191EAB42}"/>
              </a:ext>
            </a:extLst>
          </p:cNvPr>
          <p:cNvGrpSpPr/>
          <p:nvPr/>
        </p:nvGrpSpPr>
        <p:grpSpPr>
          <a:xfrm>
            <a:off x="6928250" y="128254"/>
            <a:ext cx="648943" cy="27432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D0D4D1C2-34A9-9F4B-05BE-2B5B4C9985F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5" name="Rectangle: Rounded Corners 4">
              <a:extLst>
                <a:ext uri="{FF2B5EF4-FFF2-40B4-BE49-F238E27FC236}">
                  <a16:creationId xmlns:a16="http://schemas.microsoft.com/office/drawing/2014/main" id="{0BBB5915-494C-BA2F-87E2-B57A3A03FC8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33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5FF0B6DE-9C4F-FFF9-BC3B-7E4C7A5DB73B}"/>
              </a:ext>
            </a:extLst>
          </p:cNvPr>
          <p:cNvSpPr/>
          <p:nvPr/>
        </p:nvSpPr>
        <p:spPr>
          <a:xfrm>
            <a:off x="709952" y="5024092"/>
            <a:ext cx="2087569" cy="35062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0D53ACE0-799D-8E70-9907-7478A3AD055C}"/>
              </a:ext>
            </a:extLst>
          </p:cNvPr>
          <p:cNvSpPr/>
          <p:nvPr/>
        </p:nvSpPr>
        <p:spPr>
          <a:xfrm>
            <a:off x="709952" y="5458900"/>
            <a:ext cx="1806911" cy="35062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AC303A2-F91B-9FE4-5542-BFE75BD9AB3D}"/>
              </a:ext>
            </a:extLst>
          </p:cNvPr>
          <p:cNvGrpSpPr/>
          <p:nvPr/>
        </p:nvGrpSpPr>
        <p:grpSpPr>
          <a:xfrm>
            <a:off x="7587311" y="128254"/>
            <a:ext cx="648943" cy="27432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35675A71-4A11-1CBB-BBDB-8CDE429BCC2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0" name="Rectangle: Rounded Corners 4">
              <a:extLst>
                <a:ext uri="{FF2B5EF4-FFF2-40B4-BE49-F238E27FC236}">
                  <a16:creationId xmlns:a16="http://schemas.microsoft.com/office/drawing/2014/main" id="{C3DA982C-18AE-ED39-D005-6BDBD5597BA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|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19311C24-266C-651A-4200-89009EB73BE4}"/>
              </a:ext>
            </a:extLst>
          </p:cNvPr>
          <p:cNvSpPr/>
          <p:nvPr/>
        </p:nvSpPr>
        <p:spPr>
          <a:xfrm>
            <a:off x="631828" y="4610677"/>
            <a:ext cx="2782620" cy="35062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9BB9119C-A532-4324-4D89-D5D6E20A28DD}"/>
              </a:ext>
            </a:extLst>
          </p:cNvPr>
          <p:cNvGrpSpPr/>
          <p:nvPr/>
        </p:nvGrpSpPr>
        <p:grpSpPr>
          <a:xfrm>
            <a:off x="4737790" y="2163306"/>
            <a:ext cx="1615785" cy="272406"/>
            <a:chOff x="5091529" y="4421834"/>
            <a:chExt cx="1615785" cy="272406"/>
          </a:xfrm>
        </p:grpSpPr>
        <p:sp>
          <p:nvSpPr>
            <p:cNvPr id="163" name="Rectangle: Rounded Corners 162">
              <a:extLst>
                <a:ext uri="{FF2B5EF4-FFF2-40B4-BE49-F238E27FC236}">
                  <a16:creationId xmlns:a16="http://schemas.microsoft.com/office/drawing/2014/main" id="{18CFD77B-70CE-4558-050D-842AD8B1FBA5}"/>
                </a:ext>
              </a:extLst>
            </p:cNvPr>
            <p:cNvSpPr/>
            <p:nvPr/>
          </p:nvSpPr>
          <p:spPr>
            <a:xfrm>
              <a:off x="5091529" y="4421834"/>
              <a:ext cx="1615785" cy="272406"/>
            </a:xfrm>
            <a:prstGeom prst="roundRect">
              <a:avLst>
                <a:gd name="adj" fmla="val 16670"/>
              </a:avLst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4" name="Rectangle: Rounded Corners 4">
              <a:extLst>
                <a:ext uri="{FF2B5EF4-FFF2-40B4-BE49-F238E27FC236}">
                  <a16:creationId xmlns:a16="http://schemas.microsoft.com/office/drawing/2014/main" id="{680C8C7F-91E6-586D-05CC-A97375D91CEF}"/>
                </a:ext>
              </a:extLst>
            </p:cNvPr>
            <p:cNvSpPr txBox="1"/>
            <p:nvPr/>
          </p:nvSpPr>
          <p:spPr>
            <a:xfrm>
              <a:off x="5218276" y="4460800"/>
              <a:ext cx="1369465" cy="21821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65" name="Rectangle 164">
            <a:extLst>
              <a:ext uri="{FF2B5EF4-FFF2-40B4-BE49-F238E27FC236}">
                <a16:creationId xmlns:a16="http://schemas.microsoft.com/office/drawing/2014/main" id="{D187DE36-C770-16ED-EB59-ED54C34DF15D}"/>
              </a:ext>
            </a:extLst>
          </p:cNvPr>
          <p:cNvSpPr/>
          <p:nvPr/>
        </p:nvSpPr>
        <p:spPr>
          <a:xfrm>
            <a:off x="5147565" y="3748325"/>
            <a:ext cx="648943" cy="4433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3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6D3441D6-5669-7B74-A033-D337D24778B7}"/>
              </a:ext>
            </a:extLst>
          </p:cNvPr>
          <p:cNvGrpSpPr/>
          <p:nvPr/>
        </p:nvGrpSpPr>
        <p:grpSpPr>
          <a:xfrm>
            <a:off x="8251245" y="134989"/>
            <a:ext cx="648943" cy="27432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7" name="Rectangle: Rounded Corners 166">
              <a:extLst>
                <a:ext uri="{FF2B5EF4-FFF2-40B4-BE49-F238E27FC236}">
                  <a16:creationId xmlns:a16="http://schemas.microsoft.com/office/drawing/2014/main" id="{34A1C5E2-6B87-1851-49AE-187DA7CB862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8" name="Rectangle: Rounded Corners 4">
              <a:extLst>
                <a:ext uri="{FF2B5EF4-FFF2-40B4-BE49-F238E27FC236}">
                  <a16:creationId xmlns:a16="http://schemas.microsoft.com/office/drawing/2014/main" id="{D73BFE6D-3BD8-2F28-5860-034236B53BF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968070B0-6FAD-610C-E3C4-05A10C15D924}"/>
              </a:ext>
            </a:extLst>
          </p:cNvPr>
          <p:cNvGrpSpPr/>
          <p:nvPr/>
        </p:nvGrpSpPr>
        <p:grpSpPr>
          <a:xfrm>
            <a:off x="4746843" y="2170851"/>
            <a:ext cx="1615785" cy="272406"/>
            <a:chOff x="5091529" y="4421834"/>
            <a:chExt cx="1615785" cy="272406"/>
          </a:xfrm>
        </p:grpSpPr>
        <p:sp>
          <p:nvSpPr>
            <p:cNvPr id="170" name="Rectangle: Rounded Corners 169">
              <a:extLst>
                <a:ext uri="{FF2B5EF4-FFF2-40B4-BE49-F238E27FC236}">
                  <a16:creationId xmlns:a16="http://schemas.microsoft.com/office/drawing/2014/main" id="{1071A82B-9FEE-D3A5-FAE6-69EB33F37119}"/>
                </a:ext>
              </a:extLst>
            </p:cNvPr>
            <p:cNvSpPr/>
            <p:nvPr/>
          </p:nvSpPr>
          <p:spPr>
            <a:xfrm>
              <a:off x="5091529" y="4421834"/>
              <a:ext cx="1615785" cy="272406"/>
            </a:xfrm>
            <a:prstGeom prst="roundRect">
              <a:avLst>
                <a:gd name="adj" fmla="val 16670"/>
              </a:avLst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1" name="Rectangle: Rounded Corners 4">
              <a:extLst>
                <a:ext uri="{FF2B5EF4-FFF2-40B4-BE49-F238E27FC236}">
                  <a16:creationId xmlns:a16="http://schemas.microsoft.com/office/drawing/2014/main" id="{7F92C067-41A0-7C8D-4F2B-33B916DD8A41}"/>
                </a:ext>
              </a:extLst>
            </p:cNvPr>
            <p:cNvSpPr txBox="1"/>
            <p:nvPr/>
          </p:nvSpPr>
          <p:spPr>
            <a:xfrm>
              <a:off x="5218276" y="4460800"/>
              <a:ext cx="1369465" cy="21821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72" name="Rectangle 171">
            <a:extLst>
              <a:ext uri="{FF2B5EF4-FFF2-40B4-BE49-F238E27FC236}">
                <a16:creationId xmlns:a16="http://schemas.microsoft.com/office/drawing/2014/main" id="{83996F9B-0AD1-6152-9E4E-017ABA0C40F0}"/>
              </a:ext>
            </a:extLst>
          </p:cNvPr>
          <p:cNvSpPr/>
          <p:nvPr/>
        </p:nvSpPr>
        <p:spPr>
          <a:xfrm>
            <a:off x="5150859" y="3739324"/>
            <a:ext cx="648943" cy="4433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0" dirty="0">
                <a:solidFill>
                  <a:srgbClr val="000000"/>
                </a:solidFill>
                <a:latin typeface="Franklin Gothic Book"/>
              </a:rPr>
              <a:t>4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0F609305-43B2-FBE2-AA77-1B6D0394419F}"/>
              </a:ext>
            </a:extLst>
          </p:cNvPr>
          <p:cNvGrpSpPr/>
          <p:nvPr/>
        </p:nvGrpSpPr>
        <p:grpSpPr>
          <a:xfrm>
            <a:off x="8918952" y="126745"/>
            <a:ext cx="648943" cy="27432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74" name="Rectangle: Rounded Corners 173">
              <a:extLst>
                <a:ext uri="{FF2B5EF4-FFF2-40B4-BE49-F238E27FC236}">
                  <a16:creationId xmlns:a16="http://schemas.microsoft.com/office/drawing/2014/main" id="{6988924F-86FC-C6A5-7CB8-4C8B3F5A797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5" name="Rectangle: Rounded Corners 4">
              <a:extLst>
                <a:ext uri="{FF2B5EF4-FFF2-40B4-BE49-F238E27FC236}">
                  <a16:creationId xmlns:a16="http://schemas.microsoft.com/office/drawing/2014/main" id="{124095FD-CD09-57EF-6E73-B5E87ACE816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11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0AF86DF7-5C8E-0F86-AE71-39520F6BB028}"/>
              </a:ext>
            </a:extLst>
          </p:cNvPr>
          <p:cNvGrpSpPr/>
          <p:nvPr/>
        </p:nvGrpSpPr>
        <p:grpSpPr>
          <a:xfrm>
            <a:off x="4746843" y="2160289"/>
            <a:ext cx="1615785" cy="272406"/>
            <a:chOff x="5091529" y="4421834"/>
            <a:chExt cx="1615785" cy="272406"/>
          </a:xfrm>
        </p:grpSpPr>
        <p:sp>
          <p:nvSpPr>
            <p:cNvPr id="177" name="Rectangle: Rounded Corners 176">
              <a:extLst>
                <a:ext uri="{FF2B5EF4-FFF2-40B4-BE49-F238E27FC236}">
                  <a16:creationId xmlns:a16="http://schemas.microsoft.com/office/drawing/2014/main" id="{4EC03728-87B6-40D2-4475-936ADF1BA2F6}"/>
                </a:ext>
              </a:extLst>
            </p:cNvPr>
            <p:cNvSpPr/>
            <p:nvPr/>
          </p:nvSpPr>
          <p:spPr>
            <a:xfrm>
              <a:off x="5091529" y="4421834"/>
              <a:ext cx="1615785" cy="272406"/>
            </a:xfrm>
            <a:prstGeom prst="roundRect">
              <a:avLst>
                <a:gd name="adj" fmla="val 16670"/>
              </a:avLst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8" name="Rectangle: Rounded Corners 4">
              <a:extLst>
                <a:ext uri="{FF2B5EF4-FFF2-40B4-BE49-F238E27FC236}">
                  <a16:creationId xmlns:a16="http://schemas.microsoft.com/office/drawing/2014/main" id="{99ECCDD3-8E65-CE8B-EBA6-383225EF43AA}"/>
                </a:ext>
              </a:extLst>
            </p:cNvPr>
            <p:cNvSpPr txBox="1"/>
            <p:nvPr/>
          </p:nvSpPr>
          <p:spPr>
            <a:xfrm>
              <a:off x="5218276" y="4460800"/>
              <a:ext cx="1369465" cy="21821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79" name="Rectangle 178">
            <a:extLst>
              <a:ext uri="{FF2B5EF4-FFF2-40B4-BE49-F238E27FC236}">
                <a16:creationId xmlns:a16="http://schemas.microsoft.com/office/drawing/2014/main" id="{B8B82C39-9211-1763-7014-413B4D0C6602}"/>
              </a:ext>
            </a:extLst>
          </p:cNvPr>
          <p:cNvSpPr/>
          <p:nvPr/>
        </p:nvSpPr>
        <p:spPr>
          <a:xfrm>
            <a:off x="5148443" y="3736838"/>
            <a:ext cx="648943" cy="4433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0" noProof="0" dirty="0">
                <a:solidFill>
                  <a:srgbClr val="000000"/>
                </a:solidFill>
                <a:latin typeface="Franklin Gothic Book"/>
              </a:rPr>
              <a:t>5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26B1C912-0CA3-F1C8-EFE0-872B2BA82B6A}"/>
              </a:ext>
            </a:extLst>
          </p:cNvPr>
          <p:cNvGrpSpPr/>
          <p:nvPr/>
        </p:nvGrpSpPr>
        <p:grpSpPr>
          <a:xfrm>
            <a:off x="9579407" y="126745"/>
            <a:ext cx="648943" cy="27432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81" name="Rectangle: Rounded Corners 180">
              <a:extLst>
                <a:ext uri="{FF2B5EF4-FFF2-40B4-BE49-F238E27FC236}">
                  <a16:creationId xmlns:a16="http://schemas.microsoft.com/office/drawing/2014/main" id="{AC4A3397-FF0E-F51B-7A6E-8EEE0CB844D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2" name="Rectangle: Rounded Corners 4">
              <a:extLst>
                <a:ext uri="{FF2B5EF4-FFF2-40B4-BE49-F238E27FC236}">
                  <a16:creationId xmlns:a16="http://schemas.microsoft.com/office/drawing/2014/main" id="{0C2D443E-A2AC-1C89-17D0-6F90AEFA411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33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70EB9E69-4AE7-8D0A-AF3F-E35320CEF383}"/>
              </a:ext>
            </a:extLst>
          </p:cNvPr>
          <p:cNvGrpSpPr/>
          <p:nvPr/>
        </p:nvGrpSpPr>
        <p:grpSpPr>
          <a:xfrm>
            <a:off x="4755896" y="2158780"/>
            <a:ext cx="1615785" cy="272406"/>
            <a:chOff x="5091529" y="4421834"/>
            <a:chExt cx="1615785" cy="272406"/>
          </a:xfrm>
        </p:grpSpPr>
        <p:sp>
          <p:nvSpPr>
            <p:cNvPr id="184" name="Rectangle: Rounded Corners 183">
              <a:extLst>
                <a:ext uri="{FF2B5EF4-FFF2-40B4-BE49-F238E27FC236}">
                  <a16:creationId xmlns:a16="http://schemas.microsoft.com/office/drawing/2014/main" id="{D1188545-1AA1-9E7F-AE21-E3F2C7438A3C}"/>
                </a:ext>
              </a:extLst>
            </p:cNvPr>
            <p:cNvSpPr/>
            <p:nvPr/>
          </p:nvSpPr>
          <p:spPr>
            <a:xfrm>
              <a:off x="5091529" y="4421834"/>
              <a:ext cx="1615785" cy="272406"/>
            </a:xfrm>
            <a:prstGeom prst="roundRect">
              <a:avLst>
                <a:gd name="adj" fmla="val 16670"/>
              </a:avLst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5" name="Rectangle: Rounded Corners 4">
              <a:extLst>
                <a:ext uri="{FF2B5EF4-FFF2-40B4-BE49-F238E27FC236}">
                  <a16:creationId xmlns:a16="http://schemas.microsoft.com/office/drawing/2014/main" id="{5E50C3C1-DB8B-6124-3F24-0ED2146D8468}"/>
                </a:ext>
              </a:extLst>
            </p:cNvPr>
            <p:cNvSpPr txBox="1"/>
            <p:nvPr/>
          </p:nvSpPr>
          <p:spPr>
            <a:xfrm>
              <a:off x="5218276" y="4460800"/>
              <a:ext cx="1369465" cy="21821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8D4B068-7D68-6010-F5D6-E23AE0E2A79A}"/>
              </a:ext>
            </a:extLst>
          </p:cNvPr>
          <p:cNvGrpSpPr/>
          <p:nvPr/>
        </p:nvGrpSpPr>
        <p:grpSpPr>
          <a:xfrm>
            <a:off x="10247520" y="126745"/>
            <a:ext cx="648943" cy="27432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87" name="Rectangle: Rounded Corners 186">
              <a:extLst>
                <a:ext uri="{FF2B5EF4-FFF2-40B4-BE49-F238E27FC236}">
                  <a16:creationId xmlns:a16="http://schemas.microsoft.com/office/drawing/2014/main" id="{3A5E3E7A-E1F0-B53B-063E-95A55019523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8" name="Rectangle: Rounded Corners 4">
              <a:extLst>
                <a:ext uri="{FF2B5EF4-FFF2-40B4-BE49-F238E27FC236}">
                  <a16:creationId xmlns:a16="http://schemas.microsoft.com/office/drawing/2014/main" id="{A639A173-BFE7-57AD-A713-A3122466966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|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89" name="Rectangle 188">
            <a:extLst>
              <a:ext uri="{FF2B5EF4-FFF2-40B4-BE49-F238E27FC236}">
                <a16:creationId xmlns:a16="http://schemas.microsoft.com/office/drawing/2014/main" id="{CC2FA2F1-1A64-98AD-5735-F14F411983BF}"/>
              </a:ext>
            </a:extLst>
          </p:cNvPr>
          <p:cNvSpPr/>
          <p:nvPr/>
        </p:nvSpPr>
        <p:spPr>
          <a:xfrm>
            <a:off x="5146687" y="3745066"/>
            <a:ext cx="648943" cy="4433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0" dirty="0">
                <a:solidFill>
                  <a:srgbClr val="000000"/>
                </a:solidFill>
                <a:latin typeface="Franklin Gothic Book"/>
              </a:rPr>
              <a:t>6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4BC08180-54DF-E563-5B55-F840C31C9738}"/>
              </a:ext>
            </a:extLst>
          </p:cNvPr>
          <p:cNvGrpSpPr/>
          <p:nvPr/>
        </p:nvGrpSpPr>
        <p:grpSpPr>
          <a:xfrm>
            <a:off x="10912968" y="126745"/>
            <a:ext cx="648943" cy="27432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91" name="Rectangle: Rounded Corners 190">
              <a:extLst>
                <a:ext uri="{FF2B5EF4-FFF2-40B4-BE49-F238E27FC236}">
                  <a16:creationId xmlns:a16="http://schemas.microsoft.com/office/drawing/2014/main" id="{9A0BFEDB-EE9B-0F1B-8D22-25B758A3B72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2" name="Rectangle: Rounded Corners 4">
              <a:extLst>
                <a:ext uri="{FF2B5EF4-FFF2-40B4-BE49-F238E27FC236}">
                  <a16:creationId xmlns:a16="http://schemas.microsoft.com/office/drawing/2014/main" id="{4E133658-8595-FEDB-3AC6-2EAFCD24445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405DA750-420A-BD78-03B4-4B0C56E7D5DB}"/>
              </a:ext>
            </a:extLst>
          </p:cNvPr>
          <p:cNvGrpSpPr/>
          <p:nvPr/>
        </p:nvGrpSpPr>
        <p:grpSpPr>
          <a:xfrm>
            <a:off x="4774002" y="2157271"/>
            <a:ext cx="1615785" cy="272406"/>
            <a:chOff x="5091529" y="4421834"/>
            <a:chExt cx="1615785" cy="272406"/>
          </a:xfrm>
        </p:grpSpPr>
        <p:sp>
          <p:nvSpPr>
            <p:cNvPr id="194" name="Rectangle: Rounded Corners 193">
              <a:extLst>
                <a:ext uri="{FF2B5EF4-FFF2-40B4-BE49-F238E27FC236}">
                  <a16:creationId xmlns:a16="http://schemas.microsoft.com/office/drawing/2014/main" id="{C61542A8-8329-39ED-BE53-B4DD6C054080}"/>
                </a:ext>
              </a:extLst>
            </p:cNvPr>
            <p:cNvSpPr/>
            <p:nvPr/>
          </p:nvSpPr>
          <p:spPr>
            <a:xfrm>
              <a:off x="5091529" y="4421834"/>
              <a:ext cx="1615785" cy="272406"/>
            </a:xfrm>
            <a:prstGeom prst="roundRect">
              <a:avLst>
                <a:gd name="adj" fmla="val 16670"/>
              </a:avLst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5" name="Rectangle: Rounded Corners 4">
              <a:extLst>
                <a:ext uri="{FF2B5EF4-FFF2-40B4-BE49-F238E27FC236}">
                  <a16:creationId xmlns:a16="http://schemas.microsoft.com/office/drawing/2014/main" id="{95D7E0D6-89C9-FE77-EEE7-6C48A9C14565}"/>
                </a:ext>
              </a:extLst>
            </p:cNvPr>
            <p:cNvSpPr txBox="1"/>
            <p:nvPr/>
          </p:nvSpPr>
          <p:spPr>
            <a:xfrm>
              <a:off x="5218276" y="4460800"/>
              <a:ext cx="1369465" cy="21821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96" name="Rectangle 195">
            <a:extLst>
              <a:ext uri="{FF2B5EF4-FFF2-40B4-BE49-F238E27FC236}">
                <a16:creationId xmlns:a16="http://schemas.microsoft.com/office/drawing/2014/main" id="{00822A2D-AA2A-E468-E4E3-15EEAD14A2D7}"/>
              </a:ext>
            </a:extLst>
          </p:cNvPr>
          <p:cNvSpPr/>
          <p:nvPr/>
        </p:nvSpPr>
        <p:spPr>
          <a:xfrm>
            <a:off x="5154153" y="3736890"/>
            <a:ext cx="648943" cy="4433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0" noProof="0" dirty="0">
                <a:solidFill>
                  <a:srgbClr val="000000"/>
                </a:solidFill>
                <a:latin typeface="Franklin Gothic Book"/>
              </a:rPr>
              <a:t>7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38B1909C-BA63-457E-1221-1B829312D3AC}"/>
              </a:ext>
            </a:extLst>
          </p:cNvPr>
          <p:cNvSpPr/>
          <p:nvPr/>
        </p:nvSpPr>
        <p:spPr>
          <a:xfrm>
            <a:off x="1938360" y="3712555"/>
            <a:ext cx="1423549" cy="42156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1579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000"/>
                            </p:stCondLst>
                            <p:childTnLst>
                              <p:par>
                                <p:cTn id="12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500"/>
                            </p:stCondLst>
                            <p:childTnLst>
                              <p:par>
                                <p:cTn id="2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10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10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10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10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9" dur="25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4"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8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5" dur="25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9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5" dur="25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0"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1" dur="2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7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3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8" dur="25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3"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4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4" dur="25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5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4" dur="25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9"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7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indefinite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0" dur="25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6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7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9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7" dur="25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01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7" dur="25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2"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4" fill="hold">
                      <p:stCondLst>
                        <p:cond delay="indefinite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3"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9" dur="5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0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>
                      <p:stCondLst>
                        <p:cond delay="indefinite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6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7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fill="hold">
                      <p:stCondLst>
                        <p:cond delay="indefinite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2"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3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indefinite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8"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0" fill="hold">
                      <p:stCondLst>
                        <p:cond delay="indefinite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id="45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4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5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1" dur="5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7" dur="5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8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indefinite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3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4" dur="1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5" dur="1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6" fill="hold">
                      <p:stCondLst>
                        <p:cond delay="indefinite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id="47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0" dur="5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2" fill="hold">
                      <p:stCondLst>
                        <p:cond delay="indefinite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id="48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6"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8" fill="hold">
                      <p:stCondLst>
                        <p:cond delay="indefinite"/>
                      </p:stCondLst>
                      <p:childTnLst>
                        <p:par>
                          <p:cTn id="489" fill="hold">
                            <p:stCondLst>
                              <p:cond delay="0"/>
                            </p:stCondLst>
                            <p:childTnLst>
                              <p:par>
                                <p:cTn id="49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2" dur="5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3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4" fill="hold">
                      <p:stCondLst>
                        <p:cond delay="indefinite"/>
                      </p:stCondLst>
                      <p:childTnLst>
                        <p:par>
                          <p:cTn id="495" fill="hold">
                            <p:stCondLst>
                              <p:cond delay="0"/>
                            </p:stCondLst>
                            <p:childTnLst>
                              <p:par>
                                <p:cTn id="49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8"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9" dur="10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0" dur="10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1" fill="hold">
                      <p:stCondLst>
                        <p:cond delay="indefinite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5" dur="5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1" dur="25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2" fill="hold">
                      <p:stCondLst>
                        <p:cond delay="indefinite"/>
                      </p:stCondLst>
                      <p:childTnLst>
                        <p:par>
                          <p:cTn id="513" fill="hold">
                            <p:stCondLst>
                              <p:cond delay="0"/>
                            </p:stCondLst>
                            <p:childTnLst>
                              <p:par>
                                <p:cTn id="51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5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>
                      <p:stCondLst>
                        <p:cond delay="indefinite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1" dur="10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2" dur="10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3" dur="10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4" fill="hold">
                      <p:stCondLst>
                        <p:cond delay="indefinite"/>
                      </p:stCondLst>
                      <p:childTnLst>
                        <p:par>
                          <p:cTn id="525" fill="hold">
                            <p:stCondLst>
                              <p:cond delay="0"/>
                            </p:stCondLst>
                            <p:childTnLst>
                              <p:par>
                                <p:cTn id="5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8" dur="10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9" dur="1000" fill="hold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0" dur="1000" fill="hold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animBg="1"/>
      <p:bldP spid="116" grpId="0" animBg="1"/>
      <p:bldP spid="137" grpId="0" animBg="1"/>
      <p:bldP spid="138" grpId="0" animBg="1"/>
      <p:bldP spid="138" grpId="1" animBg="1"/>
      <p:bldP spid="139" grpId="0" animBg="1"/>
      <p:bldP spid="139" grpId="1" animBg="1"/>
      <p:bldP spid="140" grpId="0" animBg="1"/>
      <p:bldP spid="140" grpId="1" animBg="1"/>
      <p:bldP spid="144" grpId="0" animBg="1"/>
      <p:bldP spid="144" grpId="1" animBg="1"/>
      <p:bldP spid="149" grpId="0" animBg="1"/>
      <p:bldP spid="149" grpId="1" animBg="1"/>
      <p:bldP spid="150" grpId="0" animBg="1"/>
      <p:bldP spid="150" grpId="1" animBg="1"/>
      <p:bldP spid="151" grpId="0" animBg="1"/>
      <p:bldP spid="151" grpId="1" animBg="1"/>
      <p:bldP spid="152" grpId="0" animBg="1"/>
      <p:bldP spid="156" grpId="0" animBg="1"/>
      <p:bldP spid="156" grpId="1" animBg="1"/>
      <p:bldP spid="157" grpId="0" animBg="1"/>
      <p:bldP spid="157" grpId="1" animBg="1"/>
      <p:bldP spid="161" grpId="0" animBg="1"/>
      <p:bldP spid="161" grpId="1" animBg="1"/>
      <p:bldP spid="165" grpId="0" animBg="1"/>
      <p:bldP spid="172" grpId="0" animBg="1"/>
      <p:bldP spid="179" grpId="0" animBg="1"/>
      <p:bldP spid="189" grpId="0" animBg="1"/>
      <p:bldP spid="196" grpId="0" animBg="1"/>
      <p:bldP spid="197" grpId="0" animBg="1"/>
      <p:bldP spid="197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C8B4FE-9CF0-54AA-1077-2C15BD4350D8}"/>
              </a:ext>
            </a:extLst>
          </p:cNvPr>
          <p:cNvSpPr txBox="1"/>
          <p:nvPr/>
        </p:nvSpPr>
        <p:spPr>
          <a:xfrm>
            <a:off x="341769" y="197346"/>
            <a:ext cx="609750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~LinkedList() {</a:t>
            </a:r>
          </a:p>
          <a:p>
            <a:r>
              <a:rPr lang="en-US" b="1" dirty="0"/>
              <a:t>    if (head == </a:t>
            </a:r>
            <a:r>
              <a:rPr lang="en-US" b="1" dirty="0" err="1"/>
              <a:t>nullptr</a:t>
            </a:r>
            <a:r>
              <a:rPr lang="en-US" b="1" dirty="0"/>
              <a:t>) return;  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    Node* current = head;</a:t>
            </a:r>
          </a:p>
          <a:p>
            <a:r>
              <a:rPr lang="en-US" b="1" dirty="0"/>
              <a:t>    Node* </a:t>
            </a:r>
            <a:r>
              <a:rPr lang="en-US" b="1" dirty="0" err="1"/>
              <a:t>nextNode</a:t>
            </a:r>
            <a:r>
              <a:rPr lang="en-US" b="1" dirty="0"/>
              <a:t> = </a:t>
            </a:r>
            <a:r>
              <a:rPr lang="en-US" b="1" dirty="0" err="1"/>
              <a:t>nullptr</a:t>
            </a:r>
            <a:r>
              <a:rPr lang="en-US" b="1" dirty="0"/>
              <a:t>;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bool  </a:t>
            </a:r>
            <a:r>
              <a:rPr lang="en-US" b="1" dirty="0" err="1"/>
              <a:t>isCircular</a:t>
            </a:r>
            <a:r>
              <a:rPr lang="en-US" b="1" dirty="0"/>
              <a:t> = (tail != </a:t>
            </a:r>
            <a:r>
              <a:rPr lang="en-US" b="1" dirty="0" err="1"/>
              <a:t>nullptr</a:t>
            </a:r>
            <a:r>
              <a:rPr lang="en-US" b="1" dirty="0"/>
              <a:t> &amp;&amp; tail-&gt;next == head);</a:t>
            </a:r>
          </a:p>
          <a:p>
            <a:endParaRPr lang="en-US" b="1" dirty="0"/>
          </a:p>
          <a:p>
            <a:r>
              <a:rPr lang="en-US" b="1" dirty="0"/>
              <a:t>    if (</a:t>
            </a:r>
            <a:r>
              <a:rPr lang="en-US" b="1" dirty="0" err="1"/>
              <a:t>isCircular</a:t>
            </a:r>
            <a:r>
              <a:rPr lang="en-US" b="1" dirty="0"/>
              <a:t>) {</a:t>
            </a:r>
          </a:p>
          <a:p>
            <a:r>
              <a:rPr lang="en-US" b="1" dirty="0"/>
              <a:t>	tail-&gt;next = </a:t>
            </a:r>
            <a:r>
              <a:rPr lang="en-US" b="1" dirty="0" err="1"/>
              <a:t>nullptr</a:t>
            </a:r>
            <a:r>
              <a:rPr lang="en-US" b="1" dirty="0"/>
              <a:t>; </a:t>
            </a:r>
          </a:p>
          <a:p>
            <a:r>
              <a:rPr lang="en-US" b="1" dirty="0"/>
              <a:t>   }</a:t>
            </a:r>
          </a:p>
          <a:p>
            <a:endParaRPr lang="en-US" b="1" dirty="0"/>
          </a:p>
          <a:p>
            <a:r>
              <a:rPr lang="en-US" b="1" dirty="0"/>
              <a:t>    while  ( current  !=  </a:t>
            </a:r>
            <a:r>
              <a:rPr lang="en-US" b="1" dirty="0" err="1"/>
              <a:t>nullptr</a:t>
            </a:r>
            <a:r>
              <a:rPr lang="en-US" b="1" dirty="0"/>
              <a:t> )   {  </a:t>
            </a:r>
          </a:p>
          <a:p>
            <a:r>
              <a:rPr lang="en-US" b="1" dirty="0"/>
              <a:t>        </a:t>
            </a:r>
            <a:r>
              <a:rPr lang="en-US" b="1" dirty="0" err="1"/>
              <a:t>nextNode</a:t>
            </a:r>
            <a:r>
              <a:rPr lang="en-US" b="1" dirty="0"/>
              <a:t> = current-&gt;next;</a:t>
            </a:r>
          </a:p>
          <a:p>
            <a:r>
              <a:rPr lang="en-US" b="1" dirty="0"/>
              <a:t>        delete current;</a:t>
            </a:r>
          </a:p>
          <a:p>
            <a:r>
              <a:rPr lang="en-US" b="1" dirty="0"/>
              <a:t>        current = </a:t>
            </a:r>
            <a:r>
              <a:rPr lang="en-US" b="1" dirty="0" err="1"/>
              <a:t>nextNode</a:t>
            </a:r>
            <a:r>
              <a:rPr lang="en-US" b="1" dirty="0"/>
              <a:t>;</a:t>
            </a:r>
          </a:p>
          <a:p>
            <a:r>
              <a:rPr lang="en-US" b="1" dirty="0"/>
              <a:t>    }</a:t>
            </a:r>
          </a:p>
          <a:p>
            <a:endParaRPr lang="en-US" b="1" dirty="0"/>
          </a:p>
          <a:p>
            <a:r>
              <a:rPr lang="en-US" b="1" dirty="0"/>
              <a:t>    head = tail = </a:t>
            </a:r>
            <a:r>
              <a:rPr lang="en-US" b="1" dirty="0" err="1"/>
              <a:t>nullptr</a:t>
            </a:r>
            <a:r>
              <a:rPr lang="en-US" b="1" dirty="0"/>
              <a:t>;  // Ensure list is fully deleted</a:t>
            </a:r>
          </a:p>
          <a:p>
            <a:r>
              <a:rPr lang="en-US" b="1" dirty="0"/>
              <a:t>    cout &lt;&lt; "\n Linked List successfully deleted.";</a:t>
            </a:r>
          </a:p>
          <a:p>
            <a:r>
              <a:rPr lang="en-US" b="1" dirty="0"/>
              <a:t>}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84651C6-9BF2-1172-CA95-58104FE244FA}"/>
              </a:ext>
            </a:extLst>
          </p:cNvPr>
          <p:cNvGrpSpPr/>
          <p:nvPr/>
        </p:nvGrpSpPr>
        <p:grpSpPr>
          <a:xfrm>
            <a:off x="6096000" y="197346"/>
            <a:ext cx="1790761" cy="835911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9D79CD2-C7E5-2DCE-4275-A63779350FA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6C22B959-8ECE-FF17-AC2F-3CCEC1494FB7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1ED50F8-19D4-A336-41FF-D41BDA565AA7}"/>
              </a:ext>
            </a:extLst>
          </p:cNvPr>
          <p:cNvGrpSpPr/>
          <p:nvPr/>
        </p:nvGrpSpPr>
        <p:grpSpPr>
          <a:xfrm>
            <a:off x="8041060" y="5574736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814A9D5-ED10-33C8-3942-09FE552D183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0310A108-9FAC-DC62-768F-CA998B878816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141D02E-1A87-3C08-0A0D-F4B5D4C4B750}"/>
              </a:ext>
            </a:extLst>
          </p:cNvPr>
          <p:cNvGrpSpPr/>
          <p:nvPr/>
        </p:nvGrpSpPr>
        <p:grpSpPr>
          <a:xfrm>
            <a:off x="6415577" y="727649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404A39B-5C5A-8439-0A13-006EC632A90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A4B5435B-DAB6-97D3-C7AC-D5DC150CF26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9C3F5DB-4E24-516A-A18B-6BF738BF2E27}"/>
              </a:ext>
            </a:extLst>
          </p:cNvPr>
          <p:cNvGrpSpPr/>
          <p:nvPr/>
        </p:nvGrpSpPr>
        <p:grpSpPr>
          <a:xfrm>
            <a:off x="8064550" y="6132818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FC1CCAF-4BE6-F027-8D83-04D6CA73186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08C0BA77-BE3C-3271-BC57-AA4B380F5DB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A1E8006-9936-F317-89CB-EFE1B7FD2CEC}"/>
              </a:ext>
            </a:extLst>
          </p:cNvPr>
          <p:cNvGrpSpPr/>
          <p:nvPr/>
        </p:nvGrpSpPr>
        <p:grpSpPr>
          <a:xfrm>
            <a:off x="7647464" y="2395911"/>
            <a:ext cx="4014430" cy="1145236"/>
            <a:chOff x="5206427" y="770677"/>
            <a:chExt cx="4516995" cy="117963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8E4415E-A90F-90E1-4559-896EFB58A65E}"/>
                </a:ext>
              </a:extLst>
            </p:cNvPr>
            <p:cNvGrpSpPr/>
            <p:nvPr/>
          </p:nvGrpSpPr>
          <p:grpSpPr>
            <a:xfrm>
              <a:off x="6297519" y="770677"/>
              <a:ext cx="2618070" cy="484119"/>
              <a:chOff x="1159466" y="892336"/>
              <a:chExt cx="2405552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55360DD9-C7CA-26B8-D0E1-0B83E26F909E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25" name="Rectangle: Rounded Corners 4">
                <a:extLst>
                  <a:ext uri="{FF2B5EF4-FFF2-40B4-BE49-F238E27FC236}">
                    <a16:creationId xmlns:a16="http://schemas.microsoft.com/office/drawing/2014/main" id="{C52FE12B-2D52-41A2-245F-5782F3A71D97}"/>
                  </a:ext>
                </a:extLst>
              </p:cNvPr>
              <p:cNvSpPr txBox="1"/>
              <p:nvPr/>
            </p:nvSpPr>
            <p:spPr>
              <a:xfrm>
                <a:off x="1202696" y="1067247"/>
                <a:ext cx="221898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   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C69417C-911F-0FA2-6E9F-FAB24268E3EB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9524D57-4B78-6195-D014-40B9392394A1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672DE77B-1E5D-3816-BE4A-59A2D5E129B4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23" name="Rectangle: Rounded Corners 4">
                <a:extLst>
                  <a:ext uri="{FF2B5EF4-FFF2-40B4-BE49-F238E27FC236}">
                    <a16:creationId xmlns:a16="http://schemas.microsoft.com/office/drawing/2014/main" id="{1D52FFD8-A799-D98F-FB11-B9BDBD0A28C3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E3067C5-1A73-F3B0-9D8D-29894FC933CF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10F5836D-B208-DA8E-EFAE-6A65F1B67378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21" name="Rectangle: Rounded Corners 4">
                <a:extLst>
                  <a:ext uri="{FF2B5EF4-FFF2-40B4-BE49-F238E27FC236}">
                    <a16:creationId xmlns:a16="http://schemas.microsoft.com/office/drawing/2014/main" id="{12727708-D7D3-8E20-909C-70D634A63BFF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A1762ED-F9BB-7939-67A1-55E8F11ADF58}"/>
              </a:ext>
            </a:extLst>
          </p:cNvPr>
          <p:cNvGrpSpPr/>
          <p:nvPr/>
        </p:nvGrpSpPr>
        <p:grpSpPr>
          <a:xfrm>
            <a:off x="7329260" y="2753042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D8FA8E9-E1BD-BD7D-96E1-D5F5010F0B1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8" name="Rectangle: Rounded Corners 4">
              <a:extLst>
                <a:ext uri="{FF2B5EF4-FFF2-40B4-BE49-F238E27FC236}">
                  <a16:creationId xmlns:a16="http://schemas.microsoft.com/office/drawing/2014/main" id="{A5F09A71-019E-56F4-9945-566807168D1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695E7DB-C56C-6B14-2698-24132C0962C5}"/>
              </a:ext>
            </a:extLst>
          </p:cNvPr>
          <p:cNvGrpSpPr/>
          <p:nvPr/>
        </p:nvGrpSpPr>
        <p:grpSpPr>
          <a:xfrm>
            <a:off x="9439769" y="2312426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15F7AD1D-A23B-23B0-FF95-3A4C4F057DF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1" name="Rectangle: Rounded Corners 4">
              <a:extLst>
                <a:ext uri="{FF2B5EF4-FFF2-40B4-BE49-F238E27FC236}">
                  <a16:creationId xmlns:a16="http://schemas.microsoft.com/office/drawing/2014/main" id="{E01D32C9-56BA-DC05-93B3-BA4B375EAD7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4E70E78-FAD0-54B4-0776-E625B1239BDE}"/>
              </a:ext>
            </a:extLst>
          </p:cNvPr>
          <p:cNvGrpSpPr/>
          <p:nvPr/>
        </p:nvGrpSpPr>
        <p:grpSpPr>
          <a:xfrm>
            <a:off x="10356616" y="3092074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F52B2C5-0D7C-CB5A-371E-27DE65FC1D8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4" name="Rectangle: Rounded Corners 4">
              <a:extLst>
                <a:ext uri="{FF2B5EF4-FFF2-40B4-BE49-F238E27FC236}">
                  <a16:creationId xmlns:a16="http://schemas.microsoft.com/office/drawing/2014/main" id="{B82E5245-3207-274E-86A7-3FCBE6AF2ED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9D3FCE5-B4EB-42D9-79E2-081D55499428}"/>
              </a:ext>
            </a:extLst>
          </p:cNvPr>
          <p:cNvGrpSpPr/>
          <p:nvPr/>
        </p:nvGrpSpPr>
        <p:grpSpPr>
          <a:xfrm>
            <a:off x="8676541" y="3058050"/>
            <a:ext cx="733158" cy="37377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1FEFD80-A6DA-71A1-E38A-18EC247C795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7" name="Rectangle: Rounded Corners 4">
              <a:extLst>
                <a:ext uri="{FF2B5EF4-FFF2-40B4-BE49-F238E27FC236}">
                  <a16:creationId xmlns:a16="http://schemas.microsoft.com/office/drawing/2014/main" id="{EEC3AE29-884E-A501-A38D-6FB7CEA03A9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2C7BA4F-8CB3-2549-751C-84AF8343BBE2}"/>
              </a:ext>
            </a:extLst>
          </p:cNvPr>
          <p:cNvGrpSpPr/>
          <p:nvPr/>
        </p:nvGrpSpPr>
        <p:grpSpPr>
          <a:xfrm>
            <a:off x="7674623" y="894961"/>
            <a:ext cx="4014430" cy="1145236"/>
            <a:chOff x="5206427" y="770677"/>
            <a:chExt cx="4516995" cy="1179639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12B2136-2528-59B0-D180-C1BF860D35ED}"/>
                </a:ext>
              </a:extLst>
            </p:cNvPr>
            <p:cNvGrpSpPr/>
            <p:nvPr/>
          </p:nvGrpSpPr>
          <p:grpSpPr>
            <a:xfrm>
              <a:off x="6297520" y="770677"/>
              <a:ext cx="2334807" cy="484119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E1367994-3007-1245-79A8-9802AA24B1EB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48" name="Rectangle: Rounded Corners 4">
                <a:extLst>
                  <a:ext uri="{FF2B5EF4-FFF2-40B4-BE49-F238E27FC236}">
                    <a16:creationId xmlns:a16="http://schemas.microsoft.com/office/drawing/2014/main" id="{9EC77C43-C36C-3AA6-6C8B-C63465C78AB5}"/>
                  </a:ext>
                </a:extLst>
              </p:cNvPr>
              <p:cNvSpPr txBox="1"/>
              <p:nvPr/>
            </p:nvSpPr>
            <p:spPr>
              <a:xfrm>
                <a:off x="1270085" y="1114247"/>
                <a:ext cx="188445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</a:t>
                </a:r>
                <a:r>
                  <a:rPr lang="en-US" sz="2000" b="1" dirty="0">
                    <a:solidFill>
                      <a:schemeClr val="bg2">
                        <a:lumMod val="25000"/>
                      </a:schemeClr>
                    </a:solidFill>
                  </a:rPr>
                  <a:t>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255A0978-A6E6-558B-7325-9699037C932E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ABFB8AF-E9B6-70FB-DE16-87D1839D38A3}"/>
                </a:ext>
              </a:extLst>
            </p:cNvPr>
            <p:cNvGrpSpPr/>
            <p:nvPr/>
          </p:nvGrpSpPr>
          <p:grpSpPr>
            <a:xfrm>
              <a:off x="5359337" y="1467460"/>
              <a:ext cx="1869845" cy="371558"/>
              <a:chOff x="1159466" y="892336"/>
              <a:chExt cx="2145283" cy="1367628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01D4096-D1E2-53D3-D0F4-FA8D5982B9A5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145283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46" name="Rectangle: Rounded Corners 4">
                <a:extLst>
                  <a:ext uri="{FF2B5EF4-FFF2-40B4-BE49-F238E27FC236}">
                    <a16:creationId xmlns:a16="http://schemas.microsoft.com/office/drawing/2014/main" id="{3892D9B6-C907-5432-74F7-558893720802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E4542DBF-4D29-5E77-5270-AD647CCE0872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16F74AC0-08AE-22E2-041B-FAE245F2246A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44" name="Rectangle: Rounded Corners 4">
                <a:extLst>
                  <a:ext uri="{FF2B5EF4-FFF2-40B4-BE49-F238E27FC236}">
                    <a16:creationId xmlns:a16="http://schemas.microsoft.com/office/drawing/2014/main" id="{41E5B142-295C-F3E0-D768-241EFAC1CBE8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49B92C4-6AC2-1D06-A532-B3E19A8D45DF}"/>
              </a:ext>
            </a:extLst>
          </p:cNvPr>
          <p:cNvGrpSpPr/>
          <p:nvPr/>
        </p:nvGrpSpPr>
        <p:grpSpPr>
          <a:xfrm>
            <a:off x="8781021" y="1576051"/>
            <a:ext cx="733158" cy="37377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067F61E6-CEE7-200A-41CD-74336F0F7ED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1" name="Rectangle: Rounded Corners 4">
              <a:extLst>
                <a:ext uri="{FF2B5EF4-FFF2-40B4-BE49-F238E27FC236}">
                  <a16:creationId xmlns:a16="http://schemas.microsoft.com/office/drawing/2014/main" id="{D99146BC-7491-1A24-EC49-8F270420C65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4145E34-07E7-66E8-468B-5ABB69096616}"/>
              </a:ext>
            </a:extLst>
          </p:cNvPr>
          <p:cNvGrpSpPr/>
          <p:nvPr/>
        </p:nvGrpSpPr>
        <p:grpSpPr>
          <a:xfrm>
            <a:off x="10383775" y="1598115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0D5A7E44-445F-4D23-700A-0DAEF8F94B8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4" name="Rectangle: Rounded Corners 4">
              <a:extLst>
                <a:ext uri="{FF2B5EF4-FFF2-40B4-BE49-F238E27FC236}">
                  <a16:creationId xmlns:a16="http://schemas.microsoft.com/office/drawing/2014/main" id="{1E87A9CB-15F4-5443-8737-6BF3E1F5B23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3CE241C-6FE4-FDA8-76F4-807A86A7F726}"/>
              </a:ext>
            </a:extLst>
          </p:cNvPr>
          <p:cNvGrpSpPr/>
          <p:nvPr/>
        </p:nvGrpSpPr>
        <p:grpSpPr>
          <a:xfrm>
            <a:off x="9383379" y="828552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AD073F0D-0FF5-EC06-1C8E-2D847C5B359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7" name="Rectangle: Rounded Corners 4">
              <a:extLst>
                <a:ext uri="{FF2B5EF4-FFF2-40B4-BE49-F238E27FC236}">
                  <a16:creationId xmlns:a16="http://schemas.microsoft.com/office/drawing/2014/main" id="{6BC451C4-9CD5-4970-5130-D42485359C0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444312E-F3D4-D114-C3B6-4873171C3834}"/>
              </a:ext>
            </a:extLst>
          </p:cNvPr>
          <p:cNvGrpSpPr/>
          <p:nvPr/>
        </p:nvGrpSpPr>
        <p:grpSpPr>
          <a:xfrm>
            <a:off x="7294020" y="1295199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24175088-0397-8056-A549-43B2425085D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0" name="Rectangle: Rounded Corners 4">
              <a:extLst>
                <a:ext uri="{FF2B5EF4-FFF2-40B4-BE49-F238E27FC236}">
                  <a16:creationId xmlns:a16="http://schemas.microsoft.com/office/drawing/2014/main" id="{AFFBA416-5087-64C1-93E9-0F4EBD1E0BD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AE48590-FA6D-0255-7A61-1D7B46C3D982}"/>
              </a:ext>
            </a:extLst>
          </p:cNvPr>
          <p:cNvGrpSpPr/>
          <p:nvPr/>
        </p:nvGrpSpPr>
        <p:grpSpPr>
          <a:xfrm>
            <a:off x="10383775" y="1594971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B0DB97A0-9900-413F-6368-006C4F4DBC5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3" name="Rectangle: Rounded Corners 4">
              <a:extLst>
                <a:ext uri="{FF2B5EF4-FFF2-40B4-BE49-F238E27FC236}">
                  <a16:creationId xmlns:a16="http://schemas.microsoft.com/office/drawing/2014/main" id="{FE418EEE-C590-F9D8-104B-69A779E5BF3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292498A-FBD5-3B0F-FCB3-7241C9B114B8}"/>
              </a:ext>
            </a:extLst>
          </p:cNvPr>
          <p:cNvGrpSpPr/>
          <p:nvPr/>
        </p:nvGrpSpPr>
        <p:grpSpPr>
          <a:xfrm>
            <a:off x="7655476" y="3899198"/>
            <a:ext cx="4014430" cy="1145236"/>
            <a:chOff x="5206427" y="770677"/>
            <a:chExt cx="4516995" cy="1179639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E9085424-8F6E-3D7B-6BF1-73BA26A55B4B}"/>
                </a:ext>
              </a:extLst>
            </p:cNvPr>
            <p:cNvGrpSpPr/>
            <p:nvPr/>
          </p:nvGrpSpPr>
          <p:grpSpPr>
            <a:xfrm>
              <a:off x="6297519" y="770677"/>
              <a:ext cx="2618070" cy="484119"/>
              <a:chOff x="1159466" y="892336"/>
              <a:chExt cx="2405552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4E20CEF1-ADAA-58AC-81E5-280C0B7EC767}"/>
                  </a:ext>
                </a:extLst>
              </p:cNvPr>
              <p:cNvSpPr/>
              <p:nvPr/>
            </p:nvSpPr>
            <p:spPr>
              <a:xfrm>
                <a:off x="1159466" y="892336"/>
                <a:ext cx="2405552" cy="1367627"/>
              </a:xfrm>
              <a:prstGeom prst="roundRect">
                <a:avLst>
                  <a:gd name="adj" fmla="val 16670"/>
                </a:avLst>
              </a:prstGeom>
              <a:solidFill>
                <a:srgbClr val="FFC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t"/>
              <a:lstStyle/>
              <a:p>
                <a:pPr marL="342900" indent="-342900">
                  <a:buSzPct val="200000"/>
                  <a:buBlip>
                    <a:blip r:embed="rId2"/>
                  </a:buBlip>
                </a:pPr>
                <a:endParaRPr lang="en-PK" sz="200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74" name="Rectangle: Rounded Corners 4">
                <a:extLst>
                  <a:ext uri="{FF2B5EF4-FFF2-40B4-BE49-F238E27FC236}">
                    <a16:creationId xmlns:a16="http://schemas.microsoft.com/office/drawing/2014/main" id="{404F77DD-7EE7-3F65-8322-FF45519627DD}"/>
                  </a:ext>
                </a:extLst>
              </p:cNvPr>
              <p:cNvSpPr txBox="1"/>
              <p:nvPr/>
            </p:nvSpPr>
            <p:spPr>
              <a:xfrm>
                <a:off x="1202696" y="1067247"/>
                <a:ext cx="2218988" cy="1051982"/>
              </a:xfrm>
              <a:prstGeom prst="rect">
                <a:avLst/>
              </a:prstGeom>
              <a:solidFill>
                <a:srgbClr val="FFC000"/>
              </a:solidFill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457200" indent="-457200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SzPct val="300000"/>
                  <a:buBlip>
                    <a:blip r:embed="rId2"/>
                  </a:buBlip>
                </a:pPr>
                <a:r>
                  <a:rPr lang="en-US" sz="2000" b="1" kern="1200" dirty="0">
                    <a:solidFill>
                      <a:schemeClr val="bg2">
                        <a:lumMod val="25000"/>
                      </a:schemeClr>
                    </a:solidFill>
                  </a:rPr>
                  <a:t>         </a:t>
                </a:r>
                <a:r>
                  <a:rPr lang="en-US" sz="2000" b="1" u="sng" kern="1200" dirty="0" err="1">
                    <a:solidFill>
                      <a:srgbClr val="FF0000"/>
                    </a:solidFill>
                  </a:rPr>
                  <a:t>newNode</a:t>
                </a:r>
                <a:endParaRPr lang="en-PK" sz="2000" b="1" kern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7B85A056-E813-0454-7A71-8FC583C24D34}"/>
                </a:ext>
              </a:extLst>
            </p:cNvPr>
            <p:cNvSpPr/>
            <p:nvPr/>
          </p:nvSpPr>
          <p:spPr>
            <a:xfrm>
              <a:off x="5206427" y="1383068"/>
              <a:ext cx="4516995" cy="567248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000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E1B7868D-208A-DD7F-E1F6-3EC3437DBB70}"/>
                </a:ext>
              </a:extLst>
            </p:cNvPr>
            <p:cNvGrpSpPr/>
            <p:nvPr/>
          </p:nvGrpSpPr>
          <p:grpSpPr>
            <a:xfrm>
              <a:off x="5359338" y="1467460"/>
              <a:ext cx="1869845" cy="371558"/>
              <a:chOff x="1159467" y="892336"/>
              <a:chExt cx="2145283" cy="1367627"/>
            </a:xfrm>
            <a:solidFill>
              <a:srgbClr val="7CA655">
                <a:lumMod val="75000"/>
              </a:srgbClr>
            </a:solidFill>
            <a:scene3d>
              <a:camera prst="orthographicFront"/>
              <a:lightRig rig="flat" dir="t"/>
            </a:scene3d>
          </p:grpSpPr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B8D10CCB-72C1-1928-4D9E-405057935BAF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E4E4E4">
                      <a:lumMod val="10000"/>
                    </a:srgbClr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72" name="Rectangle: Rounded Corners 4">
                <a:extLst>
                  <a:ext uri="{FF2B5EF4-FFF2-40B4-BE49-F238E27FC236}">
                    <a16:creationId xmlns:a16="http://schemas.microsoft.com/office/drawing/2014/main" id="{7DFF4B4E-8866-94C7-61C7-7E9709ECD8FF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Data: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92745A6-AA8B-B514-45BC-8B9CFD837A46}"/>
                </a:ext>
              </a:extLst>
            </p:cNvPr>
            <p:cNvGrpSpPr/>
            <p:nvPr/>
          </p:nvGrpSpPr>
          <p:grpSpPr>
            <a:xfrm>
              <a:off x="7358406" y="1467460"/>
              <a:ext cx="2200407" cy="371558"/>
              <a:chOff x="1159467" y="892336"/>
              <a:chExt cx="2145283" cy="1367627"/>
            </a:xfrm>
            <a:solidFill>
              <a:srgbClr val="FFC000"/>
            </a:solidFill>
            <a:scene3d>
              <a:camera prst="orthographicFront"/>
              <a:lightRig rig="flat" dir="t"/>
            </a:scene3d>
          </p:grpSpPr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F191F447-C14E-CB63-0179-C9E732E3D538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70" name="Rectangle: Rounded Corners 4">
                <a:extLst>
                  <a:ext uri="{FF2B5EF4-FFF2-40B4-BE49-F238E27FC236}">
                    <a16:creationId xmlns:a16="http://schemas.microsoft.com/office/drawing/2014/main" id="{C51E8312-22CD-E346-F9C4-AFCBDFCAA120}"/>
                  </a:ext>
                </a:extLst>
              </p:cNvPr>
              <p:cNvSpPr txBox="1"/>
              <p:nvPr/>
            </p:nvSpPr>
            <p:spPr>
              <a:xfrm>
                <a:off x="1302711" y="1108728"/>
                <a:ext cx="1813421" cy="105198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0" dirty="0">
                    <a:solidFill>
                      <a:srgbClr val="000000"/>
                    </a:solidFill>
                    <a:latin typeface="Franklin Gothic Book"/>
                  </a:rPr>
                  <a:t>next:</a:t>
                </a:r>
                <a:endParaRPr kumimoji="0" lang="en-PK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1796AC6-BF49-AF60-1DFA-4BB4E8118E3B}"/>
              </a:ext>
            </a:extLst>
          </p:cNvPr>
          <p:cNvGrpSpPr/>
          <p:nvPr/>
        </p:nvGrpSpPr>
        <p:grpSpPr>
          <a:xfrm>
            <a:off x="7318905" y="4248942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B31D6841-C38C-16EB-AB4D-C1C6B6352BB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7" name="Rectangle: Rounded Corners 4">
              <a:extLst>
                <a:ext uri="{FF2B5EF4-FFF2-40B4-BE49-F238E27FC236}">
                  <a16:creationId xmlns:a16="http://schemas.microsoft.com/office/drawing/2014/main" id="{F4D9376A-7882-9F77-18A5-DF300A604D2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01C209E-CDD8-B26E-E175-0C0182BDC54F}"/>
              </a:ext>
            </a:extLst>
          </p:cNvPr>
          <p:cNvGrpSpPr/>
          <p:nvPr/>
        </p:nvGrpSpPr>
        <p:grpSpPr>
          <a:xfrm>
            <a:off x="9280501" y="3795949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21053B32-8E25-90D5-EE57-72BE27D1065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0" name="Rectangle: Rounded Corners 4">
              <a:extLst>
                <a:ext uri="{FF2B5EF4-FFF2-40B4-BE49-F238E27FC236}">
                  <a16:creationId xmlns:a16="http://schemas.microsoft.com/office/drawing/2014/main" id="{1A670CC7-1171-62C2-8A13-CAA3692BE1F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58E5D78-2909-E67E-42E0-C30B09C39D02}"/>
              </a:ext>
            </a:extLst>
          </p:cNvPr>
          <p:cNvGrpSpPr/>
          <p:nvPr/>
        </p:nvGrpSpPr>
        <p:grpSpPr>
          <a:xfrm>
            <a:off x="8677270" y="4630474"/>
            <a:ext cx="733158" cy="2772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FA09AE2F-9175-5F9B-7200-D6EB127A9E7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3" name="Rectangle: Rounded Corners 4">
              <a:extLst>
                <a:ext uri="{FF2B5EF4-FFF2-40B4-BE49-F238E27FC236}">
                  <a16:creationId xmlns:a16="http://schemas.microsoft.com/office/drawing/2014/main" id="{0E880597-A5B7-2867-063C-91D8234365F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33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F04621C-7671-7390-2D90-9C624A43A7BB}"/>
              </a:ext>
            </a:extLst>
          </p:cNvPr>
          <p:cNvGrpSpPr/>
          <p:nvPr/>
        </p:nvGrpSpPr>
        <p:grpSpPr>
          <a:xfrm>
            <a:off x="10325629" y="460316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E423D323-F723-C249-31C8-CBE44EDBACD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6" name="Rectangle: Rounded Corners 4">
              <a:extLst>
                <a:ext uri="{FF2B5EF4-FFF2-40B4-BE49-F238E27FC236}">
                  <a16:creationId xmlns:a16="http://schemas.microsoft.com/office/drawing/2014/main" id="{62E09B06-3C85-F553-A9D1-B8D6A3CB947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A705F92-C77C-EFB4-4C17-3585F2B15903}"/>
              </a:ext>
            </a:extLst>
          </p:cNvPr>
          <p:cNvGrpSpPr/>
          <p:nvPr/>
        </p:nvGrpSpPr>
        <p:grpSpPr>
          <a:xfrm>
            <a:off x="10351747" y="3087389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4B5C93B2-ADF3-E484-C41C-FDB264696D2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9" name="Rectangle: Rounded Corners 4">
              <a:extLst>
                <a:ext uri="{FF2B5EF4-FFF2-40B4-BE49-F238E27FC236}">
                  <a16:creationId xmlns:a16="http://schemas.microsoft.com/office/drawing/2014/main" id="{BF54552A-51B2-F029-628E-C974E3186E0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CF44AD6-4AFE-5D85-8D40-CF69BA0399B5}"/>
              </a:ext>
            </a:extLst>
          </p:cNvPr>
          <p:cNvGrpSpPr/>
          <p:nvPr/>
        </p:nvGrpSpPr>
        <p:grpSpPr>
          <a:xfrm>
            <a:off x="8055643" y="6137549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DFA3A7E5-257F-1849-854B-F7341F14946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2" name="Rectangle: Rounded Corners 4">
              <a:extLst>
                <a:ext uri="{FF2B5EF4-FFF2-40B4-BE49-F238E27FC236}">
                  <a16:creationId xmlns:a16="http://schemas.microsoft.com/office/drawing/2014/main" id="{7A1CC8AB-18E6-E047-F325-8D38472D43A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1801F30-76BB-810F-BF4E-2B6EA4A554C3}"/>
              </a:ext>
            </a:extLst>
          </p:cNvPr>
          <p:cNvGrpSpPr/>
          <p:nvPr/>
        </p:nvGrpSpPr>
        <p:grpSpPr>
          <a:xfrm>
            <a:off x="6401569" y="73238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2D905E24-510A-74D7-3A0B-3953FC71EDB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5" name="Rectangle: Rounded Corners 4">
              <a:extLst>
                <a:ext uri="{FF2B5EF4-FFF2-40B4-BE49-F238E27FC236}">
                  <a16:creationId xmlns:a16="http://schemas.microsoft.com/office/drawing/2014/main" id="{EB60C57D-4D07-EC1C-1722-2FD59C4889A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srgbClr val="FFFFFF"/>
                  </a:solidFill>
                  <a:latin typeface="Franklin Gothic Book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27187895-E45E-4DF7-955C-79D84C8AA163}"/>
              </a:ext>
            </a:extLst>
          </p:cNvPr>
          <p:cNvGrpSpPr/>
          <p:nvPr/>
        </p:nvGrpSpPr>
        <p:grpSpPr>
          <a:xfrm rot="2287042">
            <a:off x="7840310" y="357532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6E04A3A3-DB84-A741-60D2-F79DD3F90D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Arrow: Right 97">
              <a:extLst>
                <a:ext uri="{FF2B5EF4-FFF2-40B4-BE49-F238E27FC236}">
                  <a16:creationId xmlns:a16="http://schemas.microsoft.com/office/drawing/2014/main" id="{1C796795-8BB0-110E-C06E-9006A8DD6CD9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3ABB461-7A50-DD18-4297-9E2A9990D684}"/>
              </a:ext>
            </a:extLst>
          </p:cNvPr>
          <p:cNvGrpSpPr/>
          <p:nvPr/>
        </p:nvGrpSpPr>
        <p:grpSpPr>
          <a:xfrm rot="7921994">
            <a:off x="11018194" y="2134647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C60D7613-97FD-B428-5262-FDBEABBD56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Arrow: Right 100">
              <a:extLst>
                <a:ext uri="{FF2B5EF4-FFF2-40B4-BE49-F238E27FC236}">
                  <a16:creationId xmlns:a16="http://schemas.microsoft.com/office/drawing/2014/main" id="{F04DF1F1-7582-7ACD-4FB9-1BEE2B1338D2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2C38FA1-3000-3D2D-038E-F67F86F6A6F8}"/>
              </a:ext>
            </a:extLst>
          </p:cNvPr>
          <p:cNvGrpSpPr/>
          <p:nvPr/>
        </p:nvGrpSpPr>
        <p:grpSpPr>
          <a:xfrm rot="7921994">
            <a:off x="11019055" y="3648344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4A10A5CF-9D00-26E1-524D-B115EDB901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Arrow: Right 103">
              <a:extLst>
                <a:ext uri="{FF2B5EF4-FFF2-40B4-BE49-F238E27FC236}">
                  <a16:creationId xmlns:a16="http://schemas.microsoft.com/office/drawing/2014/main" id="{012186D8-2664-CF31-3FD3-389C0EDBE711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74B3B64-7D51-E73E-7221-01D593267BC9}"/>
              </a:ext>
            </a:extLst>
          </p:cNvPr>
          <p:cNvGrpSpPr/>
          <p:nvPr/>
        </p:nvGrpSpPr>
        <p:grpSpPr>
          <a:xfrm rot="15058706">
            <a:off x="7385553" y="5335364"/>
            <a:ext cx="849934" cy="451197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91075A1B-059C-1B18-D8CD-E5BC826FE7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Arrow: Right 106">
              <a:extLst>
                <a:ext uri="{FF2B5EF4-FFF2-40B4-BE49-F238E27FC236}">
                  <a16:creationId xmlns:a16="http://schemas.microsoft.com/office/drawing/2014/main" id="{0AFD89DD-B76B-F365-A921-317F30828BEF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3D5909CE-BBEC-D35E-A063-87DF8DFC146E}"/>
              </a:ext>
            </a:extLst>
          </p:cNvPr>
          <p:cNvGrpSpPr/>
          <p:nvPr/>
        </p:nvGrpSpPr>
        <p:grpSpPr>
          <a:xfrm>
            <a:off x="10337838" y="4592571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7CC21CEF-1EA0-5C18-6983-852E6998476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0" name="Rectangle: Rounded Corners 4">
              <a:extLst>
                <a:ext uri="{FF2B5EF4-FFF2-40B4-BE49-F238E27FC236}">
                  <a16:creationId xmlns:a16="http://schemas.microsoft.com/office/drawing/2014/main" id="{C8AAA2D9-07C9-37CE-F141-4504A923188B}"/>
                </a:ext>
              </a:extLst>
            </p:cNvPr>
            <p:cNvSpPr txBox="1"/>
            <p:nvPr/>
          </p:nvSpPr>
          <p:spPr>
            <a:xfrm>
              <a:off x="1202637" y="1108730"/>
              <a:ext cx="2022422" cy="1051980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0x1200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B3631DD-763E-AF77-F3B4-1B76B7584CAD}"/>
              </a:ext>
            </a:extLst>
          </p:cNvPr>
          <p:cNvGrpSpPr/>
          <p:nvPr/>
        </p:nvGrpSpPr>
        <p:grpSpPr>
          <a:xfrm>
            <a:off x="3975518" y="3807462"/>
            <a:ext cx="1970672" cy="657736"/>
            <a:chOff x="5386193" y="1370509"/>
            <a:chExt cx="1300470" cy="997421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968A6310-5AE4-8D93-D90F-DAE5848F8978}"/>
                </a:ext>
              </a:extLst>
            </p:cNvPr>
            <p:cNvGrpSpPr/>
            <p:nvPr/>
          </p:nvGrpSpPr>
          <p:grpSpPr>
            <a:xfrm>
              <a:off x="5386193" y="1370509"/>
              <a:ext cx="1300470" cy="844560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116" name="Rectangle: Rounded Corners 115">
                <a:extLst>
                  <a:ext uri="{FF2B5EF4-FFF2-40B4-BE49-F238E27FC236}">
                    <a16:creationId xmlns:a16="http://schemas.microsoft.com/office/drawing/2014/main" id="{8CD505FE-1913-C6BB-54FB-CF4721D5141B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PK">
                  <a:solidFill>
                    <a:srgbClr val="FF0000"/>
                  </a:solidFill>
                </a:endParaRPr>
              </a:p>
            </p:txBody>
          </p:sp>
          <p:sp>
            <p:nvSpPr>
              <p:cNvPr id="117" name="Rectangle: Rounded Corners 4">
                <a:extLst>
                  <a:ext uri="{FF2B5EF4-FFF2-40B4-BE49-F238E27FC236}">
                    <a16:creationId xmlns:a16="http://schemas.microsoft.com/office/drawing/2014/main" id="{5CD7C2AB-045D-40C5-D75B-8252A3A23B24}"/>
                  </a:ext>
                </a:extLst>
              </p:cNvPr>
              <p:cNvSpPr txBox="1"/>
              <p:nvPr/>
            </p:nvSpPr>
            <p:spPr>
              <a:xfrm>
                <a:off x="1302711" y="1060713"/>
                <a:ext cx="1813421" cy="1051982"/>
              </a:xfrm>
              <a:prstGeom prst="rect">
                <a:avLst/>
              </a:prstGeom>
              <a:grpFill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lvl="0" indent="0" algn="ctr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600" b="1" kern="1200" dirty="0">
                    <a:solidFill>
                      <a:srgbClr val="FF0000"/>
                    </a:solidFill>
                  </a:rPr>
                  <a:t>current</a:t>
                </a:r>
                <a:endParaRPr lang="en-PK" sz="2600" b="1" kern="12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790B41EA-3EA3-94B1-5151-7836956CC8E1}"/>
                </a:ext>
              </a:extLst>
            </p:cNvPr>
            <p:cNvGrpSpPr/>
            <p:nvPr/>
          </p:nvGrpSpPr>
          <p:grpSpPr>
            <a:xfrm>
              <a:off x="5504775" y="1954841"/>
              <a:ext cx="1066276" cy="413089"/>
              <a:chOff x="1330895" y="483582"/>
              <a:chExt cx="1855448" cy="1776381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14" name="Rectangle: Rounded Corners 113">
                <a:extLst>
                  <a:ext uri="{FF2B5EF4-FFF2-40B4-BE49-F238E27FC236}">
                    <a16:creationId xmlns:a16="http://schemas.microsoft.com/office/drawing/2014/main" id="{8AD78049-90FA-DE56-623A-6ABDFBFC53C2}"/>
                  </a:ext>
                </a:extLst>
              </p:cNvPr>
              <p:cNvSpPr/>
              <p:nvPr/>
            </p:nvSpPr>
            <p:spPr>
              <a:xfrm>
                <a:off x="1330895" y="483582"/>
                <a:ext cx="1855448" cy="1776381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15" name="Rectangle: Rounded Corners 4">
                <a:extLst>
                  <a:ext uri="{FF2B5EF4-FFF2-40B4-BE49-F238E27FC236}">
                    <a16:creationId xmlns:a16="http://schemas.microsoft.com/office/drawing/2014/main" id="{120A9D2C-38C5-9A38-46DD-17ECDC8FB8A1}"/>
                  </a:ext>
                </a:extLst>
              </p:cNvPr>
              <p:cNvSpPr txBox="1"/>
              <p:nvPr/>
            </p:nvSpPr>
            <p:spPr>
              <a:xfrm>
                <a:off x="1476442" y="737682"/>
                <a:ext cx="1572592" cy="1423023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200" b="1" kern="0" dirty="0">
                    <a:solidFill>
                      <a:srgbClr val="FFFFFF"/>
                    </a:solidFill>
                    <a:latin typeface="Franklin Gothic Book"/>
                  </a:rPr>
                  <a:t>0x1200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7EC0A12-E5E9-B905-E237-9F74E01BDDB7}"/>
              </a:ext>
            </a:extLst>
          </p:cNvPr>
          <p:cNvGrpSpPr/>
          <p:nvPr/>
        </p:nvGrpSpPr>
        <p:grpSpPr>
          <a:xfrm>
            <a:off x="3940560" y="4696432"/>
            <a:ext cx="1970672" cy="657736"/>
            <a:chOff x="5386193" y="1370509"/>
            <a:chExt cx="1300470" cy="997421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70DD4295-3220-9E14-F148-1EC430D684A8}"/>
                </a:ext>
              </a:extLst>
            </p:cNvPr>
            <p:cNvGrpSpPr/>
            <p:nvPr/>
          </p:nvGrpSpPr>
          <p:grpSpPr>
            <a:xfrm>
              <a:off x="5386193" y="1370509"/>
              <a:ext cx="1300470" cy="844560"/>
              <a:chOff x="1159467" y="892336"/>
              <a:chExt cx="2145283" cy="1367627"/>
            </a:xfrm>
            <a:solidFill>
              <a:srgbClr val="00B050"/>
            </a:solidFill>
            <a:scene3d>
              <a:camera prst="orthographicFront"/>
              <a:lightRig rig="flat" dir="t"/>
            </a:scene3d>
          </p:grpSpPr>
          <p:sp>
            <p:nvSpPr>
              <p:cNvPr id="123" name="Rectangle: Rounded Corners 122">
                <a:extLst>
                  <a:ext uri="{FF2B5EF4-FFF2-40B4-BE49-F238E27FC236}">
                    <a16:creationId xmlns:a16="http://schemas.microsoft.com/office/drawing/2014/main" id="{E5CE4B3D-218D-961F-EADE-3DFD4427C104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8502047"/>
                  <a:satOff val="-8328"/>
                  <a:lumOff val="5490"/>
                  <a:alphaOff val="0"/>
                </a:schemeClr>
              </a:fillRef>
              <a:effectRef idx="2">
                <a:schemeClr val="accent3">
                  <a:hueOff val="8502047"/>
                  <a:satOff val="-8328"/>
                  <a:lumOff val="549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PK">
                  <a:solidFill>
                    <a:srgbClr val="FF0000"/>
                  </a:solidFill>
                </a:endParaRPr>
              </a:p>
            </p:txBody>
          </p:sp>
          <p:sp>
            <p:nvSpPr>
              <p:cNvPr id="124" name="Rectangle: Rounded Corners 4">
                <a:extLst>
                  <a:ext uri="{FF2B5EF4-FFF2-40B4-BE49-F238E27FC236}">
                    <a16:creationId xmlns:a16="http://schemas.microsoft.com/office/drawing/2014/main" id="{C90D61ED-53D9-21ED-840B-EFFD006B1B58}"/>
                  </a:ext>
                </a:extLst>
              </p:cNvPr>
              <p:cNvSpPr txBox="1"/>
              <p:nvPr/>
            </p:nvSpPr>
            <p:spPr>
              <a:xfrm>
                <a:off x="1302711" y="1060713"/>
                <a:ext cx="1813421" cy="1051982"/>
              </a:xfrm>
              <a:prstGeom prst="rect">
                <a:avLst/>
              </a:prstGeom>
              <a:grpFill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lvl="0" indent="0" algn="ctr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600" b="1" kern="1200" dirty="0" err="1">
                    <a:solidFill>
                      <a:srgbClr val="FF0000"/>
                    </a:solidFill>
                  </a:rPr>
                  <a:t>nextNode</a:t>
                </a:r>
                <a:endParaRPr lang="en-PK" sz="2600" b="1" kern="12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F7CF49FE-44FE-6EA8-AAA1-499492F977D3}"/>
                </a:ext>
              </a:extLst>
            </p:cNvPr>
            <p:cNvGrpSpPr/>
            <p:nvPr/>
          </p:nvGrpSpPr>
          <p:grpSpPr>
            <a:xfrm>
              <a:off x="5504775" y="1954841"/>
              <a:ext cx="1066276" cy="413089"/>
              <a:chOff x="1330895" y="483582"/>
              <a:chExt cx="1855448" cy="1776381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21" name="Rectangle: Rounded Corners 120">
                <a:extLst>
                  <a:ext uri="{FF2B5EF4-FFF2-40B4-BE49-F238E27FC236}">
                    <a16:creationId xmlns:a16="http://schemas.microsoft.com/office/drawing/2014/main" id="{9C206E12-C259-8AC4-5A57-910D0833264C}"/>
                  </a:ext>
                </a:extLst>
              </p:cNvPr>
              <p:cNvSpPr/>
              <p:nvPr/>
            </p:nvSpPr>
            <p:spPr>
              <a:xfrm>
                <a:off x="1330895" y="483582"/>
                <a:ext cx="1855448" cy="1776381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defTabSz="96560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22" name="Rectangle: Rounded Corners 4">
                <a:extLst>
                  <a:ext uri="{FF2B5EF4-FFF2-40B4-BE49-F238E27FC236}">
                    <a16:creationId xmlns:a16="http://schemas.microsoft.com/office/drawing/2014/main" id="{AB282E75-4B04-D65D-9F97-7592C89916E5}"/>
                  </a:ext>
                </a:extLst>
              </p:cNvPr>
              <p:cNvSpPr txBox="1"/>
              <p:nvPr/>
            </p:nvSpPr>
            <p:spPr>
              <a:xfrm>
                <a:off x="1476442" y="737682"/>
                <a:ext cx="1572592" cy="1423023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nullptr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5" name="Rectangle 124">
            <a:extLst>
              <a:ext uri="{FF2B5EF4-FFF2-40B4-BE49-F238E27FC236}">
                <a16:creationId xmlns:a16="http://schemas.microsoft.com/office/drawing/2014/main" id="{4689D89C-041D-D4A3-0BD9-146956B37B57}"/>
              </a:ext>
            </a:extLst>
          </p:cNvPr>
          <p:cNvSpPr/>
          <p:nvPr/>
        </p:nvSpPr>
        <p:spPr>
          <a:xfrm>
            <a:off x="2936945" y="2715331"/>
            <a:ext cx="1598841" cy="4433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isCircular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9FF8F4E7-ED82-34E5-D851-8040286B727A}"/>
              </a:ext>
            </a:extLst>
          </p:cNvPr>
          <p:cNvSpPr/>
          <p:nvPr/>
        </p:nvSpPr>
        <p:spPr>
          <a:xfrm>
            <a:off x="4579618" y="2715331"/>
            <a:ext cx="898216" cy="4433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0" dirty="0">
                <a:solidFill>
                  <a:srgbClr val="000000"/>
                </a:solidFill>
                <a:latin typeface="Franklin Gothic Book"/>
              </a:rPr>
              <a:t>true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D8C6BCC0-7CB8-B77A-3B49-55B729A1A4AE}"/>
              </a:ext>
            </a:extLst>
          </p:cNvPr>
          <p:cNvGrpSpPr/>
          <p:nvPr/>
        </p:nvGrpSpPr>
        <p:grpSpPr>
          <a:xfrm>
            <a:off x="10337630" y="4597825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36F162D6-2426-FC1E-7F47-5FD033A29F9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9" name="Rectangle: Rounded Corners 4">
              <a:extLst>
                <a:ext uri="{FF2B5EF4-FFF2-40B4-BE49-F238E27FC236}">
                  <a16:creationId xmlns:a16="http://schemas.microsoft.com/office/drawing/2014/main" id="{CCFE9646-E474-E865-4E7F-B33D4C69CCB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AC11BC7-9C78-DCFE-48C0-60EB43CE22AC}"/>
              </a:ext>
            </a:extLst>
          </p:cNvPr>
          <p:cNvGrpSpPr/>
          <p:nvPr/>
        </p:nvGrpSpPr>
        <p:grpSpPr>
          <a:xfrm>
            <a:off x="4113101" y="5085846"/>
            <a:ext cx="1615785" cy="272406"/>
            <a:chOff x="5091529" y="4421834"/>
            <a:chExt cx="1615785" cy="272406"/>
          </a:xfrm>
        </p:grpSpPr>
        <p:sp>
          <p:nvSpPr>
            <p:cNvPr id="131" name="Rectangle: Rounded Corners 130">
              <a:extLst>
                <a:ext uri="{FF2B5EF4-FFF2-40B4-BE49-F238E27FC236}">
                  <a16:creationId xmlns:a16="http://schemas.microsoft.com/office/drawing/2014/main" id="{A8F39594-6479-B3D4-AEFD-60CC765BAF1E}"/>
                </a:ext>
              </a:extLst>
            </p:cNvPr>
            <p:cNvSpPr/>
            <p:nvPr/>
          </p:nvSpPr>
          <p:spPr>
            <a:xfrm>
              <a:off x="5091529" y="4421834"/>
              <a:ext cx="1615785" cy="272406"/>
            </a:xfrm>
            <a:prstGeom prst="roundRect">
              <a:avLst>
                <a:gd name="adj" fmla="val 16670"/>
              </a:avLst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32" name="Rectangle: Rounded Corners 4">
              <a:extLst>
                <a:ext uri="{FF2B5EF4-FFF2-40B4-BE49-F238E27FC236}">
                  <a16:creationId xmlns:a16="http://schemas.microsoft.com/office/drawing/2014/main" id="{6F0B45DE-72E9-C934-63BD-D563E32BAD81}"/>
                </a:ext>
              </a:extLst>
            </p:cNvPr>
            <p:cNvSpPr txBox="1"/>
            <p:nvPr/>
          </p:nvSpPr>
          <p:spPr>
            <a:xfrm>
              <a:off x="5218276" y="4460800"/>
              <a:ext cx="1369465" cy="21821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248685A-C68A-6CCA-9B37-3FEEC1AEF08D}"/>
              </a:ext>
            </a:extLst>
          </p:cNvPr>
          <p:cNvGrpSpPr/>
          <p:nvPr/>
        </p:nvGrpSpPr>
        <p:grpSpPr>
          <a:xfrm>
            <a:off x="4155424" y="4192764"/>
            <a:ext cx="1615785" cy="272406"/>
            <a:chOff x="5091529" y="4421834"/>
            <a:chExt cx="1615785" cy="272406"/>
          </a:xfrm>
        </p:grpSpPr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3DBCF37E-745B-EA3A-27DB-5136B1CF8AA4}"/>
                </a:ext>
              </a:extLst>
            </p:cNvPr>
            <p:cNvSpPr/>
            <p:nvPr/>
          </p:nvSpPr>
          <p:spPr>
            <a:xfrm>
              <a:off x="5091529" y="4421834"/>
              <a:ext cx="1615785" cy="272406"/>
            </a:xfrm>
            <a:prstGeom prst="roundRect">
              <a:avLst>
                <a:gd name="adj" fmla="val 16670"/>
              </a:avLst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35" name="Rectangle: Rounded Corners 4">
              <a:extLst>
                <a:ext uri="{FF2B5EF4-FFF2-40B4-BE49-F238E27FC236}">
                  <a16:creationId xmlns:a16="http://schemas.microsoft.com/office/drawing/2014/main" id="{2AEF20BE-FBDF-B52A-EFD5-C7BF74DE13D6}"/>
                </a:ext>
              </a:extLst>
            </p:cNvPr>
            <p:cNvSpPr txBox="1"/>
            <p:nvPr/>
          </p:nvSpPr>
          <p:spPr>
            <a:xfrm>
              <a:off x="5218276" y="4460800"/>
              <a:ext cx="1369465" cy="21821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E20AEA6E-813C-4785-6E16-121A636DCE97}"/>
              </a:ext>
            </a:extLst>
          </p:cNvPr>
          <p:cNvSpPr/>
          <p:nvPr/>
        </p:nvSpPr>
        <p:spPr>
          <a:xfrm>
            <a:off x="1212754" y="4091469"/>
            <a:ext cx="2224289" cy="285658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D3B1126B-7ADC-8469-C48B-9B3F6B3432A1}"/>
              </a:ext>
            </a:extLst>
          </p:cNvPr>
          <p:cNvSpPr/>
          <p:nvPr/>
        </p:nvSpPr>
        <p:spPr>
          <a:xfrm>
            <a:off x="695789" y="4392580"/>
            <a:ext cx="2889383" cy="285658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D91CA73B-4F93-B97C-0E04-F084B234373B}"/>
              </a:ext>
            </a:extLst>
          </p:cNvPr>
          <p:cNvGrpSpPr/>
          <p:nvPr/>
        </p:nvGrpSpPr>
        <p:grpSpPr>
          <a:xfrm>
            <a:off x="4118360" y="5097718"/>
            <a:ext cx="1615785" cy="272406"/>
            <a:chOff x="5091529" y="4421834"/>
            <a:chExt cx="1615785" cy="272406"/>
          </a:xfrm>
        </p:grpSpPr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438A95BD-9656-59F4-4A42-0ABC30F32EF8}"/>
                </a:ext>
              </a:extLst>
            </p:cNvPr>
            <p:cNvSpPr/>
            <p:nvPr/>
          </p:nvSpPr>
          <p:spPr>
            <a:xfrm>
              <a:off x="5091529" y="4421834"/>
              <a:ext cx="1615785" cy="272406"/>
            </a:xfrm>
            <a:prstGeom prst="roundRect">
              <a:avLst>
                <a:gd name="adj" fmla="val 16670"/>
              </a:avLst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0" name="Rectangle: Rounded Corners 4">
              <a:extLst>
                <a:ext uri="{FF2B5EF4-FFF2-40B4-BE49-F238E27FC236}">
                  <a16:creationId xmlns:a16="http://schemas.microsoft.com/office/drawing/2014/main" id="{529B10CA-228B-4633-050B-343DCD2DF284}"/>
                </a:ext>
              </a:extLst>
            </p:cNvPr>
            <p:cNvSpPr txBox="1"/>
            <p:nvPr/>
          </p:nvSpPr>
          <p:spPr>
            <a:xfrm>
              <a:off x="5218276" y="4460800"/>
              <a:ext cx="1369465" cy="21821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43117185-D7AB-CE93-37DE-4CB58F643E0A}"/>
              </a:ext>
            </a:extLst>
          </p:cNvPr>
          <p:cNvSpPr/>
          <p:nvPr/>
        </p:nvSpPr>
        <p:spPr>
          <a:xfrm>
            <a:off x="654379" y="4653201"/>
            <a:ext cx="2889383" cy="285658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E0E31DD7-85E1-1824-D2CA-4F787CF40279}"/>
              </a:ext>
            </a:extLst>
          </p:cNvPr>
          <p:cNvSpPr/>
          <p:nvPr/>
        </p:nvSpPr>
        <p:spPr>
          <a:xfrm>
            <a:off x="647853" y="4925432"/>
            <a:ext cx="2889383" cy="285658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7CA6C444-565B-8074-19B6-EE9CA193C055}"/>
              </a:ext>
            </a:extLst>
          </p:cNvPr>
          <p:cNvGrpSpPr/>
          <p:nvPr/>
        </p:nvGrpSpPr>
        <p:grpSpPr>
          <a:xfrm>
            <a:off x="4154239" y="4199955"/>
            <a:ext cx="1615785" cy="272406"/>
            <a:chOff x="5091529" y="4421834"/>
            <a:chExt cx="1615785" cy="272406"/>
          </a:xfrm>
        </p:grpSpPr>
        <p:sp>
          <p:nvSpPr>
            <p:cNvPr id="144" name="Rectangle: Rounded Corners 143">
              <a:extLst>
                <a:ext uri="{FF2B5EF4-FFF2-40B4-BE49-F238E27FC236}">
                  <a16:creationId xmlns:a16="http://schemas.microsoft.com/office/drawing/2014/main" id="{1BFB625A-D745-8369-6889-E976FA630217}"/>
                </a:ext>
              </a:extLst>
            </p:cNvPr>
            <p:cNvSpPr/>
            <p:nvPr/>
          </p:nvSpPr>
          <p:spPr>
            <a:xfrm>
              <a:off x="5091529" y="4421834"/>
              <a:ext cx="1615785" cy="272406"/>
            </a:xfrm>
            <a:prstGeom prst="roundRect">
              <a:avLst>
                <a:gd name="adj" fmla="val 16670"/>
              </a:avLst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5" name="Rectangle: Rounded Corners 4">
              <a:extLst>
                <a:ext uri="{FF2B5EF4-FFF2-40B4-BE49-F238E27FC236}">
                  <a16:creationId xmlns:a16="http://schemas.microsoft.com/office/drawing/2014/main" id="{73148B8B-DFB2-D183-4CB4-2CADCA37295E}"/>
                </a:ext>
              </a:extLst>
            </p:cNvPr>
            <p:cNvSpPr txBox="1"/>
            <p:nvPr/>
          </p:nvSpPr>
          <p:spPr>
            <a:xfrm>
              <a:off x="5218276" y="4460800"/>
              <a:ext cx="1369465" cy="21821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D8FC001C-6AEA-CDD1-3B5A-A90740142BA2}"/>
              </a:ext>
            </a:extLst>
          </p:cNvPr>
          <p:cNvSpPr/>
          <p:nvPr/>
        </p:nvSpPr>
        <p:spPr>
          <a:xfrm>
            <a:off x="1196191" y="4088901"/>
            <a:ext cx="2224289" cy="285658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D0A17556-4759-F80B-33B4-F11B45E94AD3}"/>
              </a:ext>
            </a:extLst>
          </p:cNvPr>
          <p:cNvSpPr/>
          <p:nvPr/>
        </p:nvSpPr>
        <p:spPr>
          <a:xfrm>
            <a:off x="666682" y="4372265"/>
            <a:ext cx="2889383" cy="285658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88FEABC-A13F-E048-FA7C-35244E0784E6}"/>
              </a:ext>
            </a:extLst>
          </p:cNvPr>
          <p:cNvGrpSpPr/>
          <p:nvPr/>
        </p:nvGrpSpPr>
        <p:grpSpPr>
          <a:xfrm>
            <a:off x="4107842" y="5095722"/>
            <a:ext cx="1615785" cy="272406"/>
            <a:chOff x="5091529" y="4421834"/>
            <a:chExt cx="1615785" cy="272406"/>
          </a:xfrm>
        </p:grpSpPr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B74EA193-D103-86A6-9926-A25B97CA1678}"/>
                </a:ext>
              </a:extLst>
            </p:cNvPr>
            <p:cNvSpPr/>
            <p:nvPr/>
          </p:nvSpPr>
          <p:spPr>
            <a:xfrm>
              <a:off x="5091529" y="4421834"/>
              <a:ext cx="1615785" cy="272406"/>
            </a:xfrm>
            <a:prstGeom prst="roundRect">
              <a:avLst>
                <a:gd name="adj" fmla="val 16670"/>
              </a:avLst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0" name="Rectangle: Rounded Corners 4">
              <a:extLst>
                <a:ext uri="{FF2B5EF4-FFF2-40B4-BE49-F238E27FC236}">
                  <a16:creationId xmlns:a16="http://schemas.microsoft.com/office/drawing/2014/main" id="{3D7C7BAE-FDDB-D3F9-092B-DD189BCE5DCA}"/>
                </a:ext>
              </a:extLst>
            </p:cNvPr>
            <p:cNvSpPr txBox="1"/>
            <p:nvPr/>
          </p:nvSpPr>
          <p:spPr>
            <a:xfrm>
              <a:off x="5218276" y="4460800"/>
              <a:ext cx="1369465" cy="21821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40CFF221-8A06-EA16-66D7-A21BA69C9CDE}"/>
              </a:ext>
            </a:extLst>
          </p:cNvPr>
          <p:cNvSpPr/>
          <p:nvPr/>
        </p:nvSpPr>
        <p:spPr>
          <a:xfrm>
            <a:off x="663684" y="4642157"/>
            <a:ext cx="2889383" cy="285658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171845C6-5B1C-2E29-A0BA-2A807A77416E}"/>
              </a:ext>
            </a:extLst>
          </p:cNvPr>
          <p:cNvSpPr/>
          <p:nvPr/>
        </p:nvSpPr>
        <p:spPr>
          <a:xfrm>
            <a:off x="652167" y="4902679"/>
            <a:ext cx="2889383" cy="285658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60BA72AF-854D-68B4-181C-76B0C8C9F5C0}"/>
              </a:ext>
            </a:extLst>
          </p:cNvPr>
          <p:cNvGrpSpPr/>
          <p:nvPr/>
        </p:nvGrpSpPr>
        <p:grpSpPr>
          <a:xfrm>
            <a:off x="4149366" y="4199955"/>
            <a:ext cx="1615785" cy="272406"/>
            <a:chOff x="5091529" y="4421834"/>
            <a:chExt cx="1615785" cy="272406"/>
          </a:xfrm>
        </p:grpSpPr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7CB25086-DA1E-EDB8-EA3D-08EF1A89985E}"/>
                </a:ext>
              </a:extLst>
            </p:cNvPr>
            <p:cNvSpPr/>
            <p:nvPr/>
          </p:nvSpPr>
          <p:spPr>
            <a:xfrm>
              <a:off x="5091529" y="4421834"/>
              <a:ext cx="1615785" cy="272406"/>
            </a:xfrm>
            <a:prstGeom prst="roundRect">
              <a:avLst>
                <a:gd name="adj" fmla="val 16670"/>
              </a:avLst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5" name="Rectangle: Rounded Corners 4">
              <a:extLst>
                <a:ext uri="{FF2B5EF4-FFF2-40B4-BE49-F238E27FC236}">
                  <a16:creationId xmlns:a16="http://schemas.microsoft.com/office/drawing/2014/main" id="{CD107BFD-27AC-42DF-18FA-3780F1FA2F81}"/>
                </a:ext>
              </a:extLst>
            </p:cNvPr>
            <p:cNvSpPr txBox="1"/>
            <p:nvPr/>
          </p:nvSpPr>
          <p:spPr>
            <a:xfrm>
              <a:off x="5218276" y="4460800"/>
              <a:ext cx="1369465" cy="21821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flat" dir="t"/>
            </a:scene3d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F35F7079-F434-3DA2-A413-D45100FF0709}"/>
              </a:ext>
            </a:extLst>
          </p:cNvPr>
          <p:cNvSpPr/>
          <p:nvPr/>
        </p:nvSpPr>
        <p:spPr>
          <a:xfrm>
            <a:off x="1195419" y="4087354"/>
            <a:ext cx="2224289" cy="28565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762480CB-6DA9-02B4-310C-BDFFD1CECB3C}"/>
              </a:ext>
            </a:extLst>
          </p:cNvPr>
          <p:cNvGrpSpPr/>
          <p:nvPr/>
        </p:nvGrpSpPr>
        <p:grpSpPr>
          <a:xfrm>
            <a:off x="6439277" y="726647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8" name="Rectangle: Rounded Corners 157">
              <a:extLst>
                <a:ext uri="{FF2B5EF4-FFF2-40B4-BE49-F238E27FC236}">
                  <a16:creationId xmlns:a16="http://schemas.microsoft.com/office/drawing/2014/main" id="{C2A43944-3FAA-6325-EC3E-A03BCF07D9E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9" name="Rectangle: Rounded Corners 4">
              <a:extLst>
                <a:ext uri="{FF2B5EF4-FFF2-40B4-BE49-F238E27FC236}">
                  <a16:creationId xmlns:a16="http://schemas.microsoft.com/office/drawing/2014/main" id="{05A4A515-5FD4-40D2-F6DF-C6CCC93943D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8739B2EC-9E80-C6FF-016A-D5C7166A797F}"/>
              </a:ext>
            </a:extLst>
          </p:cNvPr>
          <p:cNvGrpSpPr/>
          <p:nvPr/>
        </p:nvGrpSpPr>
        <p:grpSpPr>
          <a:xfrm>
            <a:off x="8058338" y="6139110"/>
            <a:ext cx="1236624" cy="31864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A31FAE87-9E85-253F-4619-35CC090A246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2" name="Rectangle: Rounded Corners 4">
              <a:extLst>
                <a:ext uri="{FF2B5EF4-FFF2-40B4-BE49-F238E27FC236}">
                  <a16:creationId xmlns:a16="http://schemas.microsoft.com/office/drawing/2014/main" id="{4A1FFFE3-02B5-5741-3DEF-3D237A78DBA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917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000"/>
                            </p:stCondLst>
                            <p:childTnLst>
                              <p:par>
                                <p:cTn id="12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10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10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45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48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51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54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57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60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10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7" dur="1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10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10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7" dur="25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9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7" dur="25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3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4" dur="25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1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2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2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2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30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33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3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4" dur="25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0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5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1" dur="2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1" dur="2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7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8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8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indefinite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8" dur="25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92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95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98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01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04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07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10" dur="2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indefinite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1" dur="25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>
                      <p:stCondLst>
                        <p:cond delay="indefinite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4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6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7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3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indefinite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8" dur="25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4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45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48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0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51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54" dur="2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6" fill="hold">
                      <p:stCondLst>
                        <p:cond delay="indefinite"/>
                      </p:stCondLst>
                      <p:childTnLst>
                        <p:par>
                          <p:cTn id="457" fill="hold">
                            <p:stCondLst>
                              <p:cond delay="0"/>
                            </p:stCondLst>
                            <p:childTnLst>
                              <p:par>
                                <p:cTn id="45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0" dur="10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1" dur="1000" fill="hold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2" dur="1000" fill="hold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8" fill="hold">
                      <p:stCondLst>
                        <p:cond delay="indefinite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>
                      <p:stCondLst>
                        <p:cond delay="indefinite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10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8" dur="1000" fill="hold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9" dur="1000" fill="hold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0" fill="hold">
                      <p:stCondLst>
                        <p:cond delay="indefinite"/>
                      </p:stCondLst>
                      <p:childTnLst>
                        <p:par>
                          <p:cTn id="481" fill="hold">
                            <p:stCondLst>
                              <p:cond delay="0"/>
                            </p:stCondLst>
                            <p:childTnLst>
                              <p:par>
                                <p:cTn id="48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4" dur="10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5" dur="1000" fill="hold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6" dur="1000" fill="hold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 animBg="1"/>
      <p:bldP spid="126" grpId="0" animBg="1"/>
      <p:bldP spid="136" grpId="0" animBg="1"/>
      <p:bldP spid="136" grpId="1" animBg="1"/>
      <p:bldP spid="137" grpId="0" animBg="1"/>
      <p:bldP spid="137" grpId="1" animBg="1"/>
      <p:bldP spid="141" grpId="0" animBg="1"/>
      <p:bldP spid="141" grpId="1" animBg="1"/>
      <p:bldP spid="142" grpId="0" animBg="1"/>
      <p:bldP spid="142" grpId="1" animBg="1"/>
      <p:bldP spid="146" grpId="0" animBg="1"/>
      <p:bldP spid="146" grpId="1" animBg="1"/>
      <p:bldP spid="147" grpId="0" animBg="1"/>
      <p:bldP spid="147" grpId="1" animBg="1"/>
      <p:bldP spid="151" grpId="0" animBg="1"/>
      <p:bldP spid="151" grpId="1" animBg="1"/>
      <p:bldP spid="152" grpId="0" animBg="1"/>
      <p:bldP spid="152" grpId="1" animBg="1"/>
      <p:bldP spid="156" grpId="0" animBg="1"/>
      <p:bldP spid="156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1323</TotalTime>
  <Words>2724</Words>
  <Application>Microsoft Office PowerPoint</Application>
  <PresentationFormat>Widescreen</PresentationFormat>
  <Paragraphs>921</Paragraphs>
  <Slides>20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Franklin Gothic Book</vt:lpstr>
      <vt:lpstr>Franklin Gothic Demi</vt:lpstr>
      <vt:lpstr>Wingdings</vt:lpstr>
      <vt:lpstr>Office Theme</vt:lpstr>
      <vt:lpstr>Custom</vt:lpstr>
      <vt:lpstr>Singly Linked Lists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samin ahmed</dc:creator>
  <cp:lastModifiedBy>samin ahmed</cp:lastModifiedBy>
  <cp:revision>671</cp:revision>
  <dcterms:created xsi:type="dcterms:W3CDTF">2025-02-22T12:53:41Z</dcterms:created>
  <dcterms:modified xsi:type="dcterms:W3CDTF">2025-09-04T12:51:14Z</dcterms:modified>
</cp:coreProperties>
</file>