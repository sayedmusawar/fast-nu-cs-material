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30"/>
  </p:notesMasterIdLst>
  <p:sldIdLst>
    <p:sldId id="397" r:id="rId3"/>
    <p:sldId id="256" r:id="rId4"/>
    <p:sldId id="399" r:id="rId5"/>
    <p:sldId id="400" r:id="rId6"/>
    <p:sldId id="401" r:id="rId7"/>
    <p:sldId id="402" r:id="rId8"/>
    <p:sldId id="398" r:id="rId9"/>
    <p:sldId id="404" r:id="rId10"/>
    <p:sldId id="405" r:id="rId11"/>
    <p:sldId id="408" r:id="rId12"/>
    <p:sldId id="419" r:id="rId13"/>
    <p:sldId id="403" r:id="rId14"/>
    <p:sldId id="406" r:id="rId15"/>
    <p:sldId id="407" r:id="rId16"/>
    <p:sldId id="420" r:id="rId17"/>
    <p:sldId id="409" r:id="rId18"/>
    <p:sldId id="410" r:id="rId19"/>
    <p:sldId id="411" r:id="rId20"/>
    <p:sldId id="412" r:id="rId21"/>
    <p:sldId id="415" r:id="rId22"/>
    <p:sldId id="413" r:id="rId23"/>
    <p:sldId id="416" r:id="rId24"/>
    <p:sldId id="417" r:id="rId25"/>
    <p:sldId id="414" r:id="rId26"/>
    <p:sldId id="418" r:id="rId27"/>
    <p:sldId id="421" r:id="rId28"/>
    <p:sldId id="42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4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DAF87-C7AF-4D02-A148-9E07C74434DC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E8990-F967-4314-8517-3BEF3B29E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68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48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189574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 spc="43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61" y="2281920"/>
            <a:ext cx="6787747" cy="3708517"/>
          </a:xfrm>
        </p:spPr>
        <p:txBody>
          <a:bodyPr lIns="0" tIns="228600" rIns="0" bIns="0">
            <a:normAutofit/>
          </a:bodyPr>
          <a:lstStyle>
            <a:lvl1pPr marL="248034" indent="-248034">
              <a:lnSpc>
                <a:spcPct val="80000"/>
              </a:lnSpc>
              <a:spcBef>
                <a:spcPts val="1926"/>
              </a:spcBef>
              <a:buFont typeface="Arial" panose="020B0604020202020204" pitchFamily="34" charset="0"/>
              <a:buChar char="•"/>
              <a:defRPr lang="en-US" sz="21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48034">
              <a:spcBef>
                <a:spcPts val="52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49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0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525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38" dirty="0"/>
          </a:p>
        </p:txBody>
      </p:sp>
    </p:spTree>
    <p:extLst>
      <p:ext uri="{BB962C8B-B14F-4D97-AF65-F5344CB8AC3E}">
        <p14:creationId xmlns:p14="http://schemas.microsoft.com/office/powerpoint/2010/main" val="2768616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92">
          <p15:clr>
            <a:srgbClr val="FBAE40"/>
          </p15:clr>
        </p15:guide>
        <p15:guide id="3" pos="5131">
          <p15:clr>
            <a:srgbClr val="FBAE40"/>
          </p15:clr>
        </p15:guide>
        <p15:guide id="4" pos="5387">
          <p15:clr>
            <a:srgbClr val="FBAE40"/>
          </p15:clr>
        </p15:guide>
        <p15:guide id="8" orient="horz" pos="21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17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064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7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1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48034" indent="-248034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8135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2722">
          <p15:clr>
            <a:srgbClr val="FBAE40"/>
          </p15:clr>
        </p15:guide>
        <p15:guide id="4" pos="6776">
          <p15:clr>
            <a:srgbClr val="FBAE40"/>
          </p15:clr>
        </p15:guide>
        <p15:guide id="5" pos="2296">
          <p15:clr>
            <a:srgbClr val="FBAE40"/>
          </p15:clr>
        </p15:guide>
        <p15:guide id="6" pos="4734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638">
          <p15:clr>
            <a:srgbClr val="FBAE40"/>
          </p15:clr>
        </p15:guide>
        <p15:guide id="9" orient="horz" pos="628">
          <p15:clr>
            <a:srgbClr val="FBAE40"/>
          </p15:clr>
        </p15:guide>
        <p15:guide id="10" pos="6322">
          <p15:clr>
            <a:srgbClr val="FBAE40"/>
          </p15:clr>
        </p15:guide>
        <p15:guide id="11" pos="43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8610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520072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90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899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8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457201"/>
            <a:ext cx="5198269" cy="2305050"/>
          </a:xfrm>
        </p:spPr>
        <p:txBody>
          <a:bodyPr lIns="0" tIns="274320">
            <a:normAutofit/>
          </a:bodyPr>
          <a:lstStyle>
            <a:lvl1pPr marL="400055" indent="-400055">
              <a:spcBef>
                <a:spcPts val="1575"/>
              </a:spcBef>
              <a:buFont typeface="+mj-lt"/>
              <a:buAutoNum type="arabicPeriod"/>
              <a:defRPr sz="1750"/>
            </a:lvl1pPr>
            <a:lvl2pPr marL="800110" indent="-400055">
              <a:spcBef>
                <a:spcPts val="1575"/>
              </a:spcBef>
              <a:buFont typeface="+mj-lt"/>
              <a:buAutoNum type="alphaLcPeriod"/>
              <a:defRPr sz="1750"/>
            </a:lvl2pPr>
            <a:lvl3pPr marL="1200165" indent="-400055">
              <a:spcBef>
                <a:spcPts val="1575"/>
              </a:spcBef>
              <a:buFont typeface="+mj-lt"/>
              <a:buAutoNum type="arabicParenR"/>
              <a:defRPr sz="1750"/>
            </a:lvl3pPr>
            <a:lvl4pPr marL="1200165" indent="0">
              <a:spcBef>
                <a:spcPts val="1575"/>
              </a:spcBef>
              <a:buFont typeface="+mj-lt"/>
              <a:buNone/>
              <a:defRPr sz="1750"/>
            </a:lvl4pPr>
            <a:lvl5pPr marL="2000274" indent="-400055">
              <a:spcBef>
                <a:spcPts val="1575"/>
              </a:spcBef>
              <a:buFont typeface="+mj-lt"/>
              <a:buAutoNum type="arabicPeriod"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970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30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81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9446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8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400055" indent="0">
              <a:spcBef>
                <a:spcPts val="1575"/>
              </a:spcBef>
              <a:buNone/>
              <a:defRPr sz="1750"/>
            </a:lvl2pPr>
            <a:lvl3pPr marL="800110" indent="0">
              <a:spcBef>
                <a:spcPts val="1575"/>
              </a:spcBef>
              <a:buNone/>
              <a:defRPr sz="1750"/>
            </a:lvl3pPr>
            <a:lvl4pPr marL="1200165" indent="0">
              <a:spcBef>
                <a:spcPts val="1575"/>
              </a:spcBef>
              <a:buNone/>
              <a:defRPr sz="1750"/>
            </a:lvl4pPr>
            <a:lvl5pPr marL="1600220" indent="0">
              <a:spcBef>
                <a:spcPts val="1575"/>
              </a:spcBef>
              <a:buNone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5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073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10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00041" indent="-300041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>
              <a:spcBef>
                <a:spcPts val="157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0492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2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441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02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81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D5F8-672D-3E1D-DCBD-3C024A143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5F355-E637-FB1F-98B6-35C83E9C9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1E14C-5CEE-59C5-F60C-440E3237C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AFCF1-425E-42B4-5518-4470EBD7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75E7F-B64E-7F37-AA6D-665C3A61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72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13526-5222-CE44-83D2-E924E51F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C0D8E-C8EE-5A19-38D2-0AC12778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763E9-1A32-3EC8-D922-79B12B9E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ED744-3683-FF6E-725A-A1FB6BFA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45CA-5F7E-1CEC-81F8-527C6CFEC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65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9DE0-7DBF-4A55-7867-E442795D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34220-5E68-4366-459F-6B5B3F7D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1C6E-F225-F414-4B1C-28B14411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55BC3-A898-E4D7-C5AF-DF3EF162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CF7AE-CF8E-1384-ED28-9BFA982D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23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0E9D-7FE6-9A53-C91C-B1C44310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FA18-76D4-299A-E0C5-B0D08C769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C8964-0C81-2286-9D95-6CEECBB49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055FC-919E-A7EA-7628-DBB561CE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B9B0C-76EE-CA6D-8D2F-045AFA387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BE63B-D9C6-C74D-5DB8-7FFB2C49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46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49EC-7DD4-AA0E-B142-E4933ADF5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5065A-D34D-3078-3000-3518BE39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45769-FC15-E18F-2587-CD5C2E762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8230F6-2BC5-3A8E-923C-21CC373E6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1CF21-7ADF-55C6-69F7-535B973C5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D72B6-EE2A-CA1A-4E65-6FAE2BFE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52F4-8277-A75A-0420-606A07FB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DAB2A-4914-C890-604B-32BD8E6C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68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2DBE-F2EC-F305-D6D1-D68670CC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DAA8A-AE76-581C-34F8-0DC8E9B5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A6E1A-8662-45A3-955E-EB701BA3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51C46-66EA-1E9E-FD7A-E14D4F6B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264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47B6D-063E-3F3B-F992-EEE2DDB8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B99AA-903E-1B29-2EB3-BA7DC60A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86E6D-F3B3-D068-8561-CBFB4B93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6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954D-755B-147A-0972-06A91302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A118-2577-D6A7-8BE7-2C0CB639A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DC73C-804A-4D7D-ED44-D7157A12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C31AC-C2A9-9490-DDAF-C05272F10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02152-14B6-6814-123C-02DD7DCB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62434-977D-B50B-FF45-61756751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60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2D70-6C85-D8AE-5BA6-69360865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7E909-0438-556C-006F-BF58552D0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20500-62EF-C595-4947-9CA135262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41821-B1BD-10F0-3C89-7D53ADDA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4CB65-D837-69FC-4C63-39EE4227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DF7FB7-6B91-953B-DE20-2DEB2DBA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537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3B150-CDDD-EFBE-6A15-66BE44C1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4C3E7-4A1B-199E-B7AC-7980C2606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AFFA-77CC-6767-4D42-BCB5B871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51AD-4FFE-0336-EFF6-48EDF372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6C04E-CF1F-86EC-5DEE-FEC83114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006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FCD97-C2D3-2A69-5B7F-EC8486C71E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F89C0-0522-B40B-34A5-300624A90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27B48-D660-0648-716F-5FE837D7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82735-879D-0F05-A3FF-E7411470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9C024-EBE4-68B3-8B8D-78E5B226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1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2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4/3/2025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2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516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800110" rtl="0" eaLnBrk="1" latinLnBrk="0" hangingPunct="1">
        <a:lnSpc>
          <a:spcPct val="80000"/>
        </a:lnSpc>
        <a:spcBef>
          <a:spcPct val="0"/>
        </a:spcBef>
        <a:buNone/>
        <a:defRPr sz="3850" b="1" i="0" kern="1200" spc="87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028" indent="-248034" algn="l" defTabSz="800110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0008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00013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40019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80024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200302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58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413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67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1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2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74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3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86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4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58">
          <p15:clr>
            <a:srgbClr val="A4A3A4"/>
          </p15:clr>
        </p15:guide>
        <p15:guide id="2" pos="4536">
          <p15:clr>
            <a:srgbClr val="A4A3A4"/>
          </p15:clr>
        </p15:guide>
        <p15:guide id="3" pos="284">
          <p15:clr>
            <a:srgbClr val="547EBF"/>
          </p15:clr>
        </p15:guide>
        <p15:guide id="4" orient="horz" pos="273">
          <p15:clr>
            <a:srgbClr val="547EBF"/>
          </p15:clr>
        </p15:guide>
        <p15:guide id="5" pos="8789">
          <p15:clr>
            <a:srgbClr val="547EBF"/>
          </p15:clr>
        </p15:guide>
        <p15:guide id="6" orient="horz" pos="4642">
          <p15:clr>
            <a:srgbClr val="547EBF"/>
          </p15:clr>
        </p15:guide>
        <p15:guide id="7" pos="709">
          <p15:clr>
            <a:srgbClr val="547EBF"/>
          </p15:clr>
        </p15:guide>
        <p15:guide id="8" pos="4394">
          <p15:clr>
            <a:srgbClr val="547EBF"/>
          </p15:clr>
        </p15:guide>
        <p15:guide id="9" pos="2495">
          <p15:clr>
            <a:srgbClr val="547EBF"/>
          </p15:clr>
        </p15:guide>
        <p15:guide id="10" pos="2183">
          <p15:clr>
            <a:srgbClr val="547EBF"/>
          </p15:clr>
        </p15:guide>
        <p15:guide id="11" pos="6577">
          <p15:clr>
            <a:srgbClr val="547EBF"/>
          </p15:clr>
        </p15:guide>
        <p15:guide id="12" pos="6889">
          <p15:clr>
            <a:srgbClr val="547EBF"/>
          </p15:clr>
        </p15:guide>
        <p15:guide id="13" pos="5868">
          <p15:clr>
            <a:srgbClr val="9FCC3B"/>
          </p15:clr>
        </p15:guide>
        <p15:guide id="14" pos="6152">
          <p15:clr>
            <a:srgbClr val="9FCC3B"/>
          </p15:clr>
        </p15:guide>
        <p15:guide id="15" pos="3204">
          <p15:clr>
            <a:srgbClr val="9FCC3B"/>
          </p15:clr>
        </p15:guide>
        <p15:guide id="16" pos="2920">
          <p15:clr>
            <a:srgbClr val="9FCC3B"/>
          </p15:clr>
        </p15:guide>
        <p15:guide id="17" pos="465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A84B1-7E0D-1593-8DC2-74A9FE06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ACBBE-35F8-E28C-1249-4C039A4F5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243F7-3658-80E2-228D-5B586A105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FBB5D-2C48-4357-8AAC-40D7B6C8CA1A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E990-D8AE-60D7-696D-508579950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15684-FA66-4863-E9A0-23D363738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13C69-E3D1-4722-B2B0-0541F7D9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7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LUEj-JfW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freesvg.org/subscribe-button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3166" y="788669"/>
            <a:ext cx="4800600" cy="2880360"/>
          </a:xfrm>
        </p:spPr>
        <p:txBody>
          <a:bodyPr/>
          <a:lstStyle/>
          <a:p>
            <a:r>
              <a:rPr lang="en-US" dirty="0"/>
              <a:t>Doubly Linked Lists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3166" y="4139662"/>
            <a:ext cx="3908049" cy="1121038"/>
          </a:xfrm>
        </p:spPr>
        <p:txBody>
          <a:bodyPr>
            <a:normAutofit/>
          </a:bodyPr>
          <a:lstStyle/>
          <a:p>
            <a:r>
              <a:rPr lang="en-US" dirty="0"/>
              <a:t>ADT, Applications</a:t>
            </a:r>
          </a:p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230368-557F-784A-0938-D34B9D616AC0}"/>
              </a:ext>
            </a:extLst>
          </p:cNvPr>
          <p:cNvSpPr txBox="1">
            <a:spLocks/>
          </p:cNvSpPr>
          <p:nvPr/>
        </p:nvSpPr>
        <p:spPr>
          <a:xfrm>
            <a:off x="9435762" y="5409987"/>
            <a:ext cx="2271476" cy="112103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Samin Ahmed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FAST-NUCES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Peshawar Campus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170235-8272-D703-3BDB-65C3B1202FFC}"/>
              </a:ext>
            </a:extLst>
          </p:cNvPr>
          <p:cNvSpPr txBox="1">
            <a:spLocks/>
          </p:cNvSpPr>
          <p:nvPr/>
        </p:nvSpPr>
        <p:spPr>
          <a:xfrm>
            <a:off x="3844577" y="901045"/>
            <a:ext cx="3440644" cy="1121038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None/>
              <a:defRPr sz="2100" b="1" i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https://youtu.be/-UWXpJNi9p0</a:t>
            </a:r>
          </a:p>
          <a:p>
            <a:r>
              <a:rPr lang="en-US" dirty="0">
                <a:hlinkClick r:id="rId3"/>
              </a:rPr>
              <a:t>https://youtu.be/VLUEj-JfWNg</a:t>
            </a:r>
            <a:endParaRPr lang="en-US" dirty="0"/>
          </a:p>
          <a:p>
            <a:r>
              <a:rPr lang="en-US" dirty="0"/>
              <a:t>https://youtu.be/oM3mHYGowgg</a:t>
            </a:r>
          </a:p>
        </p:txBody>
      </p:sp>
      <p:pic>
        <p:nvPicPr>
          <p:cNvPr id="6" name="Picture 5" descr="A gold square with black text&#10;&#10;AI-generated content may be incorrect.">
            <a:extLst>
              <a:ext uri="{FF2B5EF4-FFF2-40B4-BE49-F238E27FC236}">
                <a16:creationId xmlns:a16="http://schemas.microsoft.com/office/drawing/2014/main" id="{3566F8C3-5A48-408C-F73F-5AB945081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664061" y="1005975"/>
            <a:ext cx="2072343" cy="112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432895">
        <p:random/>
      </p:transition>
    </mc:Choice>
    <mc:Fallback xmlns="">
      <p:transition spd="slow" advTm="143289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  <p:bldP spid="4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DoublyLinkedList_Intro_vid">
            <a:hlinkClick r:id="" action="ppaction://media"/>
            <a:extLst>
              <a:ext uri="{FF2B5EF4-FFF2-40B4-BE49-F238E27FC236}">
                <a16:creationId xmlns:a16="http://schemas.microsoft.com/office/drawing/2014/main" id="{9EA947A3-0B44-459E-0C41-7C4FE6CE32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7E306D-27D4-0397-98E3-0EF1FFA32849}"/>
              </a:ext>
            </a:extLst>
          </p:cNvPr>
          <p:cNvSpPr txBox="1">
            <a:spLocks/>
          </p:cNvSpPr>
          <p:nvPr/>
        </p:nvSpPr>
        <p:spPr>
          <a:xfrm>
            <a:off x="7924800" y="5679990"/>
            <a:ext cx="3681006" cy="727675"/>
          </a:xfrm>
          <a:prstGeom prst="rect">
            <a:avLst/>
          </a:prstGeom>
          <a:ln w="225425" cmpd="tri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>
            <a:defPPr>
              <a:defRPr lang="en-PK"/>
            </a:defPPr>
            <a:lvl1pPr marL="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280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560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8410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1213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401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6819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9622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2426" algn="l" defTabSz="965606" rtl="0" eaLnBrk="1" latinLnBrk="0" hangingPunct="1">
              <a:defRPr sz="19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2800" b="1" dirty="0"/>
              <a:t>Doubly Linked Lists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29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4CB4C-73CE-723F-D9A6-48DF41DC89AF}"/>
              </a:ext>
            </a:extLst>
          </p:cNvPr>
          <p:cNvSpPr txBox="1"/>
          <p:nvPr/>
        </p:nvSpPr>
        <p:spPr>
          <a:xfrm>
            <a:off x="188406" y="1875543"/>
            <a:ext cx="45108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class Node{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public: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   int data;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   Node *next, *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Node(int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=0): data(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), next(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nullptr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),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nullptr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{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A831B71-CA97-9736-0C34-AE813575CD86}"/>
              </a:ext>
            </a:extLst>
          </p:cNvPr>
          <p:cNvSpPr/>
          <p:nvPr/>
        </p:nvSpPr>
        <p:spPr>
          <a:xfrm>
            <a:off x="151653" y="1143244"/>
            <a:ext cx="4682898" cy="679719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C5E55BB-24D3-3B68-DA4F-094DB78032C8}"/>
              </a:ext>
            </a:extLst>
          </p:cNvPr>
          <p:cNvGrpSpPr/>
          <p:nvPr/>
        </p:nvGrpSpPr>
        <p:grpSpPr>
          <a:xfrm>
            <a:off x="1830688" y="1234921"/>
            <a:ext cx="1279610" cy="457206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D6B24C7-2B00-4F50-95F2-4916D7A6037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5B1255F7-C94B-9174-DD58-2E89CA677A95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0A3D19B-E3F1-1299-1E76-90EB66EED749}"/>
              </a:ext>
            </a:extLst>
          </p:cNvPr>
          <p:cNvGrpSpPr/>
          <p:nvPr/>
        </p:nvGrpSpPr>
        <p:grpSpPr>
          <a:xfrm>
            <a:off x="3119350" y="1234921"/>
            <a:ext cx="1633230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31426F8-429C-F1BE-AA83-002A283B418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5C8F32BE-7337-7AA7-3CEF-AD6DD7D1E502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Next Pointer: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66632-EF6D-1B7E-141F-A9821244628D}"/>
              </a:ext>
            </a:extLst>
          </p:cNvPr>
          <p:cNvGrpSpPr/>
          <p:nvPr/>
        </p:nvGrpSpPr>
        <p:grpSpPr>
          <a:xfrm>
            <a:off x="427688" y="355297"/>
            <a:ext cx="4185803" cy="679719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26A2F79-0B06-1B2B-CFA8-1F81EF2ECCC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F7B50BB5-D50F-2B60-5E42-FD8FA0BCEC13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25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 </a:t>
              </a: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Node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606D82-107B-E890-44D5-152E8F631B8A}"/>
              </a:ext>
            </a:extLst>
          </p:cNvPr>
          <p:cNvGrpSpPr/>
          <p:nvPr/>
        </p:nvGrpSpPr>
        <p:grpSpPr>
          <a:xfrm>
            <a:off x="188405" y="1234921"/>
            <a:ext cx="1633230" cy="457206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9D7F4E4-0C8E-FD8F-5B75-44496AEF47D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7B225058-8B28-F412-2A6A-D76A56368FDC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Previous Pointer: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476D5B3-45E8-6F7F-7928-095DE0049274}"/>
              </a:ext>
            </a:extLst>
          </p:cNvPr>
          <p:cNvSpPr txBox="1"/>
          <p:nvPr/>
        </p:nvSpPr>
        <p:spPr>
          <a:xfrm>
            <a:off x="98094" y="4309772"/>
            <a:ext cx="46828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Node* node1, *node2, *node3, *node4;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031A94-7F17-552F-47A6-DB32BD339ABF}"/>
              </a:ext>
            </a:extLst>
          </p:cNvPr>
          <p:cNvGrpSpPr/>
          <p:nvPr/>
        </p:nvGrpSpPr>
        <p:grpSpPr>
          <a:xfrm>
            <a:off x="5903101" y="417280"/>
            <a:ext cx="4185803" cy="56724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95E9D89-572B-9AC3-8E6C-BDBB27670F1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D1EC535A-5F63-D88F-8FCF-B473D234F24C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node1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36A467-493A-36E6-658A-05CF2E2A628D}"/>
              </a:ext>
            </a:extLst>
          </p:cNvPr>
          <p:cNvGrpSpPr/>
          <p:nvPr/>
        </p:nvGrpSpPr>
        <p:grpSpPr>
          <a:xfrm>
            <a:off x="5865092" y="2071309"/>
            <a:ext cx="4185803" cy="567249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90C7647-BD0E-3063-F4A9-3302D6C1454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027F02E0-8FBC-53BB-4EE7-53228EFEEB94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node2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00F803-C7AF-02F3-4F40-19CB5D6DDA99}"/>
              </a:ext>
            </a:extLst>
          </p:cNvPr>
          <p:cNvGrpSpPr/>
          <p:nvPr/>
        </p:nvGrpSpPr>
        <p:grpSpPr>
          <a:xfrm>
            <a:off x="5903919" y="3668078"/>
            <a:ext cx="4185803" cy="561087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E5E99A5-8715-FB37-3E8D-8B6C778A2E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0A224209-4047-0446-256C-F810FDE6C168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node3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372693D-382A-B003-FF95-577FE5DB3251}"/>
              </a:ext>
            </a:extLst>
          </p:cNvPr>
          <p:cNvGrpSpPr/>
          <p:nvPr/>
        </p:nvGrpSpPr>
        <p:grpSpPr>
          <a:xfrm>
            <a:off x="5987446" y="5304239"/>
            <a:ext cx="4185803" cy="561087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597A5AB-35EE-A63E-6D4B-75D8C2B3AD3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00000"/>
                <a:buFontTx/>
                <a:buBlip>
                  <a:blip r:embed="rId2"/>
                </a:buBlip>
                <a:tabLst/>
                <a:defRPr/>
              </a:pPr>
              <a:endParaRPr kumimoji="0" lang="en-PK" sz="4000" b="0" i="0" u="none" strike="noStrike" kern="1200" cap="none" spc="0" normalizeH="0" baseline="0" noProof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C69DF054-35BB-1270-3525-746577AB95B3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457200" marR="0" lvl="0" indent="-45720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Pct val="30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US" sz="4000" b="1" i="0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node4</a:t>
              </a:r>
              <a:endParaRPr kumimoji="0" lang="en-PK" sz="40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29A97AE-3EDC-6B97-2FE7-4F565A9A952A}"/>
              </a:ext>
            </a:extLst>
          </p:cNvPr>
          <p:cNvSpPr txBox="1"/>
          <p:nvPr/>
        </p:nvSpPr>
        <p:spPr>
          <a:xfrm>
            <a:off x="133546" y="4646011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node1 = new Node;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E316583-1753-4178-7D41-67CAD7DF811C}"/>
              </a:ext>
            </a:extLst>
          </p:cNvPr>
          <p:cNvSpPr/>
          <p:nvPr/>
        </p:nvSpPr>
        <p:spPr>
          <a:xfrm>
            <a:off x="5679562" y="1121115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2E5ADD-E678-EB53-7376-97E856EDBBFB}"/>
              </a:ext>
            </a:extLst>
          </p:cNvPr>
          <p:cNvGrpSpPr/>
          <p:nvPr/>
        </p:nvGrpSpPr>
        <p:grpSpPr>
          <a:xfrm>
            <a:off x="7337811" y="1205507"/>
            <a:ext cx="1391858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839A7EA-D394-6745-CD4D-E8552E30B4D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 dirty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9E2C5D89-18F5-73A8-0D02-871C3C3DC3FC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CD8691-B6A1-3C87-4554-82FEDFF41897}"/>
              </a:ext>
            </a:extLst>
          </p:cNvPr>
          <p:cNvGrpSpPr/>
          <p:nvPr/>
        </p:nvGrpSpPr>
        <p:grpSpPr>
          <a:xfrm>
            <a:off x="8736165" y="1205507"/>
            <a:ext cx="1544541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A863071-64DD-9EC1-EEAF-241FD9918E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2CC643D2-DD84-759F-09AF-D2097A09C857}"/>
                </a:ext>
              </a:extLst>
            </p:cNvPr>
            <p:cNvSpPr txBox="1"/>
            <p:nvPr/>
          </p:nvSpPr>
          <p:spPr>
            <a:xfrm>
              <a:off x="1227266" y="1108730"/>
              <a:ext cx="1094654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AED92D6-7003-5A87-69C7-9979AD86A130}"/>
              </a:ext>
            </a:extLst>
          </p:cNvPr>
          <p:cNvGrpSpPr/>
          <p:nvPr/>
        </p:nvGrpSpPr>
        <p:grpSpPr>
          <a:xfrm>
            <a:off x="8163596" y="1200297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89399F2-5417-F1BE-7DFC-4CC3896BBC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75DD3568-E295-1E6A-250C-313B7CCD51D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85FADA-C531-EE50-A3A1-D708793637A0}"/>
              </a:ext>
            </a:extLst>
          </p:cNvPr>
          <p:cNvGrpSpPr/>
          <p:nvPr/>
        </p:nvGrpSpPr>
        <p:grpSpPr>
          <a:xfrm>
            <a:off x="9422904" y="120550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9A45AD8-8EB4-A40E-F504-1210676561F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5A6C9101-2D10-104E-24B0-E7960F65AB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BB57807-4BBC-92F0-0F54-782939BF0934}"/>
              </a:ext>
            </a:extLst>
          </p:cNvPr>
          <p:cNvGrpSpPr/>
          <p:nvPr/>
        </p:nvGrpSpPr>
        <p:grpSpPr>
          <a:xfrm>
            <a:off x="5719732" y="1211524"/>
            <a:ext cx="1545336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59FD8C5-75C9-5D36-674E-FC894FDE6B9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0" name="Rectangle: Rounded Corners 4">
              <a:extLst>
                <a:ext uri="{FF2B5EF4-FFF2-40B4-BE49-F238E27FC236}">
                  <a16:creationId xmlns:a16="http://schemas.microsoft.com/office/drawing/2014/main" id="{30ED56CD-9B88-A117-1CA2-28BF992314CA}"/>
                </a:ext>
              </a:extLst>
            </p:cNvPr>
            <p:cNvSpPr txBox="1"/>
            <p:nvPr/>
          </p:nvSpPr>
          <p:spPr>
            <a:xfrm>
              <a:off x="1252441" y="1108730"/>
              <a:ext cx="1072160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prev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0CC8579-B571-46EF-D75E-6C37EDA7369A}"/>
              </a:ext>
            </a:extLst>
          </p:cNvPr>
          <p:cNvGrpSpPr/>
          <p:nvPr/>
        </p:nvGrpSpPr>
        <p:grpSpPr>
          <a:xfrm>
            <a:off x="6433631" y="1211524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F9F7C8-AAF0-E8DA-7CEB-618B850DBF5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D472A460-1E1E-F820-392F-B061E47421D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B04142-E911-9B1F-83CB-0DCD2EBE8C5C}"/>
              </a:ext>
            </a:extLst>
          </p:cNvPr>
          <p:cNvGrpSpPr/>
          <p:nvPr/>
        </p:nvGrpSpPr>
        <p:grpSpPr>
          <a:xfrm>
            <a:off x="5129873" y="957369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67BD799-29C7-64F1-B483-AB5D3A0FD41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E5EB0C7F-55D0-F264-B62B-2BB1DC6167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48FD13-27D3-C7D4-F978-180030D74FC8}"/>
              </a:ext>
            </a:extLst>
          </p:cNvPr>
          <p:cNvGrpSpPr/>
          <p:nvPr/>
        </p:nvGrpSpPr>
        <p:grpSpPr>
          <a:xfrm>
            <a:off x="8702811" y="594343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DD6A7A19-7294-8874-A90D-4C8AD8D9F2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7B97CD2A-3729-4647-921B-82105E88B97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A804ED7-3F19-EB5F-D73B-FB24C0FD9A46}"/>
              </a:ext>
            </a:extLst>
          </p:cNvPr>
          <p:cNvSpPr txBox="1"/>
          <p:nvPr/>
        </p:nvSpPr>
        <p:spPr>
          <a:xfrm>
            <a:off x="133546" y="5007282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node2 = new Node;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B53DEC4-8C0C-47E7-B75A-57785842FF7D}"/>
              </a:ext>
            </a:extLst>
          </p:cNvPr>
          <p:cNvSpPr/>
          <p:nvPr/>
        </p:nvSpPr>
        <p:spPr>
          <a:xfrm>
            <a:off x="5679562" y="2763437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200EC21-103B-5B05-05EF-F39733E376C4}"/>
              </a:ext>
            </a:extLst>
          </p:cNvPr>
          <p:cNvGrpSpPr/>
          <p:nvPr/>
        </p:nvGrpSpPr>
        <p:grpSpPr>
          <a:xfrm>
            <a:off x="7337811" y="2847829"/>
            <a:ext cx="1391858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8167BA69-EBEC-A3F4-2C7A-447D7CE487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 dirty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E0710253-BD28-A55C-EF4B-64429661C52F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FDBD0CD-1F16-2D22-4E1B-68C2AF65C54D}"/>
              </a:ext>
            </a:extLst>
          </p:cNvPr>
          <p:cNvGrpSpPr/>
          <p:nvPr/>
        </p:nvGrpSpPr>
        <p:grpSpPr>
          <a:xfrm>
            <a:off x="8736165" y="2847829"/>
            <a:ext cx="1544541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606AFB25-460C-0C00-C1F9-283B427E2C7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99F5A6D0-46C6-820D-C69C-B2A561473AC8}"/>
                </a:ext>
              </a:extLst>
            </p:cNvPr>
            <p:cNvSpPr txBox="1"/>
            <p:nvPr/>
          </p:nvSpPr>
          <p:spPr>
            <a:xfrm>
              <a:off x="1227266" y="1108730"/>
              <a:ext cx="1094654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1800459-7D34-E353-B749-337D8DD1C416}"/>
              </a:ext>
            </a:extLst>
          </p:cNvPr>
          <p:cNvGrpSpPr/>
          <p:nvPr/>
        </p:nvGrpSpPr>
        <p:grpSpPr>
          <a:xfrm>
            <a:off x="8163596" y="2842619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A31D15A6-5412-E9E6-B468-995390D4A6F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D8BDA538-C5DE-A045-659A-F6C70BFFD1A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4EDECC2-77A9-C77A-B180-B90EEFBDC3B4}"/>
              </a:ext>
            </a:extLst>
          </p:cNvPr>
          <p:cNvGrpSpPr/>
          <p:nvPr/>
        </p:nvGrpSpPr>
        <p:grpSpPr>
          <a:xfrm>
            <a:off x="9422904" y="2847829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FC65BE84-89ED-A6C3-998F-975DCC459C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3148F249-6C78-1BE5-A9FB-21ECE428039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2B770B8-B5A5-B0EB-863D-A9758DF4E1D2}"/>
              </a:ext>
            </a:extLst>
          </p:cNvPr>
          <p:cNvGrpSpPr/>
          <p:nvPr/>
        </p:nvGrpSpPr>
        <p:grpSpPr>
          <a:xfrm>
            <a:off x="5719732" y="2853846"/>
            <a:ext cx="1545336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BE41FA81-8F1A-D322-D435-D8512AAA1E9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DF09EF5A-B2B5-5C57-AAA4-CB9B8D1ABBFC}"/>
                </a:ext>
              </a:extLst>
            </p:cNvPr>
            <p:cNvSpPr txBox="1"/>
            <p:nvPr/>
          </p:nvSpPr>
          <p:spPr>
            <a:xfrm>
              <a:off x="1252441" y="1108730"/>
              <a:ext cx="1072160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prev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77FE1CF-E726-3538-4306-1B1E2ABC0B07}"/>
              </a:ext>
            </a:extLst>
          </p:cNvPr>
          <p:cNvGrpSpPr/>
          <p:nvPr/>
        </p:nvGrpSpPr>
        <p:grpSpPr>
          <a:xfrm>
            <a:off x="6433631" y="285384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A65D7BAD-B635-489F-89E2-F71980B2E2D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6E854A57-E775-F0D9-C9A0-45679E48259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DE5C654-92E2-58D4-C968-3C1153E9428E}"/>
              </a:ext>
            </a:extLst>
          </p:cNvPr>
          <p:cNvGrpSpPr/>
          <p:nvPr/>
        </p:nvGrpSpPr>
        <p:grpSpPr>
          <a:xfrm>
            <a:off x="5129873" y="2599691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2E503265-0FEA-EF23-7D11-580E03B144A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1" name="Rectangle: Rounded Corners 4">
              <a:extLst>
                <a:ext uri="{FF2B5EF4-FFF2-40B4-BE49-F238E27FC236}">
                  <a16:creationId xmlns:a16="http://schemas.microsoft.com/office/drawing/2014/main" id="{F61CEC57-503C-078D-DAE0-2E175131555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F4D0111-1FFD-C6D9-4B57-AADB9B99E996}"/>
              </a:ext>
            </a:extLst>
          </p:cNvPr>
          <p:cNvGrpSpPr/>
          <p:nvPr/>
        </p:nvGrpSpPr>
        <p:grpSpPr>
          <a:xfrm>
            <a:off x="8702811" y="2236665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384AEEC8-148F-872E-07CB-590DDB4795E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4" name="Rectangle: Rounded Corners 4">
              <a:extLst>
                <a:ext uri="{FF2B5EF4-FFF2-40B4-BE49-F238E27FC236}">
                  <a16:creationId xmlns:a16="http://schemas.microsoft.com/office/drawing/2014/main" id="{04CF127E-58EA-D098-4E45-B784DFF076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8E616EFD-8128-BDBE-49F3-5E00E47EFDC1}"/>
              </a:ext>
            </a:extLst>
          </p:cNvPr>
          <p:cNvSpPr txBox="1"/>
          <p:nvPr/>
        </p:nvSpPr>
        <p:spPr>
          <a:xfrm>
            <a:off x="147559" y="5375999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node3 = new Node;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24097190-59E1-1C9B-99F1-9675BE96C07E}"/>
              </a:ext>
            </a:extLst>
          </p:cNvPr>
          <p:cNvSpPr/>
          <p:nvPr/>
        </p:nvSpPr>
        <p:spPr>
          <a:xfrm>
            <a:off x="5672023" y="4335924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6CE28CE-8ABE-6154-B4BA-2F61F84BE952}"/>
              </a:ext>
            </a:extLst>
          </p:cNvPr>
          <p:cNvGrpSpPr/>
          <p:nvPr/>
        </p:nvGrpSpPr>
        <p:grpSpPr>
          <a:xfrm>
            <a:off x="7330272" y="4420316"/>
            <a:ext cx="1391858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03586AF9-083B-6E93-9AD7-AED2C025E6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 dirty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9" name="Rectangle: Rounded Corners 4">
              <a:extLst>
                <a:ext uri="{FF2B5EF4-FFF2-40B4-BE49-F238E27FC236}">
                  <a16:creationId xmlns:a16="http://schemas.microsoft.com/office/drawing/2014/main" id="{9B815CFA-6170-8B4A-DE57-242D8DCBB93E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F9E2757-972B-BE15-870B-954368111C6B}"/>
              </a:ext>
            </a:extLst>
          </p:cNvPr>
          <p:cNvGrpSpPr/>
          <p:nvPr/>
        </p:nvGrpSpPr>
        <p:grpSpPr>
          <a:xfrm>
            <a:off x="8728626" y="4420316"/>
            <a:ext cx="1544541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B8E5ED63-4C90-C64B-7E29-49C3AB6DF0F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2" name="Rectangle: Rounded Corners 4">
              <a:extLst>
                <a:ext uri="{FF2B5EF4-FFF2-40B4-BE49-F238E27FC236}">
                  <a16:creationId xmlns:a16="http://schemas.microsoft.com/office/drawing/2014/main" id="{BCEB79F1-E7F3-A944-B6D1-FCA0B33577EE}"/>
                </a:ext>
              </a:extLst>
            </p:cNvPr>
            <p:cNvSpPr txBox="1"/>
            <p:nvPr/>
          </p:nvSpPr>
          <p:spPr>
            <a:xfrm>
              <a:off x="1227266" y="1108730"/>
              <a:ext cx="1094654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18BB92B-0BE7-ECC5-0BA2-8739AF635DD5}"/>
              </a:ext>
            </a:extLst>
          </p:cNvPr>
          <p:cNvGrpSpPr/>
          <p:nvPr/>
        </p:nvGrpSpPr>
        <p:grpSpPr>
          <a:xfrm>
            <a:off x="8156057" y="4415106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3F085C0A-C4BB-70C0-0026-236E868C2F8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5" name="Rectangle: Rounded Corners 4">
              <a:extLst>
                <a:ext uri="{FF2B5EF4-FFF2-40B4-BE49-F238E27FC236}">
                  <a16:creationId xmlns:a16="http://schemas.microsoft.com/office/drawing/2014/main" id="{6B523852-13AC-1CFE-B861-F66C1DD67A0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83ED82F-C2DC-ECB2-FB09-75499E37EBEC}"/>
              </a:ext>
            </a:extLst>
          </p:cNvPr>
          <p:cNvGrpSpPr/>
          <p:nvPr/>
        </p:nvGrpSpPr>
        <p:grpSpPr>
          <a:xfrm>
            <a:off x="9415365" y="442031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A2E38DC0-2216-58A0-95BE-B3FF98FD570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8" name="Rectangle: Rounded Corners 4">
              <a:extLst>
                <a:ext uri="{FF2B5EF4-FFF2-40B4-BE49-F238E27FC236}">
                  <a16:creationId xmlns:a16="http://schemas.microsoft.com/office/drawing/2014/main" id="{001B687A-4599-EE03-53DD-BF9A025EB2A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B92BA76-E3FC-729E-590F-EE4CACB4D2A9}"/>
              </a:ext>
            </a:extLst>
          </p:cNvPr>
          <p:cNvGrpSpPr/>
          <p:nvPr/>
        </p:nvGrpSpPr>
        <p:grpSpPr>
          <a:xfrm>
            <a:off x="5712193" y="4426333"/>
            <a:ext cx="1545336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2F67A99D-CF84-9FCF-034D-98CBAA373E7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1" name="Rectangle: Rounded Corners 4">
              <a:extLst>
                <a:ext uri="{FF2B5EF4-FFF2-40B4-BE49-F238E27FC236}">
                  <a16:creationId xmlns:a16="http://schemas.microsoft.com/office/drawing/2014/main" id="{1E119A01-3E83-585C-B6AE-344B1917C5A5}"/>
                </a:ext>
              </a:extLst>
            </p:cNvPr>
            <p:cNvSpPr txBox="1"/>
            <p:nvPr/>
          </p:nvSpPr>
          <p:spPr>
            <a:xfrm>
              <a:off x="1252441" y="1108730"/>
              <a:ext cx="1072160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prev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4EE5484-B334-BDCC-BFD6-CC665260FB5A}"/>
              </a:ext>
            </a:extLst>
          </p:cNvPr>
          <p:cNvGrpSpPr/>
          <p:nvPr/>
        </p:nvGrpSpPr>
        <p:grpSpPr>
          <a:xfrm>
            <a:off x="6426092" y="442633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34348D39-228F-71F4-F899-CB8D1FB8367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4" name="Rectangle: Rounded Corners 4">
              <a:extLst>
                <a:ext uri="{FF2B5EF4-FFF2-40B4-BE49-F238E27FC236}">
                  <a16:creationId xmlns:a16="http://schemas.microsoft.com/office/drawing/2014/main" id="{B7CE57A3-37BC-AED8-9595-C0DC7310506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FA5DC5E-D3B9-3E06-A6E9-DA01DE6C2808}"/>
              </a:ext>
            </a:extLst>
          </p:cNvPr>
          <p:cNvGrpSpPr/>
          <p:nvPr/>
        </p:nvGrpSpPr>
        <p:grpSpPr>
          <a:xfrm>
            <a:off x="5122334" y="4172178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ADB07CB-BD1B-6BFB-32F4-F47780F7434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7" name="Rectangle: Rounded Corners 4">
              <a:extLst>
                <a:ext uri="{FF2B5EF4-FFF2-40B4-BE49-F238E27FC236}">
                  <a16:creationId xmlns:a16="http://schemas.microsoft.com/office/drawing/2014/main" id="{B0C5C395-11F9-0998-7EB5-4C19667CE02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51E0251-FB57-4F0E-2E9B-4C48DFEF4105}"/>
              </a:ext>
            </a:extLst>
          </p:cNvPr>
          <p:cNvGrpSpPr/>
          <p:nvPr/>
        </p:nvGrpSpPr>
        <p:grpSpPr>
          <a:xfrm>
            <a:off x="8695272" y="3809152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59FFCCB9-C70B-D4A9-8D5C-1BC0198B95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0" name="Rectangle: Rounded Corners 4">
              <a:extLst>
                <a:ext uri="{FF2B5EF4-FFF2-40B4-BE49-F238E27FC236}">
                  <a16:creationId xmlns:a16="http://schemas.microsoft.com/office/drawing/2014/main" id="{63CFCCBE-9146-AFB6-8C64-D2641F97A0E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DA3A4803-71A7-D850-D47E-122E3AB15313}"/>
              </a:ext>
            </a:extLst>
          </p:cNvPr>
          <p:cNvSpPr/>
          <p:nvPr/>
        </p:nvSpPr>
        <p:spPr>
          <a:xfrm>
            <a:off x="5758630" y="5978753"/>
            <a:ext cx="4746183" cy="567248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AC1E4FE-FBA8-0D03-03A6-765D6808A674}"/>
              </a:ext>
            </a:extLst>
          </p:cNvPr>
          <p:cNvGrpSpPr/>
          <p:nvPr/>
        </p:nvGrpSpPr>
        <p:grpSpPr>
          <a:xfrm>
            <a:off x="7416879" y="6063145"/>
            <a:ext cx="1391858" cy="371558"/>
            <a:chOff x="1159467" y="892336"/>
            <a:chExt cx="2145283" cy="1367627"/>
          </a:xfrm>
          <a:solidFill>
            <a:srgbClr val="7CA655">
              <a:lumMod val="75000"/>
            </a:srgbClr>
          </a:solidFill>
          <a:scene3d>
            <a:camera prst="orthographicFront"/>
            <a:lightRig rig="flat" dir="t"/>
          </a:scene3d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93483C66-38D4-9D66-23F2-D499B39A4B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 dirty="0">
                <a:ln>
                  <a:noFill/>
                </a:ln>
                <a:solidFill>
                  <a:srgbClr val="E4E4E4">
                    <a:lumMod val="1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4" name="Rectangle: Rounded Corners 4">
              <a:extLst>
                <a:ext uri="{FF2B5EF4-FFF2-40B4-BE49-F238E27FC236}">
                  <a16:creationId xmlns:a16="http://schemas.microsoft.com/office/drawing/2014/main" id="{B0307E28-4273-C555-677F-163285385048}"/>
                </a:ext>
              </a:extLst>
            </p:cNvPr>
            <p:cNvSpPr txBox="1"/>
            <p:nvPr/>
          </p:nvSpPr>
          <p:spPr>
            <a:xfrm>
              <a:off x="1302711" y="1108728"/>
              <a:ext cx="1813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Data: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456B58F-3DC9-C07A-D1AA-AAB1546C9C9E}"/>
              </a:ext>
            </a:extLst>
          </p:cNvPr>
          <p:cNvGrpSpPr/>
          <p:nvPr/>
        </p:nvGrpSpPr>
        <p:grpSpPr>
          <a:xfrm>
            <a:off x="8815233" y="6063145"/>
            <a:ext cx="1544541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DCBA9E54-FE27-8332-0A7E-0A5AEE1764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7" name="Rectangle: Rounded Corners 4">
              <a:extLst>
                <a:ext uri="{FF2B5EF4-FFF2-40B4-BE49-F238E27FC236}">
                  <a16:creationId xmlns:a16="http://schemas.microsoft.com/office/drawing/2014/main" id="{C2565DAA-41DD-E28A-6454-B46D73C3116A}"/>
                </a:ext>
              </a:extLst>
            </p:cNvPr>
            <p:cNvSpPr txBox="1"/>
            <p:nvPr/>
          </p:nvSpPr>
          <p:spPr>
            <a:xfrm>
              <a:off x="1227266" y="1108730"/>
              <a:ext cx="1094654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next: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FF55776-1215-239F-4CC2-540AA26131CB}"/>
              </a:ext>
            </a:extLst>
          </p:cNvPr>
          <p:cNvGrpSpPr/>
          <p:nvPr/>
        </p:nvGrpSpPr>
        <p:grpSpPr>
          <a:xfrm>
            <a:off x="8242664" y="6057935"/>
            <a:ext cx="533570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F6B67C14-E760-D146-1CEA-EC1CAD21564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0" name="Rectangle: Rounded Corners 4">
              <a:extLst>
                <a:ext uri="{FF2B5EF4-FFF2-40B4-BE49-F238E27FC236}">
                  <a16:creationId xmlns:a16="http://schemas.microsoft.com/office/drawing/2014/main" id="{583AFCC5-756E-AB7B-B0B8-77605A80AF0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5FB9820-CF53-56ED-9336-E21E6BA349A1}"/>
              </a:ext>
            </a:extLst>
          </p:cNvPr>
          <p:cNvGrpSpPr/>
          <p:nvPr/>
        </p:nvGrpSpPr>
        <p:grpSpPr>
          <a:xfrm>
            <a:off x="9501972" y="606314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0A15C135-7899-29C1-42E4-FA0FBE6BE4E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1E471769-7B8B-437F-F436-C1ED7416883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9ABC484-4A2D-1AEA-8489-8961C0467FC1}"/>
              </a:ext>
            </a:extLst>
          </p:cNvPr>
          <p:cNvGrpSpPr/>
          <p:nvPr/>
        </p:nvGrpSpPr>
        <p:grpSpPr>
          <a:xfrm>
            <a:off x="5798800" y="6069162"/>
            <a:ext cx="1545336" cy="371558"/>
            <a:chOff x="1159467" y="892336"/>
            <a:chExt cx="2145283" cy="1367627"/>
          </a:xfrm>
          <a:solidFill>
            <a:srgbClr val="FFC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43B3506E-C800-9704-A987-2428C7558B0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AC9D975D-76EE-A1B7-E621-920A6B2E133E}"/>
                </a:ext>
              </a:extLst>
            </p:cNvPr>
            <p:cNvSpPr txBox="1"/>
            <p:nvPr/>
          </p:nvSpPr>
          <p:spPr>
            <a:xfrm>
              <a:off x="1252441" y="1108730"/>
              <a:ext cx="1072160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l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prev</a:t>
              </a: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:</a:t>
              </a:r>
              <a:endParaRPr kumimoji="0" lang="en-PK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038DC92-E9F6-793A-2656-F40E3445200C}"/>
              </a:ext>
            </a:extLst>
          </p:cNvPr>
          <p:cNvGrpSpPr/>
          <p:nvPr/>
        </p:nvGrpSpPr>
        <p:grpSpPr>
          <a:xfrm>
            <a:off x="6512699" y="6069162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755896C1-A472-1E4A-E5DC-E677E5210FC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9" name="Rectangle: Rounded Corners 4">
              <a:extLst>
                <a:ext uri="{FF2B5EF4-FFF2-40B4-BE49-F238E27FC236}">
                  <a16:creationId xmlns:a16="http://schemas.microsoft.com/office/drawing/2014/main" id="{E52B3101-E30A-CC4B-59F7-25D6478B7BF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7EE627C-5A57-7EC5-EED3-04BB1B9A1E1E}"/>
              </a:ext>
            </a:extLst>
          </p:cNvPr>
          <p:cNvGrpSpPr/>
          <p:nvPr/>
        </p:nvGrpSpPr>
        <p:grpSpPr>
          <a:xfrm>
            <a:off x="5208941" y="5815007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58D667F4-667D-1A6D-2224-4173EFE696F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2" name="Rectangle: Rounded Corners 4">
              <a:extLst>
                <a:ext uri="{FF2B5EF4-FFF2-40B4-BE49-F238E27FC236}">
                  <a16:creationId xmlns:a16="http://schemas.microsoft.com/office/drawing/2014/main" id="{52AB817F-24CC-7F69-9FF9-81FB34325D9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</a:t>
              </a: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1</a:t>
              </a: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C729272-56AB-25BC-E50B-5DE02596B747}"/>
              </a:ext>
            </a:extLst>
          </p:cNvPr>
          <p:cNvGrpSpPr/>
          <p:nvPr/>
        </p:nvGrpSpPr>
        <p:grpSpPr>
          <a:xfrm>
            <a:off x="8781879" y="5451981"/>
            <a:ext cx="1218527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341E2FDA-858A-1D07-9FA7-3F90FEC7A03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11D044D3-1B9E-857C-078A-D905D7386D4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</a:t>
              </a: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15</a:t>
              </a: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169C4A10-3F4C-A6B7-FFEA-24C90B5A982A}"/>
              </a:ext>
            </a:extLst>
          </p:cNvPr>
          <p:cNvSpPr txBox="1"/>
          <p:nvPr/>
        </p:nvSpPr>
        <p:spPr>
          <a:xfrm>
            <a:off x="152519" y="5768663"/>
            <a:ext cx="45108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node4 = new Node;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42FFA1E-14AF-8722-811D-6531C06FB896}"/>
              </a:ext>
            </a:extLst>
          </p:cNvPr>
          <p:cNvGrpSpPr/>
          <p:nvPr/>
        </p:nvGrpSpPr>
        <p:grpSpPr>
          <a:xfrm>
            <a:off x="10111920" y="393648"/>
            <a:ext cx="2080080" cy="5449751"/>
            <a:chOff x="9706768" y="275953"/>
            <a:chExt cx="2080080" cy="5449751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517B8136-DB5C-9790-5FC6-69D185445704}"/>
                </a:ext>
              </a:extLst>
            </p:cNvPr>
            <p:cNvGrpSpPr/>
            <p:nvPr/>
          </p:nvGrpSpPr>
          <p:grpSpPr>
            <a:xfrm>
              <a:off x="9706768" y="275953"/>
              <a:ext cx="2080080" cy="5147073"/>
              <a:chOff x="9747145" y="727230"/>
              <a:chExt cx="1581682" cy="4996216"/>
            </a:xfrm>
          </p:grpSpPr>
          <p:sp>
            <p:nvSpPr>
              <p:cNvPr id="160" name="Arrow: Right 159">
                <a:extLst>
                  <a:ext uri="{FF2B5EF4-FFF2-40B4-BE49-F238E27FC236}">
                    <a16:creationId xmlns:a16="http://schemas.microsoft.com/office/drawing/2014/main" id="{6D5647D8-EDF1-280A-1565-225A0C0C396F}"/>
                  </a:ext>
                </a:extLst>
              </p:cNvPr>
              <p:cNvSpPr/>
              <p:nvPr/>
            </p:nvSpPr>
            <p:spPr>
              <a:xfrm rot="10800000">
                <a:off x="9756763" y="727230"/>
                <a:ext cx="1161715" cy="4559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1" name="Arrow: Right 160">
                <a:extLst>
                  <a:ext uri="{FF2B5EF4-FFF2-40B4-BE49-F238E27FC236}">
                    <a16:creationId xmlns:a16="http://schemas.microsoft.com/office/drawing/2014/main" id="{0A101AA1-DBB3-7B4A-F915-C9B9448915F6}"/>
                  </a:ext>
                </a:extLst>
              </p:cNvPr>
              <p:cNvSpPr/>
              <p:nvPr/>
            </p:nvSpPr>
            <p:spPr>
              <a:xfrm rot="10800000">
                <a:off x="9756762" y="2391069"/>
                <a:ext cx="1161715" cy="4559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2" name="Arrow: Right 161">
                <a:extLst>
                  <a:ext uri="{FF2B5EF4-FFF2-40B4-BE49-F238E27FC236}">
                    <a16:creationId xmlns:a16="http://schemas.microsoft.com/office/drawing/2014/main" id="{2497750E-3ED7-E87D-AB63-7AE05E3E1EBD}"/>
                  </a:ext>
                </a:extLst>
              </p:cNvPr>
              <p:cNvSpPr/>
              <p:nvPr/>
            </p:nvSpPr>
            <p:spPr>
              <a:xfrm rot="10800000">
                <a:off x="9747145" y="4051048"/>
                <a:ext cx="1161715" cy="45595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63" name="Arrow: Down 162">
                <a:extLst>
                  <a:ext uri="{FF2B5EF4-FFF2-40B4-BE49-F238E27FC236}">
                    <a16:creationId xmlns:a16="http://schemas.microsoft.com/office/drawing/2014/main" id="{AE19D085-D3F8-6DF2-ADFE-4DAB384A9125}"/>
                  </a:ext>
                </a:extLst>
              </p:cNvPr>
              <p:cNvSpPr/>
              <p:nvPr/>
            </p:nvSpPr>
            <p:spPr>
              <a:xfrm>
                <a:off x="10794109" y="839275"/>
                <a:ext cx="534718" cy="4884171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59" name="Arrow: Right 158">
              <a:extLst>
                <a:ext uri="{FF2B5EF4-FFF2-40B4-BE49-F238E27FC236}">
                  <a16:creationId xmlns:a16="http://schemas.microsoft.com/office/drawing/2014/main" id="{0D170C29-60F3-F70C-2E89-C1B519ADE13F}"/>
                </a:ext>
              </a:extLst>
            </p:cNvPr>
            <p:cNvSpPr/>
            <p:nvPr/>
          </p:nvSpPr>
          <p:spPr>
            <a:xfrm rot="10800000">
              <a:off x="9783589" y="5255987"/>
              <a:ext cx="1650937" cy="4697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FA410CD9-C9E3-8AC9-81FC-C0EFF3D0DAC7}"/>
              </a:ext>
            </a:extLst>
          </p:cNvPr>
          <p:cNvSpPr txBox="1"/>
          <p:nvPr/>
        </p:nvSpPr>
        <p:spPr>
          <a:xfrm>
            <a:off x="10786187" y="1970331"/>
            <a:ext cx="1321493" cy="2246769"/>
          </a:xfrm>
          <a:prstGeom prst="rect">
            <a:avLst/>
          </a:prstGeom>
          <a:solidFill>
            <a:schemeClr val="tx1">
              <a:alpha val="79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Contains  address of the first byte for the memory assigned</a:t>
            </a:r>
          </a:p>
        </p:txBody>
      </p:sp>
    </p:spTree>
    <p:extLst>
      <p:ext uri="{BB962C8B-B14F-4D97-AF65-F5344CB8AC3E}">
        <p14:creationId xmlns:p14="http://schemas.microsoft.com/office/powerpoint/2010/main" val="387914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25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5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5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25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50"/>
                            </p:stCondLst>
                            <p:childTnLst>
                              <p:par>
                                <p:cTn id="18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50"/>
                            </p:stCondLst>
                            <p:childTnLst>
                              <p:par>
                                <p:cTn id="1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250"/>
                            </p:stCondLst>
                            <p:childTnLst>
                              <p:par>
                                <p:cTn id="1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3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250"/>
                            </p:stCondLst>
                            <p:childTnLst>
                              <p:par>
                                <p:cTn id="2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5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250"/>
                            </p:stCondLst>
                            <p:childTnLst>
                              <p:par>
                                <p:cTn id="2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8" grpId="0"/>
      <p:bldP spid="31" grpId="0"/>
      <p:bldP spid="32" grpId="0" animBg="1"/>
      <p:bldP spid="57" grpId="0"/>
      <p:bldP spid="80" grpId="0" animBg="1"/>
      <p:bldP spid="105" grpId="0"/>
      <p:bldP spid="106" grpId="0" animBg="1"/>
      <p:bldP spid="131" grpId="0" animBg="1"/>
      <p:bldP spid="156" grpId="0"/>
      <p:bldP spid="1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FD6ED2-F123-968C-B913-3FA854465AC0}"/>
              </a:ext>
            </a:extLst>
          </p:cNvPr>
          <p:cNvGrpSpPr/>
          <p:nvPr/>
        </p:nvGrpSpPr>
        <p:grpSpPr>
          <a:xfrm>
            <a:off x="497429" y="1877332"/>
            <a:ext cx="4746183" cy="1313586"/>
            <a:chOff x="411300" y="1905801"/>
            <a:chExt cx="4746183" cy="1313586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663D4BE-2CE6-8872-9F42-FEC59A627D31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008E853F-9EFF-CB5E-8D4D-D0DB86DE6A25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AD007537-F454-F080-E3BC-0F826DB6D27C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Rectangle: Rounded Corners 4">
                  <a:extLst>
                    <a:ext uri="{FF2B5EF4-FFF2-40B4-BE49-F238E27FC236}">
                      <a16:creationId xmlns:a16="http://schemas.microsoft.com/office/drawing/2014/main" id="{5ACD76F0-DD8A-E42B-8B02-3B743FB4D385}"/>
                    </a:ext>
                  </a:extLst>
                </p:cNvPr>
                <p:cNvSpPr txBox="1"/>
                <p:nvPr/>
              </p:nvSpPr>
              <p:spPr>
                <a:xfrm>
                  <a:off x="1202695" y="1067248"/>
                  <a:ext cx="1773775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node1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22369F9-96EB-7075-ABD8-9538CE8F849A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FCACFA8-A2E8-7BD3-27C6-0F9B6B2F7FCB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1CD7A8C6-750C-983B-CAE2-C9883E30763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Rectangle: Rounded Corners 4">
                  <a:extLst>
                    <a:ext uri="{FF2B5EF4-FFF2-40B4-BE49-F238E27FC236}">
                      <a16:creationId xmlns:a16="http://schemas.microsoft.com/office/drawing/2014/main" id="{0384AC4A-4C58-84D8-F2DA-504F74DFA1B8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BCD92C6-8C8C-327E-7F8D-2CCFC5164870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87F93D9C-0864-7CC9-803A-36817F1A149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4">
                  <a:extLst>
                    <a:ext uri="{FF2B5EF4-FFF2-40B4-BE49-F238E27FC236}">
                      <a16:creationId xmlns:a16="http://schemas.microsoft.com/office/drawing/2014/main" id="{42E672FC-6FB0-FC4D-7CD7-7A460E8E0F17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D31B0AF-B18A-C352-2EC7-2DC14E5B9AF1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B6647673-885B-B89A-9A98-EFE5CC87726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: Rounded Corners 4">
                  <a:extLst>
                    <a:ext uri="{FF2B5EF4-FFF2-40B4-BE49-F238E27FC236}">
                      <a16:creationId xmlns:a16="http://schemas.microsoft.com/office/drawing/2014/main" id="{4A360CE9-22B2-8670-2F42-B7418B6F18D9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458617C3-31FC-FFA8-9DF1-8CCBA2D9574F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DB7925D8-9F26-6077-7922-FBF021E1FC5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0" name="Rectangle: Rounded Corners 4">
                <a:extLst>
                  <a:ext uri="{FF2B5EF4-FFF2-40B4-BE49-F238E27FC236}">
                    <a16:creationId xmlns:a16="http://schemas.microsoft.com/office/drawing/2014/main" id="{1ED4BB5D-2F73-933F-CD78-A34AB7956DC5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948D939-D534-DB4D-BDBD-500408E042F5}"/>
              </a:ext>
            </a:extLst>
          </p:cNvPr>
          <p:cNvGrpSpPr/>
          <p:nvPr/>
        </p:nvGrpSpPr>
        <p:grpSpPr>
          <a:xfrm>
            <a:off x="7101483" y="1995503"/>
            <a:ext cx="4746183" cy="1289121"/>
            <a:chOff x="7101483" y="1995503"/>
            <a:chExt cx="4746183" cy="1289121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B6B5B06-06D5-AC3E-6311-55D5CF998812}"/>
                </a:ext>
              </a:extLst>
            </p:cNvPr>
            <p:cNvGrpSpPr/>
            <p:nvPr/>
          </p:nvGrpSpPr>
          <p:grpSpPr>
            <a:xfrm>
              <a:off x="7101483" y="2025248"/>
              <a:ext cx="4746183" cy="1259376"/>
              <a:chOff x="7101483" y="2025248"/>
              <a:chExt cx="4746183" cy="125937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99F112E-1170-0F9B-C4D1-6205B909E994}"/>
                  </a:ext>
                </a:extLst>
              </p:cNvPr>
              <p:cNvGrpSpPr/>
              <p:nvPr/>
            </p:nvGrpSpPr>
            <p:grpSpPr>
              <a:xfrm>
                <a:off x="7287015" y="2025248"/>
                <a:ext cx="3017191" cy="567249"/>
                <a:chOff x="1159468" y="892336"/>
                <a:chExt cx="1546353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FD5D9469-20AE-0FD8-A64C-463CE4AEF3E0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546353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Rectangle: Rounded Corners 4">
                  <a:extLst>
                    <a:ext uri="{FF2B5EF4-FFF2-40B4-BE49-F238E27FC236}">
                      <a16:creationId xmlns:a16="http://schemas.microsoft.com/office/drawing/2014/main" id="{D7D4CB72-D1D6-3DD1-AD93-11D98A12B4B1}"/>
                    </a:ext>
                  </a:extLst>
                </p:cNvPr>
                <p:cNvSpPr txBox="1"/>
                <p:nvPr/>
              </p:nvSpPr>
              <p:spPr>
                <a:xfrm>
                  <a:off x="1202697" y="1067248"/>
                  <a:ext cx="1424907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node2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284A2E8C-AFE1-CB10-EF80-DF24BB623517}"/>
                  </a:ext>
                </a:extLst>
              </p:cNvPr>
              <p:cNvSpPr/>
              <p:nvPr/>
            </p:nvSpPr>
            <p:spPr>
              <a:xfrm>
                <a:off x="7101483" y="2717376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59E3F94B-9A1D-9A63-EB04-9C65B40AB1A5}"/>
                  </a:ext>
                </a:extLst>
              </p:cNvPr>
              <p:cNvGrpSpPr/>
              <p:nvPr/>
            </p:nvGrpSpPr>
            <p:grpSpPr>
              <a:xfrm>
                <a:off x="8759732" y="2801768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2A24ED97-3B4E-ADCD-6E0B-35E07ED8976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">
                  <a:extLst>
                    <a:ext uri="{FF2B5EF4-FFF2-40B4-BE49-F238E27FC236}">
                      <a16:creationId xmlns:a16="http://schemas.microsoft.com/office/drawing/2014/main" id="{E7F3CF94-2142-F098-4F09-7AF8E294A32B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BF142F1-246F-709A-A0D8-553458E3F6E6}"/>
                  </a:ext>
                </a:extLst>
              </p:cNvPr>
              <p:cNvGrpSpPr/>
              <p:nvPr/>
            </p:nvGrpSpPr>
            <p:grpSpPr>
              <a:xfrm>
                <a:off x="10158086" y="2801768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34AD1EC9-0E7F-F760-0831-335E3FD032E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Rounded Corners 4">
                  <a:extLst>
                    <a:ext uri="{FF2B5EF4-FFF2-40B4-BE49-F238E27FC236}">
                      <a16:creationId xmlns:a16="http://schemas.microsoft.com/office/drawing/2014/main" id="{8D26966E-2E6B-8696-AEF6-A2BA57B3744A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B6333CE-F77C-BD2B-5E43-8689F7E36EA0}"/>
                  </a:ext>
                </a:extLst>
              </p:cNvPr>
              <p:cNvGrpSpPr/>
              <p:nvPr/>
            </p:nvGrpSpPr>
            <p:grpSpPr>
              <a:xfrm>
                <a:off x="7141653" y="2807785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331281E-C3EF-8293-DF91-8EF15B4D7CC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E22E8140-53F5-8643-AA48-12F38BA4D386}"/>
                    </a:ext>
                  </a:extLst>
                </p:cNvPr>
                <p:cNvSpPr txBox="1"/>
                <p:nvPr/>
              </p:nvSpPr>
              <p:spPr>
                <a:xfrm>
                  <a:off x="1252441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C4B3DAEF-E31B-EE49-694B-C6A10118B2E0}"/>
                </a:ext>
              </a:extLst>
            </p:cNvPr>
            <p:cNvGrpSpPr/>
            <p:nvPr/>
          </p:nvGrpSpPr>
          <p:grpSpPr>
            <a:xfrm>
              <a:off x="8686989" y="1995503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50600701-1171-2CDA-7BE4-750FE1B8C3B2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4" name="Rectangle: Rounded Corners 4">
                <a:extLst>
                  <a:ext uri="{FF2B5EF4-FFF2-40B4-BE49-F238E27FC236}">
                    <a16:creationId xmlns:a16="http://schemas.microsoft.com/office/drawing/2014/main" id="{0582A6D7-8275-2D30-9BB1-D74253CA41A6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912831C-E3C1-A5B4-2B6D-5E7B54C4338C}"/>
              </a:ext>
            </a:extLst>
          </p:cNvPr>
          <p:cNvGrpSpPr/>
          <p:nvPr/>
        </p:nvGrpSpPr>
        <p:grpSpPr>
          <a:xfrm>
            <a:off x="394526" y="4309059"/>
            <a:ext cx="4746183" cy="1265917"/>
            <a:chOff x="394526" y="4309059"/>
            <a:chExt cx="4746183" cy="1265917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6122733-6650-9252-6ACA-F4C7A46CD276}"/>
                </a:ext>
              </a:extLst>
            </p:cNvPr>
            <p:cNvGrpSpPr/>
            <p:nvPr/>
          </p:nvGrpSpPr>
          <p:grpSpPr>
            <a:xfrm>
              <a:off x="394526" y="4339882"/>
              <a:ext cx="4746183" cy="1235094"/>
              <a:chOff x="179404" y="4358543"/>
              <a:chExt cx="4746183" cy="12350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F11A992-EC75-9482-A99B-0EE4929EA686}"/>
                  </a:ext>
                </a:extLst>
              </p:cNvPr>
              <p:cNvGrpSpPr/>
              <p:nvPr/>
            </p:nvGrpSpPr>
            <p:grpSpPr>
              <a:xfrm>
                <a:off x="411300" y="4358543"/>
                <a:ext cx="3824291" cy="561087"/>
                <a:chOff x="1159467" y="892336"/>
                <a:chExt cx="1960003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48185766-5074-6C43-3AA7-1E07D960417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1960003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7952E566-4579-C4F9-936D-4496FFA64A38}"/>
                    </a:ext>
                  </a:extLst>
                </p:cNvPr>
                <p:cNvSpPr txBox="1"/>
                <p:nvPr/>
              </p:nvSpPr>
              <p:spPr>
                <a:xfrm>
                  <a:off x="1202696" y="1067248"/>
                  <a:ext cx="1888227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node3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7CD920BA-39B3-CDD0-61AE-809107F5009D}"/>
                  </a:ext>
                </a:extLst>
              </p:cNvPr>
              <p:cNvSpPr/>
              <p:nvPr/>
            </p:nvSpPr>
            <p:spPr>
              <a:xfrm>
                <a:off x="179404" y="502638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E0A034F6-6409-3142-B7BB-9B40648AA683}"/>
                  </a:ext>
                </a:extLst>
              </p:cNvPr>
              <p:cNvGrpSpPr/>
              <p:nvPr/>
            </p:nvGrpSpPr>
            <p:grpSpPr>
              <a:xfrm>
                <a:off x="1837653" y="511078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A5C627EF-C600-146D-E452-27DA211A168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4">
                  <a:extLst>
                    <a:ext uri="{FF2B5EF4-FFF2-40B4-BE49-F238E27FC236}">
                      <a16:creationId xmlns:a16="http://schemas.microsoft.com/office/drawing/2014/main" id="{3C73DB32-60B0-F71E-9A3F-5C4B2CAADEBF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92B3E58-ACBC-40B8-FF63-949A83659B62}"/>
                  </a:ext>
                </a:extLst>
              </p:cNvPr>
              <p:cNvGrpSpPr/>
              <p:nvPr/>
            </p:nvGrpSpPr>
            <p:grpSpPr>
              <a:xfrm>
                <a:off x="3236007" y="511078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4A42231D-E625-530B-72E0-DFF29A3A831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: Rounded Corners 4">
                  <a:extLst>
                    <a:ext uri="{FF2B5EF4-FFF2-40B4-BE49-F238E27FC236}">
                      <a16:creationId xmlns:a16="http://schemas.microsoft.com/office/drawing/2014/main" id="{D765B680-FFF9-3989-B1F4-49EA4932F66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0C948524-7693-E192-C8B1-4573B6428BE4}"/>
                  </a:ext>
                </a:extLst>
              </p:cNvPr>
              <p:cNvGrpSpPr/>
              <p:nvPr/>
            </p:nvGrpSpPr>
            <p:grpSpPr>
              <a:xfrm>
                <a:off x="219574" y="511679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748ABD70-7CCB-6371-512B-8170003C8E2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: Rounded Corners 4">
                  <a:extLst>
                    <a:ext uri="{FF2B5EF4-FFF2-40B4-BE49-F238E27FC236}">
                      <a16:creationId xmlns:a16="http://schemas.microsoft.com/office/drawing/2014/main" id="{F7B2301C-746C-EB1D-9DEF-34D90F6B483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B892DB3-2C26-E1D8-F50E-C0450289482F}"/>
                </a:ext>
              </a:extLst>
            </p:cNvPr>
            <p:cNvGrpSpPr/>
            <p:nvPr/>
          </p:nvGrpSpPr>
          <p:grpSpPr>
            <a:xfrm>
              <a:off x="2052775" y="4309059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B5F72EA5-65C4-951D-6FFB-F458226DC26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1" name="Rectangle: Rounded Corners 4">
                <a:extLst>
                  <a:ext uri="{FF2B5EF4-FFF2-40B4-BE49-F238E27FC236}">
                    <a16:creationId xmlns:a16="http://schemas.microsoft.com/office/drawing/2014/main" id="{10F1FCBD-BE1D-685B-D641-97133ACE30BE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0x550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0D3ECA7-6C73-6B5F-C721-0181ED86B683}"/>
              </a:ext>
            </a:extLst>
          </p:cNvPr>
          <p:cNvGrpSpPr/>
          <p:nvPr/>
        </p:nvGrpSpPr>
        <p:grpSpPr>
          <a:xfrm>
            <a:off x="6383779" y="5296561"/>
            <a:ext cx="4746183" cy="1277433"/>
            <a:chOff x="6383779" y="5296561"/>
            <a:chExt cx="4746183" cy="127743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EEA6E92-8B77-0747-FF8C-703861BFECFD}"/>
                </a:ext>
              </a:extLst>
            </p:cNvPr>
            <p:cNvGrpSpPr/>
            <p:nvPr/>
          </p:nvGrpSpPr>
          <p:grpSpPr>
            <a:xfrm>
              <a:off x="6383779" y="5332232"/>
              <a:ext cx="4746183" cy="1241762"/>
              <a:chOff x="5702644" y="5304239"/>
              <a:chExt cx="4746183" cy="124176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557558-830E-1CAB-12A8-C3F7C9BB3BF4}"/>
                  </a:ext>
                </a:extLst>
              </p:cNvPr>
              <p:cNvGrpSpPr/>
              <p:nvPr/>
            </p:nvGrpSpPr>
            <p:grpSpPr>
              <a:xfrm>
                <a:off x="5931460" y="5304239"/>
                <a:ext cx="3744384" cy="561087"/>
                <a:chOff x="1159467" y="892336"/>
                <a:chExt cx="19190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11A59E79-2B8C-606A-6C76-F5BC8BAE253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19190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: Rounded Corners 4">
                  <a:extLst>
                    <a:ext uri="{FF2B5EF4-FFF2-40B4-BE49-F238E27FC236}">
                      <a16:creationId xmlns:a16="http://schemas.microsoft.com/office/drawing/2014/main" id="{F80BF3A3-FA86-5C5A-7BCE-56D28CA1B09E}"/>
                    </a:ext>
                  </a:extLst>
                </p:cNvPr>
                <p:cNvSpPr txBox="1"/>
                <p:nvPr/>
              </p:nvSpPr>
              <p:spPr>
                <a:xfrm>
                  <a:off x="1202696" y="1067248"/>
                  <a:ext cx="1848774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node4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76A1BB80-6DA6-262C-F498-9E2DA4DF2B31}"/>
                  </a:ext>
                </a:extLst>
              </p:cNvPr>
              <p:cNvSpPr/>
              <p:nvPr/>
            </p:nvSpPr>
            <p:spPr>
              <a:xfrm>
                <a:off x="5702644" y="5978753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6C1BAA73-07F4-45FB-F7C8-FD58CE5A153F}"/>
                  </a:ext>
                </a:extLst>
              </p:cNvPr>
              <p:cNvGrpSpPr/>
              <p:nvPr/>
            </p:nvGrpSpPr>
            <p:grpSpPr>
              <a:xfrm>
                <a:off x="7360893" y="6063145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F911EF54-82A8-6348-CFE1-B1EE1DACE2F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4">
                  <a:extLst>
                    <a:ext uri="{FF2B5EF4-FFF2-40B4-BE49-F238E27FC236}">
                      <a16:creationId xmlns:a16="http://schemas.microsoft.com/office/drawing/2014/main" id="{38F5CA0D-8943-2CD1-FE78-23C9D5B952E4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540B87EE-16DD-AEC2-FF4E-AF6F1AF5097B}"/>
                  </a:ext>
                </a:extLst>
              </p:cNvPr>
              <p:cNvGrpSpPr/>
              <p:nvPr/>
            </p:nvGrpSpPr>
            <p:grpSpPr>
              <a:xfrm>
                <a:off x="8759247" y="6063145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9CA1C5D6-9B5A-2D5C-F67D-F15AC1983DD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4">
                  <a:extLst>
                    <a:ext uri="{FF2B5EF4-FFF2-40B4-BE49-F238E27FC236}">
                      <a16:creationId xmlns:a16="http://schemas.microsoft.com/office/drawing/2014/main" id="{3F2A3F23-8E52-0316-DE02-110765D724C3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B7F19716-B1AC-3791-99F5-AFF58A636FF8}"/>
                  </a:ext>
                </a:extLst>
              </p:cNvPr>
              <p:cNvGrpSpPr/>
              <p:nvPr/>
            </p:nvGrpSpPr>
            <p:grpSpPr>
              <a:xfrm>
                <a:off x="5742814" y="6069162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57B696CB-847C-8C98-BA31-5E5EE50A072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tangle: Rounded Corners 4">
                  <a:extLst>
                    <a:ext uri="{FF2B5EF4-FFF2-40B4-BE49-F238E27FC236}">
                      <a16:creationId xmlns:a16="http://schemas.microsoft.com/office/drawing/2014/main" id="{F3AF6F0E-E3DB-D9BC-9E4C-6A61CC337486}"/>
                    </a:ext>
                  </a:extLst>
                </p:cNvPr>
                <p:cNvSpPr txBox="1"/>
                <p:nvPr/>
              </p:nvSpPr>
              <p:spPr>
                <a:xfrm>
                  <a:off x="1252441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219BD66-F1BD-9BA5-EB93-62BCBDE47F86}"/>
                </a:ext>
              </a:extLst>
            </p:cNvPr>
            <p:cNvGrpSpPr/>
            <p:nvPr/>
          </p:nvGrpSpPr>
          <p:grpSpPr>
            <a:xfrm>
              <a:off x="8077725" y="529656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18955669-64E0-2F31-EA2B-72A5E77B75E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8" name="Rectangle: Rounded Corners 4">
                <a:extLst>
                  <a:ext uri="{FF2B5EF4-FFF2-40B4-BE49-F238E27FC236}">
                    <a16:creationId xmlns:a16="http://schemas.microsoft.com/office/drawing/2014/main" id="{35E13E8B-82AE-C127-0E20-952ACACA6EBC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</a:t>
                </a: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15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9CF636CD-37B9-C8AA-23F6-1DAE5270D67F}"/>
              </a:ext>
            </a:extLst>
          </p:cNvPr>
          <p:cNvSpPr/>
          <p:nvPr/>
        </p:nvSpPr>
        <p:spPr>
          <a:xfrm>
            <a:off x="2190111" y="394586"/>
            <a:ext cx="3099945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Node* Head = node1;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E39C8F3-70C9-B417-5092-8C921E1FB855}"/>
              </a:ext>
            </a:extLst>
          </p:cNvPr>
          <p:cNvGrpSpPr/>
          <p:nvPr/>
        </p:nvGrpSpPr>
        <p:grpSpPr>
          <a:xfrm>
            <a:off x="240336" y="160309"/>
            <a:ext cx="17699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B520D646-34DD-8742-80DD-9DD4640D8F7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236F00EF-FE56-4149-184B-8B9545206444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9C03365-4481-87C3-D39D-9C8B7D1AF361}"/>
              </a:ext>
            </a:extLst>
          </p:cNvPr>
          <p:cNvGrpSpPr/>
          <p:nvPr/>
        </p:nvGrpSpPr>
        <p:grpSpPr>
          <a:xfrm>
            <a:off x="491734" y="70702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1680A9EE-41A0-FA03-DE6C-C0AF63F1793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8631D1A4-7610-1356-7FB3-35445ECAC26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8ECF90C-BFAE-E71E-5B2F-773B897B4AE6}"/>
              </a:ext>
            </a:extLst>
          </p:cNvPr>
          <p:cNvGrpSpPr/>
          <p:nvPr/>
        </p:nvGrpSpPr>
        <p:grpSpPr>
          <a:xfrm rot="3113518">
            <a:off x="1787370" y="1087446"/>
            <a:ext cx="837364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4A05BFB-82A5-F8E2-EF86-F6C15FEAB9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Arrow: Right 148">
              <a:extLst>
                <a:ext uri="{FF2B5EF4-FFF2-40B4-BE49-F238E27FC236}">
                  <a16:creationId xmlns:a16="http://schemas.microsoft.com/office/drawing/2014/main" id="{28674F4D-F6C6-C7EC-A335-5994036D934D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27FBB80-B823-1F42-C428-3C17079B6144}"/>
              </a:ext>
            </a:extLst>
          </p:cNvPr>
          <p:cNvSpPr/>
          <p:nvPr/>
        </p:nvSpPr>
        <p:spPr>
          <a:xfrm>
            <a:off x="3416357" y="1084692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node1-&gt;next = node2;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3EFE65B-BBF8-C6DA-02C1-443FE2F4AA58}"/>
              </a:ext>
            </a:extLst>
          </p:cNvPr>
          <p:cNvGrpSpPr/>
          <p:nvPr/>
        </p:nvGrpSpPr>
        <p:grpSpPr>
          <a:xfrm>
            <a:off x="4233067" y="2778737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58655B56-FF74-A9AD-96D2-EC960921101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988BB7F2-A81B-C451-93E9-709580AE8F0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0D49A14F-1FA2-E1CB-11E9-0952D8B12C7F}"/>
              </a:ext>
            </a:extLst>
          </p:cNvPr>
          <p:cNvSpPr/>
          <p:nvPr/>
        </p:nvSpPr>
        <p:spPr>
          <a:xfrm>
            <a:off x="3416357" y="1430387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node1-&gt;</a:t>
            </a:r>
            <a:r>
              <a:rPr lang="en-US" sz="2400" dirty="0" err="1"/>
              <a:t>prev</a:t>
            </a:r>
            <a:r>
              <a:rPr lang="en-US" sz="2400" dirty="0"/>
              <a:t> = </a:t>
            </a:r>
            <a:r>
              <a:rPr lang="en-US" sz="2400" dirty="0" err="1"/>
              <a:t>nullptr</a:t>
            </a:r>
            <a:r>
              <a:rPr lang="en-US" sz="2400" dirty="0"/>
              <a:t>;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8AE98EB1-A456-4101-B400-7B6222A96962}"/>
              </a:ext>
            </a:extLst>
          </p:cNvPr>
          <p:cNvGrpSpPr/>
          <p:nvPr/>
        </p:nvGrpSpPr>
        <p:grpSpPr>
          <a:xfrm>
            <a:off x="1213006" y="2772841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308A33BF-63CF-5887-68EA-ADC5A10ED4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9" name="Rectangle: Rounded Corners 4">
              <a:extLst>
                <a:ext uri="{FF2B5EF4-FFF2-40B4-BE49-F238E27FC236}">
                  <a16:creationId xmlns:a16="http://schemas.microsoft.com/office/drawing/2014/main" id="{1932CEF1-85F4-36A4-FF14-2A01999500E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BBD24739-8AF8-D677-3327-8F88E8D0805A}"/>
              </a:ext>
            </a:extLst>
          </p:cNvPr>
          <p:cNvGrpSpPr/>
          <p:nvPr/>
        </p:nvGrpSpPr>
        <p:grpSpPr>
          <a:xfrm>
            <a:off x="4740788" y="1765424"/>
            <a:ext cx="2384498" cy="410205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09F3EE7-5E5D-56D9-EDBE-506D94650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Arrow: Right 162">
              <a:extLst>
                <a:ext uri="{FF2B5EF4-FFF2-40B4-BE49-F238E27FC236}">
                  <a16:creationId xmlns:a16="http://schemas.microsoft.com/office/drawing/2014/main" id="{F3F8F6F0-5B34-D3A2-AA80-D1AC4DD9EB6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DAE51499-0AA1-990B-3FE7-B90C32097907}"/>
              </a:ext>
            </a:extLst>
          </p:cNvPr>
          <p:cNvSpPr/>
          <p:nvPr/>
        </p:nvSpPr>
        <p:spPr>
          <a:xfrm>
            <a:off x="8894841" y="1272023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node2-&gt;next = node3;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9C35493-2749-CDC6-7861-58AD25E7B682}"/>
              </a:ext>
            </a:extLst>
          </p:cNvPr>
          <p:cNvGrpSpPr/>
          <p:nvPr/>
        </p:nvGrpSpPr>
        <p:grpSpPr>
          <a:xfrm>
            <a:off x="10835365" y="2847640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DDCBB8D9-0BEC-607B-BC0E-1223B7878BC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7" name="Rectangle: Rounded Corners 4">
              <a:extLst>
                <a:ext uri="{FF2B5EF4-FFF2-40B4-BE49-F238E27FC236}">
                  <a16:creationId xmlns:a16="http://schemas.microsoft.com/office/drawing/2014/main" id="{284E35E3-46E2-88AD-F362-EE9608FA2F9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D05F9C4-1538-6EFC-CFA2-542191F7FDF2}"/>
              </a:ext>
            </a:extLst>
          </p:cNvPr>
          <p:cNvGrpSpPr/>
          <p:nvPr/>
        </p:nvGrpSpPr>
        <p:grpSpPr>
          <a:xfrm rot="9197664">
            <a:off x="4394126" y="3637078"/>
            <a:ext cx="2779836" cy="399289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CEB29DD-C522-BB22-1335-57C3F7065B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Arrow: Right 169">
              <a:extLst>
                <a:ext uri="{FF2B5EF4-FFF2-40B4-BE49-F238E27FC236}">
                  <a16:creationId xmlns:a16="http://schemas.microsoft.com/office/drawing/2014/main" id="{FC98ED9C-224C-FE21-A798-E373C9FF214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CD5A7490-C6AF-CF67-FC50-F1075F49B28A}"/>
              </a:ext>
            </a:extLst>
          </p:cNvPr>
          <p:cNvSpPr/>
          <p:nvPr/>
        </p:nvSpPr>
        <p:spPr>
          <a:xfrm>
            <a:off x="8894842" y="1621366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node2-&gt;</a:t>
            </a:r>
            <a:r>
              <a:rPr lang="en-US" sz="2400" dirty="0" err="1"/>
              <a:t>prev</a:t>
            </a:r>
            <a:r>
              <a:rPr lang="en-US" sz="2400" dirty="0"/>
              <a:t> = node1;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D767C01-8243-C558-83E2-7F8B18E46836}"/>
              </a:ext>
            </a:extLst>
          </p:cNvPr>
          <p:cNvGrpSpPr/>
          <p:nvPr/>
        </p:nvGrpSpPr>
        <p:grpSpPr>
          <a:xfrm>
            <a:off x="7843483" y="2859989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90DC0065-E863-E0A5-BC5D-7F91BE5653F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4" name="Rectangle: Rounded Corners 4">
              <a:extLst>
                <a:ext uri="{FF2B5EF4-FFF2-40B4-BE49-F238E27FC236}">
                  <a16:creationId xmlns:a16="http://schemas.microsoft.com/office/drawing/2014/main" id="{DCB2BFFD-1600-A2F3-DD6F-204B7CA2AB9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87519FD-BB96-B800-464A-46A81ACD05F1}"/>
              </a:ext>
            </a:extLst>
          </p:cNvPr>
          <p:cNvGrpSpPr/>
          <p:nvPr/>
        </p:nvGrpSpPr>
        <p:grpSpPr>
          <a:xfrm rot="10800000">
            <a:off x="5218386" y="2233673"/>
            <a:ext cx="1940694" cy="392074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8AA4506-7611-D167-DBA2-7D320536AE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7F9BA415-B2E3-CB09-3FF0-103A43208C0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20C6F22F-B857-03C3-1712-0699FB8DE694}"/>
              </a:ext>
            </a:extLst>
          </p:cNvPr>
          <p:cNvSpPr/>
          <p:nvPr/>
        </p:nvSpPr>
        <p:spPr>
          <a:xfrm>
            <a:off x="848287" y="5749960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node3-&gt;next = node4;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7774F857-B5CD-A335-5320-023750B73CD6}"/>
              </a:ext>
            </a:extLst>
          </p:cNvPr>
          <p:cNvGrpSpPr/>
          <p:nvPr/>
        </p:nvGrpSpPr>
        <p:grpSpPr>
          <a:xfrm>
            <a:off x="4121574" y="5168637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6B2A0086-0BB3-BC57-51D4-FAB63C568FC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1" name="Rectangle: Rounded Corners 4">
              <a:extLst>
                <a:ext uri="{FF2B5EF4-FFF2-40B4-BE49-F238E27FC236}">
                  <a16:creationId xmlns:a16="http://schemas.microsoft.com/office/drawing/2014/main" id="{84318AEF-FA23-66CA-637F-B2DC9BFA076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8C801B4-CAD8-FE0F-B2FF-F6C42E977B34}"/>
              </a:ext>
            </a:extLst>
          </p:cNvPr>
          <p:cNvGrpSpPr/>
          <p:nvPr/>
        </p:nvGrpSpPr>
        <p:grpSpPr>
          <a:xfrm rot="1223365">
            <a:off x="5216037" y="5127928"/>
            <a:ext cx="1332263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B1573C7-7A8B-0CA0-3A78-57F75A3B0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Arrow: Right 183">
              <a:extLst>
                <a:ext uri="{FF2B5EF4-FFF2-40B4-BE49-F238E27FC236}">
                  <a16:creationId xmlns:a16="http://schemas.microsoft.com/office/drawing/2014/main" id="{87297359-28DA-8226-39CE-366882C78C4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7BDF4191-317D-33FC-90B6-DACE1767F986}"/>
              </a:ext>
            </a:extLst>
          </p:cNvPr>
          <p:cNvSpPr/>
          <p:nvPr/>
        </p:nvSpPr>
        <p:spPr>
          <a:xfrm>
            <a:off x="848286" y="6093423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node3-&gt;</a:t>
            </a:r>
            <a:r>
              <a:rPr lang="en-US" sz="2400" dirty="0" err="1"/>
              <a:t>prev</a:t>
            </a:r>
            <a:r>
              <a:rPr lang="en-US" sz="2400" dirty="0"/>
              <a:t> = node2;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B3A856F-C58A-91F4-B205-C81C55E131EE}"/>
              </a:ext>
            </a:extLst>
          </p:cNvPr>
          <p:cNvGrpSpPr/>
          <p:nvPr/>
        </p:nvGrpSpPr>
        <p:grpSpPr>
          <a:xfrm>
            <a:off x="1110466" y="5160874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48A9EE19-7647-291E-8589-6026B4F4D0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8" name="Rectangle: Rounded Corners 4">
              <a:extLst>
                <a:ext uri="{FF2B5EF4-FFF2-40B4-BE49-F238E27FC236}">
                  <a16:creationId xmlns:a16="http://schemas.microsoft.com/office/drawing/2014/main" id="{17A24128-E407-8787-EE8B-1396B7C93009}"/>
                </a:ext>
              </a:extLst>
            </p:cNvPr>
            <p:cNvSpPr txBox="1"/>
            <p:nvPr/>
          </p:nvSpPr>
          <p:spPr>
            <a:xfrm>
              <a:off x="1202637" y="1108731"/>
              <a:ext cx="2022420" cy="1051979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4B3DAC5-FA25-467C-566B-D490AED14F54}"/>
              </a:ext>
            </a:extLst>
          </p:cNvPr>
          <p:cNvGrpSpPr/>
          <p:nvPr/>
        </p:nvGrpSpPr>
        <p:grpSpPr>
          <a:xfrm rot="20043504">
            <a:off x="4845221" y="3938090"/>
            <a:ext cx="2779836" cy="399289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68080963-BF05-CA9D-0502-8AD0931D25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Arrow: Right 190">
              <a:extLst>
                <a:ext uri="{FF2B5EF4-FFF2-40B4-BE49-F238E27FC236}">
                  <a16:creationId xmlns:a16="http://schemas.microsoft.com/office/drawing/2014/main" id="{5946B4EC-8429-938E-8C9A-4E074660078B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D6116CDE-C9A1-3908-35EF-33234775EEF4}"/>
              </a:ext>
            </a:extLst>
          </p:cNvPr>
          <p:cNvSpPr/>
          <p:nvPr/>
        </p:nvSpPr>
        <p:spPr>
          <a:xfrm>
            <a:off x="6680336" y="4350337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node4-&gt;next = </a:t>
            </a:r>
            <a:r>
              <a:rPr lang="en-US" sz="2400" dirty="0" err="1"/>
              <a:t>nullptr</a:t>
            </a:r>
            <a:r>
              <a:rPr lang="en-US" sz="2400" dirty="0"/>
              <a:t>;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A24D934-BCC4-63A2-B7A0-D13B10B910BC}"/>
              </a:ext>
            </a:extLst>
          </p:cNvPr>
          <p:cNvGrpSpPr/>
          <p:nvPr/>
        </p:nvGrpSpPr>
        <p:grpSpPr>
          <a:xfrm>
            <a:off x="10117522" y="6141132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4BCF8C48-5A2A-6282-9053-803935DA8C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5" name="Rectangle: Rounded Corners 4">
              <a:extLst>
                <a:ext uri="{FF2B5EF4-FFF2-40B4-BE49-F238E27FC236}">
                  <a16:creationId xmlns:a16="http://schemas.microsoft.com/office/drawing/2014/main" id="{39D81ABC-B896-60D9-CADA-6448E5BC3E0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CF738AE3-E14A-319F-F0BF-D04693067E92}"/>
              </a:ext>
            </a:extLst>
          </p:cNvPr>
          <p:cNvSpPr/>
          <p:nvPr/>
        </p:nvSpPr>
        <p:spPr>
          <a:xfrm>
            <a:off x="6680337" y="4708627"/>
            <a:ext cx="3148617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node4-&gt;</a:t>
            </a:r>
            <a:r>
              <a:rPr lang="en-US" sz="2400" dirty="0" err="1"/>
              <a:t>prev</a:t>
            </a:r>
            <a:r>
              <a:rPr lang="en-US" sz="2400" dirty="0"/>
              <a:t> = node3;</a:t>
            </a:r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B0D4815-8805-033E-CD23-A1A6D969E2CA}"/>
              </a:ext>
            </a:extLst>
          </p:cNvPr>
          <p:cNvGrpSpPr/>
          <p:nvPr/>
        </p:nvGrpSpPr>
        <p:grpSpPr>
          <a:xfrm>
            <a:off x="7125286" y="6156915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08E6E1BF-31BA-CFD1-46FE-1D9B8EF5A83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D47C5257-9A63-EF24-0819-0F156AECB67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ACB22A9-443A-B738-366E-5537ED6795D8}"/>
              </a:ext>
            </a:extLst>
          </p:cNvPr>
          <p:cNvGrpSpPr/>
          <p:nvPr/>
        </p:nvGrpSpPr>
        <p:grpSpPr>
          <a:xfrm rot="11898431">
            <a:off x="5049175" y="5661929"/>
            <a:ext cx="1332263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8ABA0B3-698C-3195-3357-4D8445C1B1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Arrow: Right 201">
              <a:extLst>
                <a:ext uri="{FF2B5EF4-FFF2-40B4-BE49-F238E27FC236}">
                  <a16:creationId xmlns:a16="http://schemas.microsoft.com/office/drawing/2014/main" id="{DF7E91AC-4D68-29DC-2094-645DFF8D00C0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D74405D0-22EB-B055-ED5D-290C7BC5C2D8}"/>
              </a:ext>
            </a:extLst>
          </p:cNvPr>
          <p:cNvSpPr/>
          <p:nvPr/>
        </p:nvSpPr>
        <p:spPr>
          <a:xfrm>
            <a:off x="9273177" y="3541667"/>
            <a:ext cx="2786092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Node* Tail = node4;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6E72EE9-CB09-8BBC-CED1-8790477A2BD8}"/>
              </a:ext>
            </a:extLst>
          </p:cNvPr>
          <p:cNvGrpSpPr/>
          <p:nvPr/>
        </p:nvGrpSpPr>
        <p:grpSpPr>
          <a:xfrm>
            <a:off x="10610379" y="4182158"/>
            <a:ext cx="14330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05" name="Rectangle: Rounded Corners 204">
              <a:extLst>
                <a:ext uri="{FF2B5EF4-FFF2-40B4-BE49-F238E27FC236}">
                  <a16:creationId xmlns:a16="http://schemas.microsoft.com/office/drawing/2014/main" id="{69B9A8D1-A819-97A2-F08E-96C42805F3E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206" name="Rectangle: Rounded Corners 4">
              <a:extLst>
                <a:ext uri="{FF2B5EF4-FFF2-40B4-BE49-F238E27FC236}">
                  <a16:creationId xmlns:a16="http://schemas.microsoft.com/office/drawing/2014/main" id="{8FE72472-E64D-9F27-C010-5CE9CA515A14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C634E86D-E682-15BB-BF71-12B6A546BFC4}"/>
              </a:ext>
            </a:extLst>
          </p:cNvPr>
          <p:cNvGrpSpPr/>
          <p:nvPr/>
        </p:nvGrpSpPr>
        <p:grpSpPr>
          <a:xfrm rot="9544434">
            <a:off x="10475818" y="5175084"/>
            <a:ext cx="1052869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D1067E49-CC13-7B7D-117A-A541AACE53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Arrow: Right 208">
              <a:extLst>
                <a:ext uri="{FF2B5EF4-FFF2-40B4-BE49-F238E27FC236}">
                  <a16:creationId xmlns:a16="http://schemas.microsoft.com/office/drawing/2014/main" id="{86700714-6A82-9E23-A3FC-662BDA7EC047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3549705-8B2B-C3EF-C407-691BDBBE418E}"/>
              </a:ext>
            </a:extLst>
          </p:cNvPr>
          <p:cNvGrpSpPr/>
          <p:nvPr/>
        </p:nvGrpSpPr>
        <p:grpSpPr>
          <a:xfrm>
            <a:off x="10668744" y="4732026"/>
            <a:ext cx="130320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627B1094-894A-21CC-0113-A8D156C164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2" name="Rectangle: Rounded Corners 4">
              <a:extLst>
                <a:ext uri="{FF2B5EF4-FFF2-40B4-BE49-F238E27FC236}">
                  <a16:creationId xmlns:a16="http://schemas.microsoft.com/office/drawing/2014/main" id="{8FCC238B-B837-A26A-320F-A4F0078ED3E1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072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3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6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25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9" dur="25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25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250" autoRev="1" fill="remove"/>
                                        <p:tgtEl>
                                          <p:spTgt spid="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250" autoRev="1" fill="remov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7" dur="250" autoRev="1" fill="remov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250" autoRev="1" fill="remov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250" autoRev="1" fill="remove"/>
                                        <p:tgtEl>
                                          <p:spTgt spid="1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0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250" autoRev="1" fill="remov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5" dur="250" autoRev="1" fill="remov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250" autoRev="1" fill="remov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250" autoRev="1" fill="remove"/>
                                        <p:tgtEl>
                                          <p:spTgt spid="1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1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250" autoRev="1" fill="remov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3" dur="250" autoRev="1" fill="remov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250" autoRev="1" fill="remov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250" autoRev="1" fill="remove"/>
                                        <p:tgtEl>
                                          <p:spTgt spid="1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4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50" autoRev="1" fill="remov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1" dur="250" autoRev="1" fill="remov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250" autoRev="1" fill="remov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50" autoRev="1" fill="remove"/>
                                        <p:tgtEl>
                                          <p:spTgt spid="1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1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250" autoRev="1" fill="remove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29" dur="250" autoRev="1" fill="remove"/>
                                        <p:tgtEl>
                                          <p:spTgt spid="1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250" autoRev="1" fill="remove"/>
                                        <p:tgtEl>
                                          <p:spTgt spid="1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250" autoRev="1" fill="remove"/>
                                        <p:tgtEl>
                                          <p:spTgt spid="1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8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250" autoRev="1" fill="remov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7" dur="250" autoRev="1" fill="remov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8" dur="250" autoRev="1" fill="remov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250" autoRev="1" fill="remove"/>
                                        <p:tgtEl>
                                          <p:spTgt spid="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5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250" autoRev="1" fill="remove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45" dur="250" autoRev="1" fill="remove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250" autoRev="1" fill="remove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250" autoRev="1" fill="remove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250" autoRev="1" fill="remov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53" dur="250" autoRev="1" fill="remov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4" dur="250" autoRev="1" fill="remov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250" autoRev="1" fill="remov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1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2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250" autoRev="1" fill="remov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3"/>
                  </p:tgtEl>
                </p:cond>
              </p:nextCondLst>
            </p:seq>
          </p:childTnLst>
        </p:cTn>
      </p:par>
    </p:tnLst>
    <p:bldLst>
      <p:bldP spid="140" grpId="0" animBg="1"/>
      <p:bldP spid="140" grpId="1" animBg="1"/>
      <p:bldP spid="150" grpId="0" animBg="1"/>
      <p:bldP spid="150" grpId="1" animBg="1"/>
      <p:bldP spid="156" grpId="0" animBg="1"/>
      <p:bldP spid="156" grpId="1" animBg="1"/>
      <p:bldP spid="164" grpId="0" animBg="1"/>
      <p:bldP spid="164" grpId="1" animBg="1"/>
      <p:bldP spid="171" grpId="0" animBg="1"/>
      <p:bldP spid="171" grpId="1" animBg="1"/>
      <p:bldP spid="178" grpId="0" animBg="1"/>
      <p:bldP spid="178" grpId="1" animBg="1"/>
      <p:bldP spid="185" grpId="0" animBg="1"/>
      <p:bldP spid="185" grpId="1" animBg="1"/>
      <p:bldP spid="192" grpId="0" animBg="1"/>
      <p:bldP spid="192" grpId="1" animBg="1"/>
      <p:bldP spid="196" grpId="0" animBg="1"/>
      <p:bldP spid="196" grpId="1" animBg="1"/>
      <p:bldP spid="203" grpId="0" animBg="1"/>
      <p:bldP spid="20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07A5-F6E7-ACD5-465F-D22C8696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85B3C0A-F3F1-9095-A53C-51D5C82EC0CC}"/>
              </a:ext>
            </a:extLst>
          </p:cNvPr>
          <p:cNvGrpSpPr/>
          <p:nvPr/>
        </p:nvGrpSpPr>
        <p:grpSpPr>
          <a:xfrm>
            <a:off x="497429" y="1877332"/>
            <a:ext cx="4746183" cy="1313586"/>
            <a:chOff x="411300" y="1905801"/>
            <a:chExt cx="4746183" cy="1313586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40D1C09-F938-C6FB-0479-6B998FB28B0D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64EA03C-9A0C-58C3-7A91-93ACF744F6E3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E794BC80-C839-E678-08E0-CB095FF7075A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Rectangle: Rounded Corners 4">
                  <a:extLst>
                    <a:ext uri="{FF2B5EF4-FFF2-40B4-BE49-F238E27FC236}">
                      <a16:creationId xmlns:a16="http://schemas.microsoft.com/office/drawing/2014/main" id="{58B6AD03-EF86-11E3-D6BC-C04DA77E5E4B}"/>
                    </a:ext>
                  </a:extLst>
                </p:cNvPr>
                <p:cNvSpPr txBox="1"/>
                <p:nvPr/>
              </p:nvSpPr>
              <p:spPr>
                <a:xfrm>
                  <a:off x="1202695" y="1067248"/>
                  <a:ext cx="1773775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node1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9A0E29E-93EA-204B-7583-8D165945A6A8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D1701FA-A245-A863-F795-638588A3B121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A37532CB-CEEB-7CFE-74CD-318229BB840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Rectangle: Rounded Corners 4">
                  <a:extLst>
                    <a:ext uri="{FF2B5EF4-FFF2-40B4-BE49-F238E27FC236}">
                      <a16:creationId xmlns:a16="http://schemas.microsoft.com/office/drawing/2014/main" id="{A12A4792-7753-2F99-7C94-9298B8D0DE7A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5935259-AF73-F609-EB72-674933152490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3BD7AACD-D679-E5D8-A5D2-8E218E429F4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4">
                  <a:extLst>
                    <a:ext uri="{FF2B5EF4-FFF2-40B4-BE49-F238E27FC236}">
                      <a16:creationId xmlns:a16="http://schemas.microsoft.com/office/drawing/2014/main" id="{A780FC88-BF49-B58E-DCAD-BE53C87E3BC3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E4833DF-0A09-5F48-60D1-78E77770E516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8BBE9FC2-D59C-F334-257E-8535EBCBF56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: Rounded Corners 4">
                  <a:extLst>
                    <a:ext uri="{FF2B5EF4-FFF2-40B4-BE49-F238E27FC236}">
                      <a16:creationId xmlns:a16="http://schemas.microsoft.com/office/drawing/2014/main" id="{B4CEE012-595E-B881-1E19-657DD4C19A19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002024B-E804-41E3-D971-97543E72FAF7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0CE162A1-E658-C176-6612-168D19223C70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0" name="Rectangle: Rounded Corners 4">
                <a:extLst>
                  <a:ext uri="{FF2B5EF4-FFF2-40B4-BE49-F238E27FC236}">
                    <a16:creationId xmlns:a16="http://schemas.microsoft.com/office/drawing/2014/main" id="{7EA64F32-AEC3-450F-C4EC-175788D96A3E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86D8FD1-4187-9559-66B5-C5F0C3D723B8}"/>
              </a:ext>
            </a:extLst>
          </p:cNvPr>
          <p:cNvGrpSpPr/>
          <p:nvPr/>
        </p:nvGrpSpPr>
        <p:grpSpPr>
          <a:xfrm>
            <a:off x="7101483" y="1995503"/>
            <a:ext cx="4746183" cy="1289121"/>
            <a:chOff x="7101483" y="1995503"/>
            <a:chExt cx="4746183" cy="1289121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761E4EE-106B-13CF-BBEF-2CF11677CE90}"/>
                </a:ext>
              </a:extLst>
            </p:cNvPr>
            <p:cNvGrpSpPr/>
            <p:nvPr/>
          </p:nvGrpSpPr>
          <p:grpSpPr>
            <a:xfrm>
              <a:off x="7101483" y="2025248"/>
              <a:ext cx="4746183" cy="1259376"/>
              <a:chOff x="7101483" y="2025248"/>
              <a:chExt cx="4746183" cy="125937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57ED2FF-85BA-6AA2-7C3D-41DCA9AC262B}"/>
                  </a:ext>
                </a:extLst>
              </p:cNvPr>
              <p:cNvGrpSpPr/>
              <p:nvPr/>
            </p:nvGrpSpPr>
            <p:grpSpPr>
              <a:xfrm>
                <a:off x="7287015" y="2025248"/>
                <a:ext cx="3017191" cy="567249"/>
                <a:chOff x="1159468" y="892336"/>
                <a:chExt cx="1546353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8E3EB408-0036-FDFB-ECF8-A93DC09BAA64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546353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Rectangle: Rounded Corners 4">
                  <a:extLst>
                    <a:ext uri="{FF2B5EF4-FFF2-40B4-BE49-F238E27FC236}">
                      <a16:creationId xmlns:a16="http://schemas.microsoft.com/office/drawing/2014/main" id="{D9EAEDA9-74D2-CB2C-DFC3-998AD05E6724}"/>
                    </a:ext>
                  </a:extLst>
                </p:cNvPr>
                <p:cNvSpPr txBox="1"/>
                <p:nvPr/>
              </p:nvSpPr>
              <p:spPr>
                <a:xfrm>
                  <a:off x="1202697" y="1067248"/>
                  <a:ext cx="1424907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node2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C6FC1628-85BA-3BC8-1B20-A1CFC8CEFA19}"/>
                  </a:ext>
                </a:extLst>
              </p:cNvPr>
              <p:cNvSpPr/>
              <p:nvPr/>
            </p:nvSpPr>
            <p:spPr>
              <a:xfrm>
                <a:off x="7101483" y="2717376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CA0FC3E-943E-0A61-D7E9-FDD61029C8BC}"/>
                  </a:ext>
                </a:extLst>
              </p:cNvPr>
              <p:cNvGrpSpPr/>
              <p:nvPr/>
            </p:nvGrpSpPr>
            <p:grpSpPr>
              <a:xfrm>
                <a:off x="8759732" y="2801768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F828D6F2-310F-F1FD-51E7-3805A9216EF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">
                  <a:extLst>
                    <a:ext uri="{FF2B5EF4-FFF2-40B4-BE49-F238E27FC236}">
                      <a16:creationId xmlns:a16="http://schemas.microsoft.com/office/drawing/2014/main" id="{21B3B90F-43C0-65DA-0F17-53025F9894A9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DC031D2-A974-B625-F47E-F2FBDE608C0E}"/>
                  </a:ext>
                </a:extLst>
              </p:cNvPr>
              <p:cNvGrpSpPr/>
              <p:nvPr/>
            </p:nvGrpSpPr>
            <p:grpSpPr>
              <a:xfrm>
                <a:off x="10158086" y="2801768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60E63CFC-A2D1-ADB6-67C0-34F76371F4E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Rounded Corners 4">
                  <a:extLst>
                    <a:ext uri="{FF2B5EF4-FFF2-40B4-BE49-F238E27FC236}">
                      <a16:creationId xmlns:a16="http://schemas.microsoft.com/office/drawing/2014/main" id="{AAB2B69B-3C9A-F89E-F426-606F23E2362D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2267E3FA-A49B-A680-91CD-1A3B9B1E6CA7}"/>
                  </a:ext>
                </a:extLst>
              </p:cNvPr>
              <p:cNvGrpSpPr/>
              <p:nvPr/>
            </p:nvGrpSpPr>
            <p:grpSpPr>
              <a:xfrm>
                <a:off x="7141653" y="2807785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6678CDB8-F76D-73AD-6FD5-24CB9E069DC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FE1C020B-4B49-35D5-87DC-2AA8FACDFAAC}"/>
                    </a:ext>
                  </a:extLst>
                </p:cNvPr>
                <p:cNvSpPr txBox="1"/>
                <p:nvPr/>
              </p:nvSpPr>
              <p:spPr>
                <a:xfrm>
                  <a:off x="1252441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EB9E5A2-7BB0-2637-4276-C02782BEFE9D}"/>
                </a:ext>
              </a:extLst>
            </p:cNvPr>
            <p:cNvGrpSpPr/>
            <p:nvPr/>
          </p:nvGrpSpPr>
          <p:grpSpPr>
            <a:xfrm>
              <a:off x="8686989" y="1995503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1301A128-B42E-B03D-9614-3CECC43533A6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4" name="Rectangle: Rounded Corners 4">
                <a:extLst>
                  <a:ext uri="{FF2B5EF4-FFF2-40B4-BE49-F238E27FC236}">
                    <a16:creationId xmlns:a16="http://schemas.microsoft.com/office/drawing/2014/main" id="{53DD6D5A-3EC6-E103-613C-B7D0F41B8454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8DC903B-338D-689F-9A09-CCF136DB65DD}"/>
              </a:ext>
            </a:extLst>
          </p:cNvPr>
          <p:cNvGrpSpPr/>
          <p:nvPr/>
        </p:nvGrpSpPr>
        <p:grpSpPr>
          <a:xfrm>
            <a:off x="349261" y="4173264"/>
            <a:ext cx="4746183" cy="1265917"/>
            <a:chOff x="394526" y="4309059"/>
            <a:chExt cx="4746183" cy="1265917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ABAC565-0E9A-E0FE-18BF-ADF68E3DCE7C}"/>
                </a:ext>
              </a:extLst>
            </p:cNvPr>
            <p:cNvGrpSpPr/>
            <p:nvPr/>
          </p:nvGrpSpPr>
          <p:grpSpPr>
            <a:xfrm>
              <a:off x="394526" y="4339882"/>
              <a:ext cx="4746183" cy="1235094"/>
              <a:chOff x="179404" y="4358543"/>
              <a:chExt cx="4746183" cy="12350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E627D31-DF97-EA1C-2836-4845249B80A1}"/>
                  </a:ext>
                </a:extLst>
              </p:cNvPr>
              <p:cNvGrpSpPr/>
              <p:nvPr/>
            </p:nvGrpSpPr>
            <p:grpSpPr>
              <a:xfrm>
                <a:off x="411300" y="4358543"/>
                <a:ext cx="3824291" cy="561087"/>
                <a:chOff x="1159467" y="892336"/>
                <a:chExt cx="1960003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FDB6DBED-9B69-6226-F86D-5587B19C124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1960003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9FD86BF6-72DF-BA40-907C-A2D4374F7892}"/>
                    </a:ext>
                  </a:extLst>
                </p:cNvPr>
                <p:cNvSpPr txBox="1"/>
                <p:nvPr/>
              </p:nvSpPr>
              <p:spPr>
                <a:xfrm>
                  <a:off x="1202696" y="1067248"/>
                  <a:ext cx="1888227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node3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30DA2EF8-F1EC-9B3B-5859-AACBD947098E}"/>
                  </a:ext>
                </a:extLst>
              </p:cNvPr>
              <p:cNvSpPr/>
              <p:nvPr/>
            </p:nvSpPr>
            <p:spPr>
              <a:xfrm>
                <a:off x="179404" y="502638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4AB9750E-2218-7809-CCC0-817F2BCA0778}"/>
                  </a:ext>
                </a:extLst>
              </p:cNvPr>
              <p:cNvGrpSpPr/>
              <p:nvPr/>
            </p:nvGrpSpPr>
            <p:grpSpPr>
              <a:xfrm>
                <a:off x="1837653" y="511078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A634BD77-0999-4C7C-4AF6-EF6BCE58965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4">
                  <a:extLst>
                    <a:ext uri="{FF2B5EF4-FFF2-40B4-BE49-F238E27FC236}">
                      <a16:creationId xmlns:a16="http://schemas.microsoft.com/office/drawing/2014/main" id="{9B0D610E-5AF9-9BB8-211A-7C79168DB74A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E3B0DAC-A134-18DF-06FB-209021769905}"/>
                  </a:ext>
                </a:extLst>
              </p:cNvPr>
              <p:cNvGrpSpPr/>
              <p:nvPr/>
            </p:nvGrpSpPr>
            <p:grpSpPr>
              <a:xfrm>
                <a:off x="3236007" y="511078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C4D24D64-DC6F-D29B-9E83-7DA77660EE6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: Rounded Corners 4">
                  <a:extLst>
                    <a:ext uri="{FF2B5EF4-FFF2-40B4-BE49-F238E27FC236}">
                      <a16:creationId xmlns:a16="http://schemas.microsoft.com/office/drawing/2014/main" id="{2F30E106-E0D7-AA9A-1729-61438577FEBC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9AED2522-54AB-CF08-52EB-5F4A08D03B44}"/>
                  </a:ext>
                </a:extLst>
              </p:cNvPr>
              <p:cNvGrpSpPr/>
              <p:nvPr/>
            </p:nvGrpSpPr>
            <p:grpSpPr>
              <a:xfrm>
                <a:off x="219574" y="511679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7EA5F6D6-2AF9-DED1-5FD9-E162018DE97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: Rounded Corners 4">
                  <a:extLst>
                    <a:ext uri="{FF2B5EF4-FFF2-40B4-BE49-F238E27FC236}">
                      <a16:creationId xmlns:a16="http://schemas.microsoft.com/office/drawing/2014/main" id="{B6A6C6DD-45FF-DF33-FA8F-4A701E15CB57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AEA9A88C-B815-895B-221E-851AC1AD66AC}"/>
                </a:ext>
              </a:extLst>
            </p:cNvPr>
            <p:cNvGrpSpPr/>
            <p:nvPr/>
          </p:nvGrpSpPr>
          <p:grpSpPr>
            <a:xfrm>
              <a:off x="2052775" y="4309059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92ECBE48-1677-66E9-7930-D23167F15F0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1" name="Rectangle: Rounded Corners 4">
                <a:extLst>
                  <a:ext uri="{FF2B5EF4-FFF2-40B4-BE49-F238E27FC236}">
                    <a16:creationId xmlns:a16="http://schemas.microsoft.com/office/drawing/2014/main" id="{F6AF0562-5B0E-A996-0EA0-3A75AC8FDFFE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0x550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590F73A-0E79-6D2D-150E-5669F5B0776B}"/>
              </a:ext>
            </a:extLst>
          </p:cNvPr>
          <p:cNvGrpSpPr/>
          <p:nvPr/>
        </p:nvGrpSpPr>
        <p:grpSpPr>
          <a:xfrm>
            <a:off x="6383779" y="5296561"/>
            <a:ext cx="4746183" cy="1277433"/>
            <a:chOff x="6383779" y="5296561"/>
            <a:chExt cx="4746183" cy="127743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D2CC5D0-C7C8-D2C0-F826-4EF10D89D817}"/>
                </a:ext>
              </a:extLst>
            </p:cNvPr>
            <p:cNvGrpSpPr/>
            <p:nvPr/>
          </p:nvGrpSpPr>
          <p:grpSpPr>
            <a:xfrm>
              <a:off x="6383779" y="5332232"/>
              <a:ext cx="4746183" cy="1241762"/>
              <a:chOff x="5702644" y="5304239"/>
              <a:chExt cx="4746183" cy="124176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52CA959-1694-F006-A4CE-CADDCDAF2C9E}"/>
                  </a:ext>
                </a:extLst>
              </p:cNvPr>
              <p:cNvGrpSpPr/>
              <p:nvPr/>
            </p:nvGrpSpPr>
            <p:grpSpPr>
              <a:xfrm>
                <a:off x="5931460" y="5304239"/>
                <a:ext cx="3744384" cy="561087"/>
                <a:chOff x="1159467" y="892336"/>
                <a:chExt cx="19190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5835860B-9D24-B416-0D98-EF842E16509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19190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: Rounded Corners 4">
                  <a:extLst>
                    <a:ext uri="{FF2B5EF4-FFF2-40B4-BE49-F238E27FC236}">
                      <a16:creationId xmlns:a16="http://schemas.microsoft.com/office/drawing/2014/main" id="{9D452FB5-E3A3-38AB-A703-E33FD51FFC8C}"/>
                    </a:ext>
                  </a:extLst>
                </p:cNvPr>
                <p:cNvSpPr txBox="1"/>
                <p:nvPr/>
              </p:nvSpPr>
              <p:spPr>
                <a:xfrm>
                  <a:off x="1202696" y="1067248"/>
                  <a:ext cx="1848774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node4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D247BC2C-E5DF-47E0-5598-B6089C2A56DF}"/>
                  </a:ext>
                </a:extLst>
              </p:cNvPr>
              <p:cNvSpPr/>
              <p:nvPr/>
            </p:nvSpPr>
            <p:spPr>
              <a:xfrm>
                <a:off x="5702644" y="5978753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F056BDA0-42CA-8BC2-A00F-F380DFECF601}"/>
                  </a:ext>
                </a:extLst>
              </p:cNvPr>
              <p:cNvGrpSpPr/>
              <p:nvPr/>
            </p:nvGrpSpPr>
            <p:grpSpPr>
              <a:xfrm>
                <a:off x="7360893" y="6063145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F4A7504F-3098-AD57-2D4E-7191DECAAB0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4">
                  <a:extLst>
                    <a:ext uri="{FF2B5EF4-FFF2-40B4-BE49-F238E27FC236}">
                      <a16:creationId xmlns:a16="http://schemas.microsoft.com/office/drawing/2014/main" id="{0EAEDD97-177E-4B17-627F-AFDCAC6B6E45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A48156E2-26F7-2381-4F18-9F62A6F2335E}"/>
                  </a:ext>
                </a:extLst>
              </p:cNvPr>
              <p:cNvGrpSpPr/>
              <p:nvPr/>
            </p:nvGrpSpPr>
            <p:grpSpPr>
              <a:xfrm>
                <a:off x="8759247" y="6063145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C4D11B3E-DBFA-F373-55BF-DDE6377210D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4">
                  <a:extLst>
                    <a:ext uri="{FF2B5EF4-FFF2-40B4-BE49-F238E27FC236}">
                      <a16:creationId xmlns:a16="http://schemas.microsoft.com/office/drawing/2014/main" id="{5EB8DC80-DCF3-1470-D174-2EC497086556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48866FD8-E261-56A0-FD61-5FD2AE5E1385}"/>
                  </a:ext>
                </a:extLst>
              </p:cNvPr>
              <p:cNvGrpSpPr/>
              <p:nvPr/>
            </p:nvGrpSpPr>
            <p:grpSpPr>
              <a:xfrm>
                <a:off x="5742814" y="6069162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2BD79BBF-4B29-562C-A061-0BF303507DD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tangle: Rounded Corners 4">
                  <a:extLst>
                    <a:ext uri="{FF2B5EF4-FFF2-40B4-BE49-F238E27FC236}">
                      <a16:creationId xmlns:a16="http://schemas.microsoft.com/office/drawing/2014/main" id="{9D7FF184-08D3-9AF4-9919-518F990516A6}"/>
                    </a:ext>
                  </a:extLst>
                </p:cNvPr>
                <p:cNvSpPr txBox="1"/>
                <p:nvPr/>
              </p:nvSpPr>
              <p:spPr>
                <a:xfrm>
                  <a:off x="1252441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E6F10F9-BDE6-9EF3-EBDB-AF5089ED544C}"/>
                </a:ext>
              </a:extLst>
            </p:cNvPr>
            <p:cNvGrpSpPr/>
            <p:nvPr/>
          </p:nvGrpSpPr>
          <p:grpSpPr>
            <a:xfrm>
              <a:off x="8077725" y="529656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D928EB49-7A0D-208E-F87E-A749B24D910C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8" name="Rectangle: Rounded Corners 4">
                <a:extLst>
                  <a:ext uri="{FF2B5EF4-FFF2-40B4-BE49-F238E27FC236}">
                    <a16:creationId xmlns:a16="http://schemas.microsoft.com/office/drawing/2014/main" id="{541B3777-4D19-4F73-2CEF-A8085A8A1698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</a:t>
                </a: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15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076F609-D9B6-BAB2-74D7-8F956C05E7EA}"/>
              </a:ext>
            </a:extLst>
          </p:cNvPr>
          <p:cNvGrpSpPr/>
          <p:nvPr/>
        </p:nvGrpSpPr>
        <p:grpSpPr>
          <a:xfrm>
            <a:off x="240336" y="160309"/>
            <a:ext cx="17699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4E0CA9A6-CEED-ED19-9B8F-78FFB7C8C0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F48EDC0B-4ED4-AAEF-C48E-1A0D876B2433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D9C71AC-0A22-E368-6146-E2EEBDC22B48}"/>
              </a:ext>
            </a:extLst>
          </p:cNvPr>
          <p:cNvGrpSpPr/>
          <p:nvPr/>
        </p:nvGrpSpPr>
        <p:grpSpPr>
          <a:xfrm>
            <a:off x="491734" y="70702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361DD6BD-18B3-0137-CA3D-598A9A721C8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5DBBCCDE-D48A-A09D-1801-FCF086953D5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760E89C-0DB1-C3DE-6A28-EA6B2D3446BF}"/>
              </a:ext>
            </a:extLst>
          </p:cNvPr>
          <p:cNvGrpSpPr/>
          <p:nvPr/>
        </p:nvGrpSpPr>
        <p:grpSpPr>
          <a:xfrm rot="3113518">
            <a:off x="1787370" y="1087446"/>
            <a:ext cx="837364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BC3D70C1-A59C-9F87-4E61-5B77447A7B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Arrow: Right 148">
              <a:extLst>
                <a:ext uri="{FF2B5EF4-FFF2-40B4-BE49-F238E27FC236}">
                  <a16:creationId xmlns:a16="http://schemas.microsoft.com/office/drawing/2014/main" id="{9E3700D4-E70C-6718-F7C0-A5BF38AF78ED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5D50206-74C0-FF22-AF73-227854BC8983}"/>
              </a:ext>
            </a:extLst>
          </p:cNvPr>
          <p:cNvGrpSpPr/>
          <p:nvPr/>
        </p:nvGrpSpPr>
        <p:grpSpPr>
          <a:xfrm>
            <a:off x="4233067" y="2778737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13706C79-A6E1-BCCC-CACE-1EEF1E69913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88469CA6-319E-A9AF-4EE6-7E9357FA08F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87AEC1A-F20F-F658-A109-A8C4C6816F90}"/>
              </a:ext>
            </a:extLst>
          </p:cNvPr>
          <p:cNvGrpSpPr/>
          <p:nvPr/>
        </p:nvGrpSpPr>
        <p:grpSpPr>
          <a:xfrm>
            <a:off x="1213006" y="2772841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EAF3B19D-93BC-332E-0920-9A0E26A3F19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9" name="Rectangle: Rounded Corners 4">
              <a:extLst>
                <a:ext uri="{FF2B5EF4-FFF2-40B4-BE49-F238E27FC236}">
                  <a16:creationId xmlns:a16="http://schemas.microsoft.com/office/drawing/2014/main" id="{22039E4A-07C0-858F-29F4-9674A95918A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25B1017-7FA6-FC72-28E2-8C2ECB8EF207}"/>
              </a:ext>
            </a:extLst>
          </p:cNvPr>
          <p:cNvGrpSpPr/>
          <p:nvPr/>
        </p:nvGrpSpPr>
        <p:grpSpPr>
          <a:xfrm>
            <a:off x="4740788" y="1765424"/>
            <a:ext cx="2384498" cy="410205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7CB36FE-0899-BCFA-8B19-FE22D51396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Arrow: Right 162">
              <a:extLst>
                <a:ext uri="{FF2B5EF4-FFF2-40B4-BE49-F238E27FC236}">
                  <a16:creationId xmlns:a16="http://schemas.microsoft.com/office/drawing/2014/main" id="{1F79886D-AC1A-5C75-18D7-99F232466590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70DA7EB-893A-BA2B-A827-474FA179ABA2}"/>
              </a:ext>
            </a:extLst>
          </p:cNvPr>
          <p:cNvGrpSpPr/>
          <p:nvPr/>
        </p:nvGrpSpPr>
        <p:grpSpPr>
          <a:xfrm>
            <a:off x="10835365" y="2847640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ACCD175F-1246-D2D4-1C54-7DB7E67C5E5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7" name="Rectangle: Rounded Corners 4">
              <a:extLst>
                <a:ext uri="{FF2B5EF4-FFF2-40B4-BE49-F238E27FC236}">
                  <a16:creationId xmlns:a16="http://schemas.microsoft.com/office/drawing/2014/main" id="{4F55F1FC-AAA0-56CD-370E-6C25E11A1E2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16DD8E9-9677-591B-3AD0-D5754106B657}"/>
              </a:ext>
            </a:extLst>
          </p:cNvPr>
          <p:cNvGrpSpPr/>
          <p:nvPr/>
        </p:nvGrpSpPr>
        <p:grpSpPr>
          <a:xfrm rot="9197664">
            <a:off x="4394126" y="3637078"/>
            <a:ext cx="2779836" cy="399289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4B4B0F34-715A-7C9D-E552-3155550B38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Arrow: Right 169">
              <a:extLst>
                <a:ext uri="{FF2B5EF4-FFF2-40B4-BE49-F238E27FC236}">
                  <a16:creationId xmlns:a16="http://schemas.microsoft.com/office/drawing/2014/main" id="{E57E6B8C-AD37-0BBF-A681-3CD176A449D7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2D1FC3D9-9D2E-6D66-F18B-29550BC8BF6B}"/>
              </a:ext>
            </a:extLst>
          </p:cNvPr>
          <p:cNvGrpSpPr/>
          <p:nvPr/>
        </p:nvGrpSpPr>
        <p:grpSpPr>
          <a:xfrm>
            <a:off x="7843483" y="2859989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536D32AB-8585-110E-FE41-1F40E14C2D0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4" name="Rectangle: Rounded Corners 4">
              <a:extLst>
                <a:ext uri="{FF2B5EF4-FFF2-40B4-BE49-F238E27FC236}">
                  <a16:creationId xmlns:a16="http://schemas.microsoft.com/office/drawing/2014/main" id="{0B060B31-1936-8452-114A-1E82DE30B88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28F9677-262F-716F-2D47-3A6874154BEE}"/>
              </a:ext>
            </a:extLst>
          </p:cNvPr>
          <p:cNvGrpSpPr/>
          <p:nvPr/>
        </p:nvGrpSpPr>
        <p:grpSpPr>
          <a:xfrm rot="10800000">
            <a:off x="5218386" y="2233673"/>
            <a:ext cx="1940694" cy="392074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4588442-441B-1741-6661-75E6CA97C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385991BE-7348-94C2-968B-B4EF3A5CC6C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0A60AA8-78E6-093C-E637-86B0E04DCC06}"/>
              </a:ext>
            </a:extLst>
          </p:cNvPr>
          <p:cNvGrpSpPr/>
          <p:nvPr/>
        </p:nvGrpSpPr>
        <p:grpSpPr>
          <a:xfrm>
            <a:off x="4076309" y="5032842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E8F59CFA-6CF9-07F5-FDDA-6929EB3C5C4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1" name="Rectangle: Rounded Corners 4">
              <a:extLst>
                <a:ext uri="{FF2B5EF4-FFF2-40B4-BE49-F238E27FC236}">
                  <a16:creationId xmlns:a16="http://schemas.microsoft.com/office/drawing/2014/main" id="{1C32A552-3974-D814-B9B2-439F9A30D30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3FE780B-B36F-4716-9E48-1E529C0ED588}"/>
              </a:ext>
            </a:extLst>
          </p:cNvPr>
          <p:cNvGrpSpPr/>
          <p:nvPr/>
        </p:nvGrpSpPr>
        <p:grpSpPr>
          <a:xfrm rot="1223365">
            <a:off x="5216037" y="5127928"/>
            <a:ext cx="1332263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B53ED72B-4FB3-E22A-5C36-D6E57DB50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Arrow: Right 183">
              <a:extLst>
                <a:ext uri="{FF2B5EF4-FFF2-40B4-BE49-F238E27FC236}">
                  <a16:creationId xmlns:a16="http://schemas.microsoft.com/office/drawing/2014/main" id="{31B01156-7B7C-1805-D133-F36BAAF56A34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2FEE5CA-1BB2-2AFE-8DEF-8079AF046B9A}"/>
              </a:ext>
            </a:extLst>
          </p:cNvPr>
          <p:cNvGrpSpPr/>
          <p:nvPr/>
        </p:nvGrpSpPr>
        <p:grpSpPr>
          <a:xfrm>
            <a:off x="1065201" y="5025079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67320F69-05D5-087E-E889-C947AB5A2A8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8" name="Rectangle: Rounded Corners 4">
              <a:extLst>
                <a:ext uri="{FF2B5EF4-FFF2-40B4-BE49-F238E27FC236}">
                  <a16:creationId xmlns:a16="http://schemas.microsoft.com/office/drawing/2014/main" id="{79B27162-6D19-7C50-FBB5-0FE93CC91777}"/>
                </a:ext>
              </a:extLst>
            </p:cNvPr>
            <p:cNvSpPr txBox="1"/>
            <p:nvPr/>
          </p:nvSpPr>
          <p:spPr>
            <a:xfrm>
              <a:off x="1202637" y="1108731"/>
              <a:ext cx="2022420" cy="1051979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17CC68DE-9F35-0BFB-180C-A63BFF3CE090}"/>
              </a:ext>
            </a:extLst>
          </p:cNvPr>
          <p:cNvGrpSpPr/>
          <p:nvPr/>
        </p:nvGrpSpPr>
        <p:grpSpPr>
          <a:xfrm rot="20043504">
            <a:off x="4845221" y="3938090"/>
            <a:ext cx="2779836" cy="399289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721F716-7A70-3FB6-2A4E-C46F26F845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Arrow: Right 190">
              <a:extLst>
                <a:ext uri="{FF2B5EF4-FFF2-40B4-BE49-F238E27FC236}">
                  <a16:creationId xmlns:a16="http://schemas.microsoft.com/office/drawing/2014/main" id="{84CD458E-53A3-5E07-ED62-B1B27824CA0B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0F9643E0-0AA5-C8F4-858F-A76D8B11ACC3}"/>
              </a:ext>
            </a:extLst>
          </p:cNvPr>
          <p:cNvGrpSpPr/>
          <p:nvPr/>
        </p:nvGrpSpPr>
        <p:grpSpPr>
          <a:xfrm>
            <a:off x="10117522" y="6141132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822174E7-A7C5-62B6-95E1-9320A98035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5" name="Rectangle: Rounded Corners 4">
              <a:extLst>
                <a:ext uri="{FF2B5EF4-FFF2-40B4-BE49-F238E27FC236}">
                  <a16:creationId xmlns:a16="http://schemas.microsoft.com/office/drawing/2014/main" id="{5AE611F7-076E-9552-5662-0E683F6FCA5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BA1AA9C4-8C5D-E12E-35C9-CF815ECF2FD7}"/>
              </a:ext>
            </a:extLst>
          </p:cNvPr>
          <p:cNvGrpSpPr/>
          <p:nvPr/>
        </p:nvGrpSpPr>
        <p:grpSpPr>
          <a:xfrm>
            <a:off x="7125286" y="6156915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57AFF462-5A7D-4377-6F0A-73BBD2A03DB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C147E469-2D82-B0C6-F6DB-EE0FEB6C169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F88FA42-767A-C636-C57A-4D754B6FB1C4}"/>
              </a:ext>
            </a:extLst>
          </p:cNvPr>
          <p:cNvGrpSpPr/>
          <p:nvPr/>
        </p:nvGrpSpPr>
        <p:grpSpPr>
          <a:xfrm rot="11898431">
            <a:off x="5049175" y="5661929"/>
            <a:ext cx="1332263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D59A58B9-2052-177D-1942-DE411BAC27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Arrow: Right 201">
              <a:extLst>
                <a:ext uri="{FF2B5EF4-FFF2-40B4-BE49-F238E27FC236}">
                  <a16:creationId xmlns:a16="http://schemas.microsoft.com/office/drawing/2014/main" id="{52C59B69-1976-BE08-8CEA-152419B0D992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0708682-C3FE-301B-212D-D8D88846CF28}"/>
              </a:ext>
            </a:extLst>
          </p:cNvPr>
          <p:cNvGrpSpPr/>
          <p:nvPr/>
        </p:nvGrpSpPr>
        <p:grpSpPr>
          <a:xfrm>
            <a:off x="10610379" y="4182158"/>
            <a:ext cx="14330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05" name="Rectangle: Rounded Corners 204">
              <a:extLst>
                <a:ext uri="{FF2B5EF4-FFF2-40B4-BE49-F238E27FC236}">
                  <a16:creationId xmlns:a16="http://schemas.microsoft.com/office/drawing/2014/main" id="{F6A4AE45-40BA-6166-16B8-38E4D68AD9A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206" name="Rectangle: Rounded Corners 4">
              <a:extLst>
                <a:ext uri="{FF2B5EF4-FFF2-40B4-BE49-F238E27FC236}">
                  <a16:creationId xmlns:a16="http://schemas.microsoft.com/office/drawing/2014/main" id="{BDB75B5B-1FAB-7163-6853-715CF12F5E7C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BBB3D1B-2FF4-9A58-7A54-D16B40F33303}"/>
              </a:ext>
            </a:extLst>
          </p:cNvPr>
          <p:cNvGrpSpPr/>
          <p:nvPr/>
        </p:nvGrpSpPr>
        <p:grpSpPr>
          <a:xfrm rot="9544434">
            <a:off x="10475818" y="5175084"/>
            <a:ext cx="1052869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E2F6BBFD-5336-DEBD-8285-038E653517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Arrow: Right 208">
              <a:extLst>
                <a:ext uri="{FF2B5EF4-FFF2-40B4-BE49-F238E27FC236}">
                  <a16:creationId xmlns:a16="http://schemas.microsoft.com/office/drawing/2014/main" id="{8D1A482F-D516-71CD-CC11-22061452E705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6501DCFE-E4C0-16B7-1403-6D3C78CA755C}"/>
              </a:ext>
            </a:extLst>
          </p:cNvPr>
          <p:cNvGrpSpPr/>
          <p:nvPr/>
        </p:nvGrpSpPr>
        <p:grpSpPr>
          <a:xfrm>
            <a:off x="10668744" y="4732026"/>
            <a:ext cx="130320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348366D4-3F1A-0F72-38DE-B8F4D0BB02C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2" name="Rectangle: Rounded Corners 4">
              <a:extLst>
                <a:ext uri="{FF2B5EF4-FFF2-40B4-BE49-F238E27FC236}">
                  <a16:creationId xmlns:a16="http://schemas.microsoft.com/office/drawing/2014/main" id="{81CC0D6F-457F-1E6C-7DB4-990B49C31799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54DD89E-4EF2-02FF-6FB4-54F1EF014A19}"/>
              </a:ext>
            </a:extLst>
          </p:cNvPr>
          <p:cNvSpPr/>
          <p:nvPr/>
        </p:nvSpPr>
        <p:spPr>
          <a:xfrm>
            <a:off x="2251249" y="102420"/>
            <a:ext cx="750091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C1466-0F6A-9D5C-A013-14AF5DA2E4FF}"/>
              </a:ext>
            </a:extLst>
          </p:cNvPr>
          <p:cNvSpPr/>
          <p:nvPr/>
        </p:nvSpPr>
        <p:spPr>
          <a:xfrm>
            <a:off x="3070130" y="104095"/>
            <a:ext cx="409732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85EC8B-B7E1-F9CA-F075-140F4353DF53}"/>
              </a:ext>
            </a:extLst>
          </p:cNvPr>
          <p:cNvSpPr/>
          <p:nvPr/>
        </p:nvSpPr>
        <p:spPr>
          <a:xfrm>
            <a:off x="3543558" y="117409"/>
            <a:ext cx="2300154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Node *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E06742">
                    <a:lumMod val="50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=Head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5E922B-9B11-2DC5-920C-B306B06F2A03}"/>
              </a:ext>
            </a:extLst>
          </p:cNvPr>
          <p:cNvSpPr/>
          <p:nvPr/>
        </p:nvSpPr>
        <p:spPr>
          <a:xfrm>
            <a:off x="5905652" y="127424"/>
            <a:ext cx="1805731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>
                <a:solidFill>
                  <a:srgbClr val="000000"/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 != </a:t>
            </a:r>
            <a:r>
              <a:rPr lang="en-US" sz="2800" b="1" kern="0" dirty="0" err="1">
                <a:solidFill>
                  <a:srgbClr val="000000"/>
                </a:solidFill>
                <a:latin typeface="Franklin Gothic Book"/>
              </a:rPr>
              <a:t>nullptr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CEC190-5EB9-8F11-F216-620FFF9D3F5F}"/>
              </a:ext>
            </a:extLst>
          </p:cNvPr>
          <p:cNvSpPr/>
          <p:nvPr/>
        </p:nvSpPr>
        <p:spPr>
          <a:xfrm>
            <a:off x="9638316" y="138208"/>
            <a:ext cx="409732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343051-8D9D-C7E5-FF25-BD7FD22681FE}"/>
              </a:ext>
            </a:extLst>
          </p:cNvPr>
          <p:cNvSpPr/>
          <p:nvPr/>
        </p:nvSpPr>
        <p:spPr>
          <a:xfrm>
            <a:off x="7773323" y="129955"/>
            <a:ext cx="1805731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=</a:t>
            </a:r>
            <a:r>
              <a:rPr lang="en-US" sz="2800" b="1" kern="0" dirty="0" err="1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i</a:t>
            </a:r>
            <a:r>
              <a:rPr lang="en-US" sz="2800" b="1" kern="0" dirty="0">
                <a:solidFill>
                  <a:srgbClr val="E06742">
                    <a:lumMod val="50000"/>
                  </a:srgbClr>
                </a:solidFill>
                <a:latin typeface="Franklin Gothic Book"/>
              </a:rPr>
              <a:t>-&gt;next;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E06742">
                  <a:lumMod val="50000"/>
                </a:srgbClr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8AF71D-6BA3-8100-8838-8410198F4B69}"/>
              </a:ext>
            </a:extLst>
          </p:cNvPr>
          <p:cNvSpPr/>
          <p:nvPr/>
        </p:nvSpPr>
        <p:spPr>
          <a:xfrm>
            <a:off x="5275555" y="637717"/>
            <a:ext cx="2445490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cin&gt;&gt;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-&gt;data;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EA71795-8BDD-0FC4-383D-21B87F1E2D90}"/>
              </a:ext>
            </a:extLst>
          </p:cNvPr>
          <p:cNvGrpSpPr/>
          <p:nvPr/>
        </p:nvGrpSpPr>
        <p:grpSpPr>
          <a:xfrm>
            <a:off x="9766154" y="659368"/>
            <a:ext cx="2068675" cy="624911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DAC1ED6-6473-58AC-C335-4F5E818397D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solidFill>
              <a:srgbClr val="FFC000"/>
            </a:solidFill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9BEDCDC3-777B-EE2F-969B-ED83A170AEC8}"/>
                </a:ext>
              </a:extLst>
            </p:cNvPr>
            <p:cNvSpPr txBox="1"/>
            <p:nvPr/>
          </p:nvSpPr>
          <p:spPr>
            <a:xfrm>
              <a:off x="1202695" y="1067248"/>
              <a:ext cx="2066722" cy="1051982"/>
            </a:xfrm>
            <a:prstGeom prst="rect">
              <a:avLst/>
            </a:prstGeom>
            <a:solidFill>
              <a:srgbClr val="FFC000"/>
            </a:solidFill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4000" b="1" kern="1200" dirty="0">
                  <a:solidFill>
                    <a:srgbClr val="FF0000"/>
                  </a:solidFill>
                </a:rPr>
                <a:t> i: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C6812C-480D-F23E-0156-7C94C3625BB4}"/>
              </a:ext>
            </a:extLst>
          </p:cNvPr>
          <p:cNvGrpSpPr/>
          <p:nvPr/>
        </p:nvGrpSpPr>
        <p:grpSpPr>
          <a:xfrm>
            <a:off x="10359221" y="880160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C9E5B76-105D-EFFF-9676-DBF7FD3FD98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5AD249A4-2BD9-2196-914D-FF465BCC028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D4CB9-27EA-F5E4-9B6D-C72132666B35}"/>
              </a:ext>
            </a:extLst>
          </p:cNvPr>
          <p:cNvGrpSpPr/>
          <p:nvPr/>
        </p:nvGrpSpPr>
        <p:grpSpPr>
          <a:xfrm>
            <a:off x="2910804" y="2714438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6A2BA76-269F-75C0-7DC1-D53EB040618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99600FBD-FEE8-D610-04B0-BC10991E323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5998D61-2993-7DFF-036F-AE264E65AE15}"/>
              </a:ext>
            </a:extLst>
          </p:cNvPr>
          <p:cNvGrpSpPr/>
          <p:nvPr/>
        </p:nvGrpSpPr>
        <p:grpSpPr>
          <a:xfrm>
            <a:off x="10369481" y="880990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40E89A6-3EEA-0045-F8AA-50F97A8B64F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FFBA8D03-585A-0AB1-F712-E94A2B003E6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98DAA88-D34D-E74E-9966-1B851683C3B7}"/>
              </a:ext>
            </a:extLst>
          </p:cNvPr>
          <p:cNvGrpSpPr/>
          <p:nvPr/>
        </p:nvGrpSpPr>
        <p:grpSpPr>
          <a:xfrm>
            <a:off x="9549060" y="2813001"/>
            <a:ext cx="58774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D9B1653-F09A-4319-81F6-580722CC53A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C6C458BF-28EC-1D53-4043-5A1ECBD9C06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15612F2-CEEF-EA84-9CD3-F8528F994458}"/>
              </a:ext>
            </a:extLst>
          </p:cNvPr>
          <p:cNvGrpSpPr/>
          <p:nvPr/>
        </p:nvGrpSpPr>
        <p:grpSpPr>
          <a:xfrm>
            <a:off x="10358151" y="873674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09FE9DD-B8A5-85E8-951B-C150A3D58BB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8" name="Rectangle: Rounded Corners 4">
              <a:extLst>
                <a:ext uri="{FF2B5EF4-FFF2-40B4-BE49-F238E27FC236}">
                  <a16:creationId xmlns:a16="http://schemas.microsoft.com/office/drawing/2014/main" id="{2B35CDAF-4B75-1EB5-463D-727673C3D40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0x550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6FCCBD3-581F-193F-C282-A00C7130102E}"/>
              </a:ext>
            </a:extLst>
          </p:cNvPr>
          <p:cNvGrpSpPr/>
          <p:nvPr/>
        </p:nvGrpSpPr>
        <p:grpSpPr>
          <a:xfrm>
            <a:off x="2792781" y="4955122"/>
            <a:ext cx="58774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1CB0BC5-B749-29C9-676F-A7AAEC2DAE5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8" name="Rectangle: Rounded Corners 4">
              <a:extLst>
                <a:ext uri="{FF2B5EF4-FFF2-40B4-BE49-F238E27FC236}">
                  <a16:creationId xmlns:a16="http://schemas.microsoft.com/office/drawing/2014/main" id="{CCA937BF-2DDD-D580-3CEE-E4E9E8CA482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7B1E25E-BC19-63A0-AC03-C40A395A494A}"/>
              </a:ext>
            </a:extLst>
          </p:cNvPr>
          <p:cNvGrpSpPr/>
          <p:nvPr/>
        </p:nvGrpSpPr>
        <p:grpSpPr>
          <a:xfrm>
            <a:off x="10373619" y="871956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398B8A27-6595-5641-C86B-9769A9291FA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1" name="Rectangle: Rounded Corners 4">
              <a:extLst>
                <a:ext uri="{FF2B5EF4-FFF2-40B4-BE49-F238E27FC236}">
                  <a16:creationId xmlns:a16="http://schemas.microsoft.com/office/drawing/2014/main" id="{0F4C5F7B-F88B-76AA-4C91-6FBD545426D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FEA6C35-84BB-F4C0-3032-0085DCC3681A}"/>
              </a:ext>
            </a:extLst>
          </p:cNvPr>
          <p:cNvGrpSpPr/>
          <p:nvPr/>
        </p:nvGrpSpPr>
        <p:grpSpPr>
          <a:xfrm>
            <a:off x="8825236" y="6094510"/>
            <a:ext cx="58774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FD4E2E3D-C703-3DCA-BEFA-39AC3EF5B34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7" name="Rectangle: Rounded Corners 4">
              <a:extLst>
                <a:ext uri="{FF2B5EF4-FFF2-40B4-BE49-F238E27FC236}">
                  <a16:creationId xmlns:a16="http://schemas.microsoft.com/office/drawing/2014/main" id="{B90EA068-5E4E-AEC5-C5F2-EA965BE3AA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2A92F08-509E-65E6-65BC-0DB510526AC3}"/>
              </a:ext>
            </a:extLst>
          </p:cNvPr>
          <p:cNvGrpSpPr/>
          <p:nvPr/>
        </p:nvGrpSpPr>
        <p:grpSpPr>
          <a:xfrm>
            <a:off x="10362343" y="869460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6CD6731E-C72E-D2A7-9A3E-6749A8EC440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0" name="Rectangle: Rounded Corners 4">
              <a:extLst>
                <a:ext uri="{FF2B5EF4-FFF2-40B4-BE49-F238E27FC236}">
                  <a16:creationId xmlns:a16="http://schemas.microsoft.com/office/drawing/2014/main" id="{B43AC19C-3F63-2862-A129-499332B303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D65151D3-6297-D7DC-2645-FED9E1758D74}"/>
              </a:ext>
            </a:extLst>
          </p:cNvPr>
          <p:cNvSpPr/>
          <p:nvPr/>
        </p:nvSpPr>
        <p:spPr>
          <a:xfrm>
            <a:off x="240336" y="5890394"/>
            <a:ext cx="971678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while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FA290A5-3835-8350-B131-7F43E1F2BAB0}"/>
              </a:ext>
            </a:extLst>
          </p:cNvPr>
          <p:cNvSpPr/>
          <p:nvPr/>
        </p:nvSpPr>
        <p:spPr>
          <a:xfrm>
            <a:off x="1270523" y="5903618"/>
            <a:ext cx="409732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2205D21-858F-CF79-2F53-28BF7E1D4CE3}"/>
              </a:ext>
            </a:extLst>
          </p:cNvPr>
          <p:cNvSpPr/>
          <p:nvPr/>
        </p:nvSpPr>
        <p:spPr>
          <a:xfrm>
            <a:off x="1740960" y="5927051"/>
            <a:ext cx="2361074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0000"/>
                </a:solidFill>
                <a:latin typeface="Franklin Gothic Book"/>
              </a:rPr>
              <a:t>temp != </a:t>
            </a:r>
            <a:r>
              <a:rPr lang="en-US" sz="2500" b="1" kern="0" dirty="0" err="1">
                <a:solidFill>
                  <a:srgbClr val="000000"/>
                </a:solidFill>
                <a:latin typeface="Franklin Gothic Book"/>
              </a:rPr>
              <a:t>nullptr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</a:rPr>
              <a:t>;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2DC81FC-8BCC-2517-554E-C945CF11C789}"/>
              </a:ext>
            </a:extLst>
          </p:cNvPr>
          <p:cNvSpPr/>
          <p:nvPr/>
        </p:nvSpPr>
        <p:spPr>
          <a:xfrm>
            <a:off x="4165886" y="5906688"/>
            <a:ext cx="409732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 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F343306-8FA9-EC59-9559-1890A53977D3}"/>
              </a:ext>
            </a:extLst>
          </p:cNvPr>
          <p:cNvSpPr/>
          <p:nvPr/>
        </p:nvSpPr>
        <p:spPr>
          <a:xfrm>
            <a:off x="128319" y="5526409"/>
            <a:ext cx="2875529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Node *temp=Head;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74203A8-92F0-442A-FE52-298D0D600FB4}"/>
              </a:ext>
            </a:extLst>
          </p:cNvPr>
          <p:cNvSpPr/>
          <p:nvPr/>
        </p:nvSpPr>
        <p:spPr>
          <a:xfrm>
            <a:off x="434566" y="6398354"/>
            <a:ext cx="2875529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{ cout&lt;&lt;temp-&gt;data;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210D358-1A15-81D0-582E-1B12B5E735EF}"/>
              </a:ext>
            </a:extLst>
          </p:cNvPr>
          <p:cNvSpPr/>
          <p:nvPr/>
        </p:nvSpPr>
        <p:spPr>
          <a:xfrm>
            <a:off x="3339803" y="6396966"/>
            <a:ext cx="2875529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temp =temp-&gt;next; }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227AAFF-B04D-60BD-90C9-708800A5AB2E}"/>
              </a:ext>
            </a:extLst>
          </p:cNvPr>
          <p:cNvGrpSpPr/>
          <p:nvPr/>
        </p:nvGrpSpPr>
        <p:grpSpPr>
          <a:xfrm>
            <a:off x="8854287" y="1330860"/>
            <a:ext cx="3014804" cy="522073"/>
            <a:chOff x="1159467" y="892336"/>
            <a:chExt cx="2145283" cy="1367627"/>
          </a:xfrm>
          <a:solidFill>
            <a:schemeClr val="accent4">
              <a:lumMod val="40000"/>
              <a:lumOff val="6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2736831B-4C8F-32C3-E9AC-9E4E4D1E101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B98FAFC0-DF2A-2416-CAE1-D95CC57EE1FF}"/>
                </a:ext>
              </a:extLst>
            </p:cNvPr>
            <p:cNvSpPr txBox="1"/>
            <p:nvPr/>
          </p:nvSpPr>
          <p:spPr>
            <a:xfrm>
              <a:off x="1192171" y="1202825"/>
              <a:ext cx="1194480" cy="8498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4000" b="1" kern="1200" dirty="0">
                  <a:solidFill>
                    <a:srgbClr val="FF0000"/>
                  </a:solidFill>
                </a:rPr>
                <a:t> temp: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A34E600-6285-FE60-94B4-CCF999B4196C}"/>
              </a:ext>
            </a:extLst>
          </p:cNvPr>
          <p:cNvGrpSpPr/>
          <p:nvPr/>
        </p:nvGrpSpPr>
        <p:grpSpPr>
          <a:xfrm>
            <a:off x="10522181" y="1485026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CBFD26FE-6378-CE6D-D9AD-C2287D903EF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3" name="Rectangle: Rounded Corners 4">
              <a:extLst>
                <a:ext uri="{FF2B5EF4-FFF2-40B4-BE49-F238E27FC236}">
                  <a16:creationId xmlns:a16="http://schemas.microsoft.com/office/drawing/2014/main" id="{4AB895B3-B95F-9439-6CB7-212C7FA11B9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77D23C4-3183-6EB6-BE49-71043835426A}"/>
              </a:ext>
            </a:extLst>
          </p:cNvPr>
          <p:cNvGrpSpPr/>
          <p:nvPr/>
        </p:nvGrpSpPr>
        <p:grpSpPr>
          <a:xfrm>
            <a:off x="10532441" y="1485856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8D7B248-818F-A1B1-CA34-99CC8A83B01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DE923ECF-5AC6-22F8-E5EF-8A8AF35080B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3CF1EB7-A742-2B54-755B-0A66BB4BF4C7}"/>
              </a:ext>
            </a:extLst>
          </p:cNvPr>
          <p:cNvGrpSpPr/>
          <p:nvPr/>
        </p:nvGrpSpPr>
        <p:grpSpPr>
          <a:xfrm>
            <a:off x="10521111" y="1478540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1641A7E3-44FB-860B-35AA-BF5EED50089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755C6B5F-4961-F4C1-5A35-CDE3B17089D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0x550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A048D25-507C-47EB-ADA8-7A946FEB6424}"/>
              </a:ext>
            </a:extLst>
          </p:cNvPr>
          <p:cNvGrpSpPr/>
          <p:nvPr/>
        </p:nvGrpSpPr>
        <p:grpSpPr>
          <a:xfrm>
            <a:off x="10536579" y="1476822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2A9BD596-62F5-115C-6E7D-DD5E14EEEA2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E10E12B6-8063-68AB-C6B7-1E64D507682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7BC6EFD-90FD-EEFC-68E8-0CC4453A8E1A}"/>
              </a:ext>
            </a:extLst>
          </p:cNvPr>
          <p:cNvGrpSpPr/>
          <p:nvPr/>
        </p:nvGrpSpPr>
        <p:grpSpPr>
          <a:xfrm>
            <a:off x="10534356" y="1465273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169B7AC7-FB7F-9C0A-E860-6634A79EBFB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6" name="Rectangle: Rounded Corners 4">
              <a:extLst>
                <a:ext uri="{FF2B5EF4-FFF2-40B4-BE49-F238E27FC236}">
                  <a16:creationId xmlns:a16="http://schemas.microsoft.com/office/drawing/2014/main" id="{522BA5A5-4B76-5B01-DE57-B9B5E883E31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765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3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6" dur="2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5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000"/>
                            </p:stCondLst>
                            <p:childTnLst>
                              <p:par>
                                <p:cTn id="2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8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6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04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0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250" autoRev="1" fill="remov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7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8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" dur="250" autoRev="1" fill="remov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>
                      <p:stCondLst>
                        <p:cond delay="0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4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6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47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2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4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355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6" fill="hold">
                      <p:stCondLst>
                        <p:cond delay="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0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8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6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8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4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2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81" grpId="0" animBg="1"/>
      <p:bldP spid="81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63974-0DE0-457E-1F0E-7F6B05F99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6B09C8-6B7E-EF44-B666-3F9DDFFB302D}"/>
              </a:ext>
            </a:extLst>
          </p:cNvPr>
          <p:cNvGrpSpPr/>
          <p:nvPr/>
        </p:nvGrpSpPr>
        <p:grpSpPr>
          <a:xfrm>
            <a:off x="497429" y="1877332"/>
            <a:ext cx="4746183" cy="1313586"/>
            <a:chOff x="411300" y="1905801"/>
            <a:chExt cx="4746183" cy="1313586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2112D2B-1A64-D21F-7AF7-0D367BFE8DD3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EAA6E59-B24C-26AC-5DC9-CAEA50F4794A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96484DBF-9E37-4B75-0B4A-409749D9943C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Rectangle: Rounded Corners 4">
                  <a:extLst>
                    <a:ext uri="{FF2B5EF4-FFF2-40B4-BE49-F238E27FC236}">
                      <a16:creationId xmlns:a16="http://schemas.microsoft.com/office/drawing/2014/main" id="{797C2F30-5A81-1D55-F5C7-B135556D6766}"/>
                    </a:ext>
                  </a:extLst>
                </p:cNvPr>
                <p:cNvSpPr txBox="1"/>
                <p:nvPr/>
              </p:nvSpPr>
              <p:spPr>
                <a:xfrm>
                  <a:off x="1202695" y="1067248"/>
                  <a:ext cx="1773775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node1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843C333-3663-887B-D13D-9240272E605E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6A0882B-AA68-317A-2DF2-E9E2545DBB4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FCA48CBA-ED3F-04FE-DBF7-F59DA6C4FDB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Rectangle: Rounded Corners 4">
                  <a:extLst>
                    <a:ext uri="{FF2B5EF4-FFF2-40B4-BE49-F238E27FC236}">
                      <a16:creationId xmlns:a16="http://schemas.microsoft.com/office/drawing/2014/main" id="{D16257B8-217C-01FE-8238-09CEE2EB5784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6374B1D-E626-1CCA-8DD5-902B0BA8952B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37AEFCB3-03C3-1157-6CA4-A2D75C2B4DE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4">
                  <a:extLst>
                    <a:ext uri="{FF2B5EF4-FFF2-40B4-BE49-F238E27FC236}">
                      <a16:creationId xmlns:a16="http://schemas.microsoft.com/office/drawing/2014/main" id="{65593FF6-176A-4A06-249A-3463E55E83C0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45F520B-95BA-63C2-08E7-034341F291D6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FCED755A-385F-EBD8-417E-ABF5C67FCD8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: Rounded Corners 4">
                  <a:extLst>
                    <a:ext uri="{FF2B5EF4-FFF2-40B4-BE49-F238E27FC236}">
                      <a16:creationId xmlns:a16="http://schemas.microsoft.com/office/drawing/2014/main" id="{7671E107-547E-1CDA-C74D-328004E054CE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FC50647-BFBA-C136-F4ED-5BFD435B0934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9" name="Rectangle: Rounded Corners 118">
                <a:extLst>
                  <a:ext uri="{FF2B5EF4-FFF2-40B4-BE49-F238E27FC236}">
                    <a16:creationId xmlns:a16="http://schemas.microsoft.com/office/drawing/2014/main" id="{24496CEB-B1D7-99A4-2A87-CA207DFEAB4A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0" name="Rectangle: Rounded Corners 4">
                <a:extLst>
                  <a:ext uri="{FF2B5EF4-FFF2-40B4-BE49-F238E27FC236}">
                    <a16:creationId xmlns:a16="http://schemas.microsoft.com/office/drawing/2014/main" id="{A071220E-2BBA-E22F-DA6D-F910859FD016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19C7FC94-C9AA-72B5-A175-73D4968440F6}"/>
              </a:ext>
            </a:extLst>
          </p:cNvPr>
          <p:cNvGrpSpPr/>
          <p:nvPr/>
        </p:nvGrpSpPr>
        <p:grpSpPr>
          <a:xfrm>
            <a:off x="7101483" y="1995503"/>
            <a:ext cx="4746183" cy="1289121"/>
            <a:chOff x="7101483" y="1995503"/>
            <a:chExt cx="4746183" cy="1289121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E1865E5-B0DD-B677-CF91-18EC7C9777A4}"/>
                </a:ext>
              </a:extLst>
            </p:cNvPr>
            <p:cNvGrpSpPr/>
            <p:nvPr/>
          </p:nvGrpSpPr>
          <p:grpSpPr>
            <a:xfrm>
              <a:off x="7101483" y="2025248"/>
              <a:ext cx="4746183" cy="1259376"/>
              <a:chOff x="7101483" y="2025248"/>
              <a:chExt cx="4746183" cy="125937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065EEA0-3823-43D8-BDD6-A241B21247AD}"/>
                  </a:ext>
                </a:extLst>
              </p:cNvPr>
              <p:cNvGrpSpPr/>
              <p:nvPr/>
            </p:nvGrpSpPr>
            <p:grpSpPr>
              <a:xfrm>
                <a:off x="7287015" y="2025248"/>
                <a:ext cx="3017191" cy="567249"/>
                <a:chOff x="1159468" y="892336"/>
                <a:chExt cx="1546353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15BD06EE-7DF1-4A12-DA16-0EF97077FE89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546353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Rectangle: Rounded Corners 4">
                  <a:extLst>
                    <a:ext uri="{FF2B5EF4-FFF2-40B4-BE49-F238E27FC236}">
                      <a16:creationId xmlns:a16="http://schemas.microsoft.com/office/drawing/2014/main" id="{7EEC9527-A87F-E240-A6EA-B9B6F5C45EF7}"/>
                    </a:ext>
                  </a:extLst>
                </p:cNvPr>
                <p:cNvSpPr txBox="1"/>
                <p:nvPr/>
              </p:nvSpPr>
              <p:spPr>
                <a:xfrm>
                  <a:off x="1202697" y="1067248"/>
                  <a:ext cx="1424907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node2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10D5AE13-FBD4-2471-FAF2-D850425CC47A}"/>
                  </a:ext>
                </a:extLst>
              </p:cNvPr>
              <p:cNvSpPr/>
              <p:nvPr/>
            </p:nvSpPr>
            <p:spPr>
              <a:xfrm>
                <a:off x="7101483" y="2717376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6E39891D-21AA-EC8C-3450-A1C8463DA100}"/>
                  </a:ext>
                </a:extLst>
              </p:cNvPr>
              <p:cNvGrpSpPr/>
              <p:nvPr/>
            </p:nvGrpSpPr>
            <p:grpSpPr>
              <a:xfrm>
                <a:off x="8759732" y="2801768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4D949AB7-55D7-4843-AD4F-16C8BBA0DEA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Rectangle: Rounded Corners 4">
                  <a:extLst>
                    <a:ext uri="{FF2B5EF4-FFF2-40B4-BE49-F238E27FC236}">
                      <a16:creationId xmlns:a16="http://schemas.microsoft.com/office/drawing/2014/main" id="{AF5D02B6-9A57-73B2-5F20-C49CF8BF5268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2C6358C-8BB4-34F4-E137-DA6EB333B65C}"/>
                  </a:ext>
                </a:extLst>
              </p:cNvPr>
              <p:cNvGrpSpPr/>
              <p:nvPr/>
            </p:nvGrpSpPr>
            <p:grpSpPr>
              <a:xfrm>
                <a:off x="10158086" y="2801768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0FF8EF2A-BF79-BFBC-8ED5-C78287847CF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Rounded Corners 4">
                  <a:extLst>
                    <a:ext uri="{FF2B5EF4-FFF2-40B4-BE49-F238E27FC236}">
                      <a16:creationId xmlns:a16="http://schemas.microsoft.com/office/drawing/2014/main" id="{6F18E568-565B-06C9-7442-E6E57F43A629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219EC36-1C16-5A32-952F-AFBA273D90D6}"/>
                  </a:ext>
                </a:extLst>
              </p:cNvPr>
              <p:cNvGrpSpPr/>
              <p:nvPr/>
            </p:nvGrpSpPr>
            <p:grpSpPr>
              <a:xfrm>
                <a:off x="7141653" y="2807785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97917A9A-F1EA-4E38-CCD9-7B1D098F7F2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7CBBE9B7-663A-637F-2D62-EDE2568CDB24}"/>
                    </a:ext>
                  </a:extLst>
                </p:cNvPr>
                <p:cNvSpPr txBox="1"/>
                <p:nvPr/>
              </p:nvSpPr>
              <p:spPr>
                <a:xfrm>
                  <a:off x="1252441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0073B81-FA81-89B6-5C67-20F14082374F}"/>
                </a:ext>
              </a:extLst>
            </p:cNvPr>
            <p:cNvGrpSpPr/>
            <p:nvPr/>
          </p:nvGrpSpPr>
          <p:grpSpPr>
            <a:xfrm>
              <a:off x="8686989" y="1995503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09F1B453-C728-A5A6-8BD5-9DD77AB39573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24" name="Rectangle: Rounded Corners 4">
                <a:extLst>
                  <a:ext uri="{FF2B5EF4-FFF2-40B4-BE49-F238E27FC236}">
                    <a16:creationId xmlns:a16="http://schemas.microsoft.com/office/drawing/2014/main" id="{969D9305-754E-BEF0-29EF-DD8554F27218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971ABA9-6790-EAB0-7835-B237110DB0F1}"/>
              </a:ext>
            </a:extLst>
          </p:cNvPr>
          <p:cNvGrpSpPr/>
          <p:nvPr/>
        </p:nvGrpSpPr>
        <p:grpSpPr>
          <a:xfrm>
            <a:off x="349261" y="4173264"/>
            <a:ext cx="4746183" cy="1265917"/>
            <a:chOff x="394526" y="4309059"/>
            <a:chExt cx="4746183" cy="1265917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EF6DFFD-05B4-839F-EDD2-C12B743E252D}"/>
                </a:ext>
              </a:extLst>
            </p:cNvPr>
            <p:cNvGrpSpPr/>
            <p:nvPr/>
          </p:nvGrpSpPr>
          <p:grpSpPr>
            <a:xfrm>
              <a:off x="394526" y="4339882"/>
              <a:ext cx="4746183" cy="1235094"/>
              <a:chOff x="179404" y="4358543"/>
              <a:chExt cx="4746183" cy="123509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35D4895-B8B7-A8AC-A307-527DD95F4DD7}"/>
                  </a:ext>
                </a:extLst>
              </p:cNvPr>
              <p:cNvGrpSpPr/>
              <p:nvPr/>
            </p:nvGrpSpPr>
            <p:grpSpPr>
              <a:xfrm>
                <a:off x="411300" y="4358543"/>
                <a:ext cx="3824291" cy="561087"/>
                <a:chOff x="1159467" y="892336"/>
                <a:chExt cx="1960003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" name="Rectangle: Rounded Corners 10">
                  <a:extLst>
                    <a:ext uri="{FF2B5EF4-FFF2-40B4-BE49-F238E27FC236}">
                      <a16:creationId xmlns:a16="http://schemas.microsoft.com/office/drawing/2014/main" id="{1104BA09-6930-378C-734E-3C4D7D74ED8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1960003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Rectangle: Rounded Corners 4">
                  <a:extLst>
                    <a:ext uri="{FF2B5EF4-FFF2-40B4-BE49-F238E27FC236}">
                      <a16:creationId xmlns:a16="http://schemas.microsoft.com/office/drawing/2014/main" id="{633F3466-49E2-10D0-B19D-E89C96F37D4D}"/>
                    </a:ext>
                  </a:extLst>
                </p:cNvPr>
                <p:cNvSpPr txBox="1"/>
                <p:nvPr/>
              </p:nvSpPr>
              <p:spPr>
                <a:xfrm>
                  <a:off x="1202696" y="1067248"/>
                  <a:ext cx="1888227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node3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A5978D1F-150A-8B46-1FC8-55B047A8B0C6}"/>
                  </a:ext>
                </a:extLst>
              </p:cNvPr>
              <p:cNvSpPr/>
              <p:nvPr/>
            </p:nvSpPr>
            <p:spPr>
              <a:xfrm>
                <a:off x="179404" y="502638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46FF7F4D-7A44-D4B6-0F98-60929851DE57}"/>
                  </a:ext>
                </a:extLst>
              </p:cNvPr>
              <p:cNvGrpSpPr/>
              <p:nvPr/>
            </p:nvGrpSpPr>
            <p:grpSpPr>
              <a:xfrm>
                <a:off x="1837653" y="511078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B1E96979-4571-D6EC-7B7E-8F8C76900C8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4">
                  <a:extLst>
                    <a:ext uri="{FF2B5EF4-FFF2-40B4-BE49-F238E27FC236}">
                      <a16:creationId xmlns:a16="http://schemas.microsoft.com/office/drawing/2014/main" id="{5AFEA1EC-56DD-1DA0-4E9F-3E8C3B331F89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9D681392-51F8-B5AB-636B-8955B98FF66D}"/>
                  </a:ext>
                </a:extLst>
              </p:cNvPr>
              <p:cNvGrpSpPr/>
              <p:nvPr/>
            </p:nvGrpSpPr>
            <p:grpSpPr>
              <a:xfrm>
                <a:off x="3236007" y="511078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974C0EBE-0320-33AA-BB36-BD6AE415899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: Rounded Corners 4">
                  <a:extLst>
                    <a:ext uri="{FF2B5EF4-FFF2-40B4-BE49-F238E27FC236}">
                      <a16:creationId xmlns:a16="http://schemas.microsoft.com/office/drawing/2014/main" id="{E292A015-3385-2916-3246-D1329C30277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F303C074-FFAC-6C86-EA76-0B04002CBDB5}"/>
                  </a:ext>
                </a:extLst>
              </p:cNvPr>
              <p:cNvGrpSpPr/>
              <p:nvPr/>
            </p:nvGrpSpPr>
            <p:grpSpPr>
              <a:xfrm>
                <a:off x="219574" y="511679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4" name="Rectangle: Rounded Corners 73">
                  <a:extLst>
                    <a:ext uri="{FF2B5EF4-FFF2-40B4-BE49-F238E27FC236}">
                      <a16:creationId xmlns:a16="http://schemas.microsoft.com/office/drawing/2014/main" id="{9AD8D437-6A8E-B9FD-383C-C3910E59401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: Rounded Corners 4">
                  <a:extLst>
                    <a:ext uri="{FF2B5EF4-FFF2-40B4-BE49-F238E27FC236}">
                      <a16:creationId xmlns:a16="http://schemas.microsoft.com/office/drawing/2014/main" id="{8D4DB25A-2DCF-BF3F-494A-D7A9B1AFCB9C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FB77447B-3DD7-2A3D-A6D4-0395A484ED03}"/>
                </a:ext>
              </a:extLst>
            </p:cNvPr>
            <p:cNvGrpSpPr/>
            <p:nvPr/>
          </p:nvGrpSpPr>
          <p:grpSpPr>
            <a:xfrm>
              <a:off x="2052775" y="4309059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0" name="Rectangle: Rounded Corners 129">
                <a:extLst>
                  <a:ext uri="{FF2B5EF4-FFF2-40B4-BE49-F238E27FC236}">
                    <a16:creationId xmlns:a16="http://schemas.microsoft.com/office/drawing/2014/main" id="{AC64D375-6914-6895-A2B7-80F274A46561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1" name="Rectangle: Rounded Corners 4">
                <a:extLst>
                  <a:ext uri="{FF2B5EF4-FFF2-40B4-BE49-F238E27FC236}">
                    <a16:creationId xmlns:a16="http://schemas.microsoft.com/office/drawing/2014/main" id="{9D626B3A-3EBF-3685-B6A6-03D8E4A6BE1E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0x550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3743459-A697-C978-A679-B19F793FA9A6}"/>
              </a:ext>
            </a:extLst>
          </p:cNvPr>
          <p:cNvGrpSpPr/>
          <p:nvPr/>
        </p:nvGrpSpPr>
        <p:grpSpPr>
          <a:xfrm>
            <a:off x="6383779" y="5296561"/>
            <a:ext cx="4746183" cy="1277433"/>
            <a:chOff x="6383779" y="5296561"/>
            <a:chExt cx="4746183" cy="1277433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DE83AA5D-2146-387E-077A-F0C328B630C3}"/>
                </a:ext>
              </a:extLst>
            </p:cNvPr>
            <p:cNvGrpSpPr/>
            <p:nvPr/>
          </p:nvGrpSpPr>
          <p:grpSpPr>
            <a:xfrm>
              <a:off x="6383779" y="5332232"/>
              <a:ext cx="4746183" cy="1241762"/>
              <a:chOff x="5702644" y="5304239"/>
              <a:chExt cx="4746183" cy="124176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33E72C1-117E-B4CA-08BA-B71BC87E1DA2}"/>
                  </a:ext>
                </a:extLst>
              </p:cNvPr>
              <p:cNvGrpSpPr/>
              <p:nvPr/>
            </p:nvGrpSpPr>
            <p:grpSpPr>
              <a:xfrm>
                <a:off x="5931460" y="5304239"/>
                <a:ext cx="3744384" cy="561087"/>
                <a:chOff x="1159467" y="892336"/>
                <a:chExt cx="19190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0ED5A3F8-C30E-678A-4574-173A140A617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19190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ectangle: Rounded Corners 4">
                  <a:extLst>
                    <a:ext uri="{FF2B5EF4-FFF2-40B4-BE49-F238E27FC236}">
                      <a16:creationId xmlns:a16="http://schemas.microsoft.com/office/drawing/2014/main" id="{FCB19ABE-DC9C-8547-5010-283800C3503D}"/>
                    </a:ext>
                  </a:extLst>
                </p:cNvPr>
                <p:cNvSpPr txBox="1"/>
                <p:nvPr/>
              </p:nvSpPr>
              <p:spPr>
                <a:xfrm>
                  <a:off x="1202696" y="1067248"/>
                  <a:ext cx="1848774" cy="1051981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4000" b="1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node4</a:t>
                  </a:r>
                  <a:endParaRPr kumimoji="0" lang="en-PK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B59CF24E-502F-105A-6B84-AF6B6CBAB474}"/>
                  </a:ext>
                </a:extLst>
              </p:cNvPr>
              <p:cNvSpPr/>
              <p:nvPr/>
            </p:nvSpPr>
            <p:spPr>
              <a:xfrm>
                <a:off x="5702644" y="5978753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5ED27EB-B846-E70A-D45E-5338CB0AABCA}"/>
                  </a:ext>
                </a:extLst>
              </p:cNvPr>
              <p:cNvGrpSpPr/>
              <p:nvPr/>
            </p:nvGrpSpPr>
            <p:grpSpPr>
              <a:xfrm>
                <a:off x="7360893" y="6063145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4" name="Rectangle: Rounded Corners 83">
                  <a:extLst>
                    <a:ext uri="{FF2B5EF4-FFF2-40B4-BE49-F238E27FC236}">
                      <a16:creationId xmlns:a16="http://schemas.microsoft.com/office/drawing/2014/main" id="{C4FFE772-E22A-4031-4925-A552184350C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: Rounded Corners 4">
                  <a:extLst>
                    <a:ext uri="{FF2B5EF4-FFF2-40B4-BE49-F238E27FC236}">
                      <a16:creationId xmlns:a16="http://schemas.microsoft.com/office/drawing/2014/main" id="{F6B1B730-B56A-BBB6-A5DE-28703BF64486}"/>
                    </a:ext>
                  </a:extLst>
                </p:cNvPr>
                <p:cNvSpPr txBox="1"/>
                <p:nvPr/>
              </p:nvSpPr>
              <p:spPr>
                <a:xfrm>
                  <a:off x="1302711" y="1108728"/>
                  <a:ext cx="1813421" cy="1051982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45B77977-0BC0-24BA-A21B-0B2CA6870D15}"/>
                  </a:ext>
                </a:extLst>
              </p:cNvPr>
              <p:cNvGrpSpPr/>
              <p:nvPr/>
            </p:nvGrpSpPr>
            <p:grpSpPr>
              <a:xfrm>
                <a:off x="8759247" y="6063145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7" name="Rectangle: Rounded Corners 86">
                  <a:extLst>
                    <a:ext uri="{FF2B5EF4-FFF2-40B4-BE49-F238E27FC236}">
                      <a16:creationId xmlns:a16="http://schemas.microsoft.com/office/drawing/2014/main" id="{D36DFBC0-814C-6907-5F88-FD12D04A85E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: Rounded Corners 4">
                  <a:extLst>
                    <a:ext uri="{FF2B5EF4-FFF2-40B4-BE49-F238E27FC236}">
                      <a16:creationId xmlns:a16="http://schemas.microsoft.com/office/drawing/2014/main" id="{6E26CB15-132E-2DAB-9AE3-8D3B12188B57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83EBE2EC-F78B-CA17-8830-85EE4415C9EA}"/>
                  </a:ext>
                </a:extLst>
              </p:cNvPr>
              <p:cNvGrpSpPr/>
              <p:nvPr/>
            </p:nvGrpSpPr>
            <p:grpSpPr>
              <a:xfrm>
                <a:off x="5742814" y="6069162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96" name="Rectangle: Rounded Corners 95">
                  <a:extLst>
                    <a:ext uri="{FF2B5EF4-FFF2-40B4-BE49-F238E27FC236}">
                      <a16:creationId xmlns:a16="http://schemas.microsoft.com/office/drawing/2014/main" id="{56D53C9B-295D-0812-49EC-0C1A237194B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tangle: Rounded Corners 4">
                  <a:extLst>
                    <a:ext uri="{FF2B5EF4-FFF2-40B4-BE49-F238E27FC236}">
                      <a16:creationId xmlns:a16="http://schemas.microsoft.com/office/drawing/2014/main" id="{F61645C2-E8CE-BA4E-9AC0-6E7ECDA62C3F}"/>
                    </a:ext>
                  </a:extLst>
                </p:cNvPr>
                <p:cNvSpPr txBox="1"/>
                <p:nvPr/>
              </p:nvSpPr>
              <p:spPr>
                <a:xfrm>
                  <a:off x="1252441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A4327F75-BE5D-394D-97C2-FD1EF8DAD467}"/>
                </a:ext>
              </a:extLst>
            </p:cNvPr>
            <p:cNvGrpSpPr/>
            <p:nvPr/>
          </p:nvGrpSpPr>
          <p:grpSpPr>
            <a:xfrm>
              <a:off x="8077725" y="529656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0B0D4427-2DCD-8668-13BD-C1CBB0489E57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8" name="Rectangle: Rounded Corners 4">
                <a:extLst>
                  <a:ext uri="{FF2B5EF4-FFF2-40B4-BE49-F238E27FC236}">
                    <a16:creationId xmlns:a16="http://schemas.microsoft.com/office/drawing/2014/main" id="{97677FF6-0394-8865-B7BA-209FF0249ED6}"/>
                  </a:ext>
                </a:extLst>
              </p:cNvPr>
              <p:cNvSpPr txBox="1"/>
              <p:nvPr/>
            </p:nvSpPr>
            <p:spPr>
              <a:xfrm>
                <a:off x="1202638" y="1108729"/>
                <a:ext cx="2022421" cy="1051981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</a:t>
                </a:r>
                <a:r>
                  <a:rPr lang="en-US" sz="2200" b="1" kern="0" dirty="0">
                    <a:solidFill>
                      <a:srgbClr val="FFFFFF"/>
                    </a:solidFill>
                    <a:latin typeface="Franklin Gothic Book"/>
                  </a:rPr>
                  <a:t>15</a:t>
                </a: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C107243-8110-B31C-276C-8CAC1AA22EE2}"/>
              </a:ext>
            </a:extLst>
          </p:cNvPr>
          <p:cNvGrpSpPr/>
          <p:nvPr/>
        </p:nvGrpSpPr>
        <p:grpSpPr>
          <a:xfrm>
            <a:off x="240336" y="160309"/>
            <a:ext cx="17699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5F0F3F33-66F0-C10B-D47B-AA3A0227C81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143" name="Rectangle: Rounded Corners 4">
              <a:extLst>
                <a:ext uri="{FF2B5EF4-FFF2-40B4-BE49-F238E27FC236}">
                  <a16:creationId xmlns:a16="http://schemas.microsoft.com/office/drawing/2014/main" id="{AEAA809C-5122-BAEA-D4C2-00EE34E91002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CA47172-987F-F769-C728-865297589BA6}"/>
              </a:ext>
            </a:extLst>
          </p:cNvPr>
          <p:cNvGrpSpPr/>
          <p:nvPr/>
        </p:nvGrpSpPr>
        <p:grpSpPr>
          <a:xfrm>
            <a:off x="491734" y="707028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AA1DFF89-9C9A-6FB2-38B3-40762AA3CBF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6" name="Rectangle: Rounded Corners 4">
              <a:extLst>
                <a:ext uri="{FF2B5EF4-FFF2-40B4-BE49-F238E27FC236}">
                  <a16:creationId xmlns:a16="http://schemas.microsoft.com/office/drawing/2014/main" id="{039574C9-9A7E-865D-1409-F7008BFD29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D2F0AA1-8F42-7DE3-8F74-F941F8B8E250}"/>
              </a:ext>
            </a:extLst>
          </p:cNvPr>
          <p:cNvGrpSpPr/>
          <p:nvPr/>
        </p:nvGrpSpPr>
        <p:grpSpPr>
          <a:xfrm rot="3113518">
            <a:off x="1787370" y="1087446"/>
            <a:ext cx="837364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3DCFE34A-7663-839C-D015-7883B36CAC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Arrow: Right 148">
              <a:extLst>
                <a:ext uri="{FF2B5EF4-FFF2-40B4-BE49-F238E27FC236}">
                  <a16:creationId xmlns:a16="http://schemas.microsoft.com/office/drawing/2014/main" id="{4E0C8F28-E052-BE4E-872D-413F8D5B2C49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15CF719-D1E8-B568-DA1E-3ABE08382CD1}"/>
              </a:ext>
            </a:extLst>
          </p:cNvPr>
          <p:cNvGrpSpPr/>
          <p:nvPr/>
        </p:nvGrpSpPr>
        <p:grpSpPr>
          <a:xfrm>
            <a:off x="4233067" y="2778737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972308A7-322D-43DB-0E40-9D65973F9ED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5964D057-24E6-B36C-DFE4-D4B1C45B0C8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BAFA74D-A9B0-68A8-BB45-A8165900056E}"/>
              </a:ext>
            </a:extLst>
          </p:cNvPr>
          <p:cNvGrpSpPr/>
          <p:nvPr/>
        </p:nvGrpSpPr>
        <p:grpSpPr>
          <a:xfrm>
            <a:off x="1213006" y="2772841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FE95B0E5-5AF8-F571-89B6-DD123C7D1BC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9" name="Rectangle: Rounded Corners 4">
              <a:extLst>
                <a:ext uri="{FF2B5EF4-FFF2-40B4-BE49-F238E27FC236}">
                  <a16:creationId xmlns:a16="http://schemas.microsoft.com/office/drawing/2014/main" id="{816BD56D-6925-8EE8-8F3D-3748A20E8E3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81F9252-DBF9-51E7-47F3-EB8BE954B550}"/>
              </a:ext>
            </a:extLst>
          </p:cNvPr>
          <p:cNvGrpSpPr/>
          <p:nvPr/>
        </p:nvGrpSpPr>
        <p:grpSpPr>
          <a:xfrm>
            <a:off x="4740788" y="1765424"/>
            <a:ext cx="2384498" cy="410205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1805D2F7-EB97-62B9-3E14-2D0C9D6E89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Arrow: Right 162">
              <a:extLst>
                <a:ext uri="{FF2B5EF4-FFF2-40B4-BE49-F238E27FC236}">
                  <a16:creationId xmlns:a16="http://schemas.microsoft.com/office/drawing/2014/main" id="{099DC948-C7DC-0A47-6032-FC6A403ABA9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1C00E92-A4EE-E348-E4BC-C6B9F79A7AC4}"/>
              </a:ext>
            </a:extLst>
          </p:cNvPr>
          <p:cNvGrpSpPr/>
          <p:nvPr/>
        </p:nvGrpSpPr>
        <p:grpSpPr>
          <a:xfrm>
            <a:off x="10835365" y="2847640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DAC99605-9C70-380C-797E-9531F270B7A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7" name="Rectangle: Rounded Corners 4">
              <a:extLst>
                <a:ext uri="{FF2B5EF4-FFF2-40B4-BE49-F238E27FC236}">
                  <a16:creationId xmlns:a16="http://schemas.microsoft.com/office/drawing/2014/main" id="{8039284F-6764-FACA-F90E-9150CFE22CD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4C5B151-A9EE-3883-95AE-B0C943ED9EBC}"/>
              </a:ext>
            </a:extLst>
          </p:cNvPr>
          <p:cNvGrpSpPr/>
          <p:nvPr/>
        </p:nvGrpSpPr>
        <p:grpSpPr>
          <a:xfrm rot="9197664">
            <a:off x="4394126" y="3637078"/>
            <a:ext cx="2779836" cy="399289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2AF891C0-073C-D123-C513-EC51D9D3C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Arrow: Right 169">
              <a:extLst>
                <a:ext uri="{FF2B5EF4-FFF2-40B4-BE49-F238E27FC236}">
                  <a16:creationId xmlns:a16="http://schemas.microsoft.com/office/drawing/2014/main" id="{F515EE73-0CC4-5E30-A32D-6C62AC2AC59E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2512569-BA36-B471-4325-79414FD83E84}"/>
              </a:ext>
            </a:extLst>
          </p:cNvPr>
          <p:cNvGrpSpPr/>
          <p:nvPr/>
        </p:nvGrpSpPr>
        <p:grpSpPr>
          <a:xfrm>
            <a:off x="7843483" y="2859989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993F93C2-8859-1963-6E61-C7158419EA1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4" name="Rectangle: Rounded Corners 4">
              <a:extLst>
                <a:ext uri="{FF2B5EF4-FFF2-40B4-BE49-F238E27FC236}">
                  <a16:creationId xmlns:a16="http://schemas.microsoft.com/office/drawing/2014/main" id="{FEE88DAB-923A-CFCC-26E4-545D6CF5880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B7C3634-8897-59AE-784F-40867C5B53B0}"/>
              </a:ext>
            </a:extLst>
          </p:cNvPr>
          <p:cNvGrpSpPr/>
          <p:nvPr/>
        </p:nvGrpSpPr>
        <p:grpSpPr>
          <a:xfrm rot="10800000">
            <a:off x="5218386" y="2233673"/>
            <a:ext cx="1940694" cy="392074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916D0B7-40A6-869B-B294-46ECABA59C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0C47FD6F-C3CF-055F-1926-239E955A0A5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6ABDAB2-D75E-3DAE-730A-42C4B3794D97}"/>
              </a:ext>
            </a:extLst>
          </p:cNvPr>
          <p:cNvGrpSpPr/>
          <p:nvPr/>
        </p:nvGrpSpPr>
        <p:grpSpPr>
          <a:xfrm>
            <a:off x="4076309" y="5032842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A6A473C6-C469-D36F-7613-CCA9DEB7F4E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1" name="Rectangle: Rounded Corners 4">
              <a:extLst>
                <a:ext uri="{FF2B5EF4-FFF2-40B4-BE49-F238E27FC236}">
                  <a16:creationId xmlns:a16="http://schemas.microsoft.com/office/drawing/2014/main" id="{A04EE08C-9C69-1416-F909-9BE00051DE5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6815976-67C7-24E0-D303-75CFB9100BBC}"/>
              </a:ext>
            </a:extLst>
          </p:cNvPr>
          <p:cNvGrpSpPr/>
          <p:nvPr/>
        </p:nvGrpSpPr>
        <p:grpSpPr>
          <a:xfrm rot="1223365">
            <a:off x="5216037" y="5127928"/>
            <a:ext cx="1332263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420793A-C447-70EF-057F-31A54DD7FB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Arrow: Right 183">
              <a:extLst>
                <a:ext uri="{FF2B5EF4-FFF2-40B4-BE49-F238E27FC236}">
                  <a16:creationId xmlns:a16="http://schemas.microsoft.com/office/drawing/2014/main" id="{A1CA5643-84DC-BE7F-4B90-1E25DC10C935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1E430DC-D877-A83F-A8BF-A49BD70986CE}"/>
              </a:ext>
            </a:extLst>
          </p:cNvPr>
          <p:cNvGrpSpPr/>
          <p:nvPr/>
        </p:nvGrpSpPr>
        <p:grpSpPr>
          <a:xfrm>
            <a:off x="1065201" y="5025079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C419F15B-AAE7-85B1-92CB-E476F8E9FFE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8" name="Rectangle: Rounded Corners 4">
              <a:extLst>
                <a:ext uri="{FF2B5EF4-FFF2-40B4-BE49-F238E27FC236}">
                  <a16:creationId xmlns:a16="http://schemas.microsoft.com/office/drawing/2014/main" id="{86A773D3-0042-E47C-D97F-D22FD64C9C0C}"/>
                </a:ext>
              </a:extLst>
            </p:cNvPr>
            <p:cNvSpPr txBox="1"/>
            <p:nvPr/>
          </p:nvSpPr>
          <p:spPr>
            <a:xfrm>
              <a:off x="1202637" y="1108731"/>
              <a:ext cx="2022420" cy="1051979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266B513-1F0E-0C25-CF43-56498497282F}"/>
              </a:ext>
            </a:extLst>
          </p:cNvPr>
          <p:cNvGrpSpPr/>
          <p:nvPr/>
        </p:nvGrpSpPr>
        <p:grpSpPr>
          <a:xfrm rot="20043504">
            <a:off x="4845221" y="3938090"/>
            <a:ext cx="2779836" cy="399289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2384D34E-B70B-6799-8460-1787292BD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Arrow: Right 190">
              <a:extLst>
                <a:ext uri="{FF2B5EF4-FFF2-40B4-BE49-F238E27FC236}">
                  <a16:creationId xmlns:a16="http://schemas.microsoft.com/office/drawing/2014/main" id="{EB64F367-D6D2-AE3B-404D-47C57612BCE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3A4B2492-0F35-C70B-01D7-CBBB14B2832F}"/>
              </a:ext>
            </a:extLst>
          </p:cNvPr>
          <p:cNvGrpSpPr/>
          <p:nvPr/>
        </p:nvGrpSpPr>
        <p:grpSpPr>
          <a:xfrm>
            <a:off x="10117522" y="6141132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094F1779-FE88-DF04-BE7F-46CBF773C17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5" name="Rectangle: Rounded Corners 4">
              <a:extLst>
                <a:ext uri="{FF2B5EF4-FFF2-40B4-BE49-F238E27FC236}">
                  <a16:creationId xmlns:a16="http://schemas.microsoft.com/office/drawing/2014/main" id="{3F5FD983-0602-8B93-517E-87F995F1DC0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802DA350-4B87-4B20-4262-C48058FC29D2}"/>
              </a:ext>
            </a:extLst>
          </p:cNvPr>
          <p:cNvGrpSpPr/>
          <p:nvPr/>
        </p:nvGrpSpPr>
        <p:grpSpPr>
          <a:xfrm>
            <a:off x="7125286" y="6156915"/>
            <a:ext cx="958443" cy="279814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1A78A250-F323-56D2-5498-2D35028081D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335E439E-E63C-81DB-27F4-B060C3DC0A8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0x550</a:t>
              </a:r>
              <a:endParaRPr kumimoji="0" lang="en-PK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DFEB3E5-6885-071F-A2B0-DAEA1A65FB55}"/>
              </a:ext>
            </a:extLst>
          </p:cNvPr>
          <p:cNvGrpSpPr/>
          <p:nvPr/>
        </p:nvGrpSpPr>
        <p:grpSpPr>
          <a:xfrm rot="11898431">
            <a:off x="5049175" y="5661929"/>
            <a:ext cx="1332263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5B1CEEC6-DF49-1630-9BA4-48A20CA814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Arrow: Right 201">
              <a:extLst>
                <a:ext uri="{FF2B5EF4-FFF2-40B4-BE49-F238E27FC236}">
                  <a16:creationId xmlns:a16="http://schemas.microsoft.com/office/drawing/2014/main" id="{EA4C81EA-453F-1E72-39A0-B9BAF1BCBC1C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94CD6DF-3181-2F71-3574-0D6EEF6EC90D}"/>
              </a:ext>
            </a:extLst>
          </p:cNvPr>
          <p:cNvGrpSpPr/>
          <p:nvPr/>
        </p:nvGrpSpPr>
        <p:grpSpPr>
          <a:xfrm>
            <a:off x="10610379" y="4182158"/>
            <a:ext cx="1433079" cy="87160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05" name="Rectangle: Rounded Corners 204">
              <a:extLst>
                <a:ext uri="{FF2B5EF4-FFF2-40B4-BE49-F238E27FC236}">
                  <a16:creationId xmlns:a16="http://schemas.microsoft.com/office/drawing/2014/main" id="{7EF94BEB-1EA5-9A6E-8CCD-A64F800C782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206" name="Rectangle: Rounded Corners 4">
              <a:extLst>
                <a:ext uri="{FF2B5EF4-FFF2-40B4-BE49-F238E27FC236}">
                  <a16:creationId xmlns:a16="http://schemas.microsoft.com/office/drawing/2014/main" id="{58DA652B-9D59-3E5A-B263-00AAAC29DE2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59174B7-BBEB-49BA-FFC9-A40F840F590A}"/>
              </a:ext>
            </a:extLst>
          </p:cNvPr>
          <p:cNvGrpSpPr/>
          <p:nvPr/>
        </p:nvGrpSpPr>
        <p:grpSpPr>
          <a:xfrm rot="9544434">
            <a:off x="10475818" y="5175084"/>
            <a:ext cx="1052869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9E3CDB69-3976-2E1B-02C5-E48A21C3AA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Arrow: Right 208">
              <a:extLst>
                <a:ext uri="{FF2B5EF4-FFF2-40B4-BE49-F238E27FC236}">
                  <a16:creationId xmlns:a16="http://schemas.microsoft.com/office/drawing/2014/main" id="{CC2D5939-8D49-0385-11B5-E3FCFD891998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E9556FF-8960-F6AF-6F77-660496E86188}"/>
              </a:ext>
            </a:extLst>
          </p:cNvPr>
          <p:cNvGrpSpPr/>
          <p:nvPr/>
        </p:nvGrpSpPr>
        <p:grpSpPr>
          <a:xfrm>
            <a:off x="10668744" y="4732026"/>
            <a:ext cx="130320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1" name="Rectangle: Rounded Corners 210">
              <a:extLst>
                <a:ext uri="{FF2B5EF4-FFF2-40B4-BE49-F238E27FC236}">
                  <a16:creationId xmlns:a16="http://schemas.microsoft.com/office/drawing/2014/main" id="{21384AEE-DD4F-715B-5052-245529638F3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2" name="Rectangle: Rounded Corners 4">
              <a:extLst>
                <a:ext uri="{FF2B5EF4-FFF2-40B4-BE49-F238E27FC236}">
                  <a16:creationId xmlns:a16="http://schemas.microsoft.com/office/drawing/2014/main" id="{AA2581D2-25BF-8E54-3A2B-275EA0E15051}"/>
                </a:ext>
              </a:extLst>
            </p:cNvPr>
            <p:cNvSpPr txBox="1"/>
            <p:nvPr/>
          </p:nvSpPr>
          <p:spPr>
            <a:xfrm>
              <a:off x="1202638" y="1108728"/>
              <a:ext cx="2022421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A6B4D69-2DC1-FF56-4482-763B75B58BF0}"/>
              </a:ext>
            </a:extLst>
          </p:cNvPr>
          <p:cNvGrpSpPr/>
          <p:nvPr/>
        </p:nvGrpSpPr>
        <p:grpSpPr>
          <a:xfrm>
            <a:off x="2910804" y="2714438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D6F3CC7-AD50-C6E7-E3DA-BAE92696DF2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FC216F2A-0B95-1DD2-E9E9-31A75A9AAE6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448B503-32D6-626E-11D6-6430431D691D}"/>
              </a:ext>
            </a:extLst>
          </p:cNvPr>
          <p:cNvGrpSpPr/>
          <p:nvPr/>
        </p:nvGrpSpPr>
        <p:grpSpPr>
          <a:xfrm>
            <a:off x="9549060" y="2813001"/>
            <a:ext cx="58774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D53AE24-ACA1-B923-A7E0-9EAE011204A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EDCB5838-5179-2637-07EC-E9B076A47EF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D5D0F7-23DF-223B-9CB4-15EB947D9E99}"/>
              </a:ext>
            </a:extLst>
          </p:cNvPr>
          <p:cNvGrpSpPr/>
          <p:nvPr/>
        </p:nvGrpSpPr>
        <p:grpSpPr>
          <a:xfrm>
            <a:off x="2792781" y="4955122"/>
            <a:ext cx="58774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714C57B-C8E1-3D25-D7F4-F2F8FDAF70F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8" name="Rectangle: Rounded Corners 4">
              <a:extLst>
                <a:ext uri="{FF2B5EF4-FFF2-40B4-BE49-F238E27FC236}">
                  <a16:creationId xmlns:a16="http://schemas.microsoft.com/office/drawing/2014/main" id="{1F0AA2C4-C779-93F6-AFB7-99A9F0CA79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566D754-C72E-411F-AE25-10967B703944}"/>
              </a:ext>
            </a:extLst>
          </p:cNvPr>
          <p:cNvGrpSpPr/>
          <p:nvPr/>
        </p:nvGrpSpPr>
        <p:grpSpPr>
          <a:xfrm>
            <a:off x="8825236" y="6094510"/>
            <a:ext cx="58774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34CC2CB4-FCE9-3182-690A-352C8435209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7" name="Rectangle: Rounded Corners 4">
              <a:extLst>
                <a:ext uri="{FF2B5EF4-FFF2-40B4-BE49-F238E27FC236}">
                  <a16:creationId xmlns:a16="http://schemas.microsoft.com/office/drawing/2014/main" id="{1788D230-C085-DC8E-543A-A20F10B05D3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EAE91D99-223E-90C1-EF5D-0D0EC24B5846}"/>
              </a:ext>
            </a:extLst>
          </p:cNvPr>
          <p:cNvSpPr/>
          <p:nvPr/>
        </p:nvSpPr>
        <p:spPr>
          <a:xfrm>
            <a:off x="2714337" y="429760"/>
            <a:ext cx="971678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kern="0" dirty="0">
                <a:solidFill>
                  <a:srgbClr val="000000"/>
                </a:solidFill>
                <a:latin typeface="Franklin Gothic Book"/>
              </a:rPr>
              <a:t>while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3752E9E-630F-2640-A456-3EB748A463D0}"/>
              </a:ext>
            </a:extLst>
          </p:cNvPr>
          <p:cNvSpPr/>
          <p:nvPr/>
        </p:nvSpPr>
        <p:spPr>
          <a:xfrm>
            <a:off x="3744524" y="442984"/>
            <a:ext cx="409732" cy="442535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3382597-DD00-F5B3-E575-31B063EDD1AD}"/>
              </a:ext>
            </a:extLst>
          </p:cNvPr>
          <p:cNvSpPr/>
          <p:nvPr/>
        </p:nvSpPr>
        <p:spPr>
          <a:xfrm>
            <a:off x="4214961" y="466417"/>
            <a:ext cx="2361074" cy="432614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b="1" kern="0" dirty="0">
                <a:solidFill>
                  <a:srgbClr val="000000"/>
                </a:solidFill>
                <a:latin typeface="Franklin Gothic Book"/>
              </a:rPr>
              <a:t>temp != </a:t>
            </a:r>
            <a:r>
              <a:rPr lang="en-US" sz="2500" b="1" kern="0" dirty="0" err="1">
                <a:solidFill>
                  <a:srgbClr val="000000"/>
                </a:solidFill>
                <a:latin typeface="Franklin Gothic Book"/>
              </a:rPr>
              <a:t>nullptr</a:t>
            </a:r>
            <a:r>
              <a:rPr kumimoji="0" 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</a:rPr>
              <a:t>;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62A870-B4F6-D128-E410-8CE39DDF2028}"/>
              </a:ext>
            </a:extLst>
          </p:cNvPr>
          <p:cNvSpPr/>
          <p:nvPr/>
        </p:nvSpPr>
        <p:spPr>
          <a:xfrm>
            <a:off x="6639887" y="446054"/>
            <a:ext cx="409732" cy="442536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 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AA2192F7-91FD-9A05-AA77-BAD76A30D097}"/>
              </a:ext>
            </a:extLst>
          </p:cNvPr>
          <p:cNvSpPr/>
          <p:nvPr/>
        </p:nvSpPr>
        <p:spPr>
          <a:xfrm>
            <a:off x="2602320" y="65775"/>
            <a:ext cx="2875529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Node *temp=Tail;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3B275274-A651-DE13-1B77-346F9DA1A969}"/>
              </a:ext>
            </a:extLst>
          </p:cNvPr>
          <p:cNvSpPr/>
          <p:nvPr/>
        </p:nvSpPr>
        <p:spPr>
          <a:xfrm>
            <a:off x="3003483" y="937720"/>
            <a:ext cx="2883675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{ cout&lt;&lt;temp-&gt;data;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85792B0B-575C-4C0C-9EC9-688CD985CD26}"/>
              </a:ext>
            </a:extLst>
          </p:cNvPr>
          <p:cNvSpPr/>
          <p:nvPr/>
        </p:nvSpPr>
        <p:spPr>
          <a:xfrm>
            <a:off x="5908123" y="936332"/>
            <a:ext cx="2883675" cy="323796"/>
          </a:xfrm>
          <a:prstGeom prst="roundRect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tlCol="0" anchor="ctr"/>
          <a:lstStyle>
            <a:defPPr>
              <a:defRPr lang="en-PK"/>
            </a:defPPr>
            <a:lvl1pPr marL="0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51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02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53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04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55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06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57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08" algn="l" defTabSz="914302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temp =temp-&gt;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prev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; }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ED41304-65A8-374E-D4CD-5CFC28A18608}"/>
              </a:ext>
            </a:extLst>
          </p:cNvPr>
          <p:cNvGrpSpPr/>
          <p:nvPr/>
        </p:nvGrpSpPr>
        <p:grpSpPr>
          <a:xfrm>
            <a:off x="8745655" y="297588"/>
            <a:ext cx="3014804" cy="522073"/>
            <a:chOff x="1159467" y="892336"/>
            <a:chExt cx="2145283" cy="1367627"/>
          </a:xfrm>
          <a:solidFill>
            <a:schemeClr val="accent4">
              <a:lumMod val="40000"/>
              <a:lumOff val="60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48535ADE-04BD-A313-CF9C-6542C7ED315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342900" indent="-342900">
                <a:buSzPct val="200000"/>
                <a:buBlip>
                  <a:blip r:embed="rId2"/>
                </a:buBlip>
              </a:pPr>
              <a:endParaRPr lang="en-PK" sz="40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87D24246-5D24-08D9-9178-A67BC2D520CC}"/>
                </a:ext>
              </a:extLst>
            </p:cNvPr>
            <p:cNvSpPr txBox="1"/>
            <p:nvPr/>
          </p:nvSpPr>
          <p:spPr>
            <a:xfrm>
              <a:off x="1192171" y="1202825"/>
              <a:ext cx="1194480" cy="84987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SzPct val="300000"/>
              </a:pPr>
              <a:r>
                <a:rPr lang="en-US" sz="4000" b="1" kern="1200" dirty="0">
                  <a:solidFill>
                    <a:srgbClr val="FF0000"/>
                  </a:solidFill>
                </a:rPr>
                <a:t> temp:</a:t>
              </a:r>
              <a:endParaRPr lang="en-PK" sz="4000" b="1" kern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CCC9A8C-5553-CB16-5F87-AA838EA1E7B9}"/>
              </a:ext>
            </a:extLst>
          </p:cNvPr>
          <p:cNvGrpSpPr/>
          <p:nvPr/>
        </p:nvGrpSpPr>
        <p:grpSpPr>
          <a:xfrm>
            <a:off x="10422491" y="408109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9BFAB7BB-BD2E-0ACD-C382-B4E99D669CB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3" name="Rectangle: Rounded Corners 4">
              <a:extLst>
                <a:ext uri="{FF2B5EF4-FFF2-40B4-BE49-F238E27FC236}">
                  <a16:creationId xmlns:a16="http://schemas.microsoft.com/office/drawing/2014/main" id="{88EBFD60-BD54-D23C-DE72-0997631F832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101DAD5-83C9-9B45-4D1E-3D2AFEAC4F94}"/>
              </a:ext>
            </a:extLst>
          </p:cNvPr>
          <p:cNvGrpSpPr/>
          <p:nvPr/>
        </p:nvGrpSpPr>
        <p:grpSpPr>
          <a:xfrm>
            <a:off x="10422491" y="408109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85550BB7-3F9B-119B-BD87-E3FECBF741D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A137DC80-BC02-7631-9A23-3AC29C3383F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0x550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0814D9C-B178-7056-DE6E-9CA6D547AA41}"/>
              </a:ext>
            </a:extLst>
          </p:cNvPr>
          <p:cNvGrpSpPr/>
          <p:nvPr/>
        </p:nvGrpSpPr>
        <p:grpSpPr>
          <a:xfrm>
            <a:off x="10422491" y="408109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E51EF056-B411-031E-22EB-493F3642115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C7AC9612-0702-D55F-BB82-08A4F81A743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469EB4B-B1A8-59DA-AFEE-7C39BCF238E0}"/>
              </a:ext>
            </a:extLst>
          </p:cNvPr>
          <p:cNvGrpSpPr/>
          <p:nvPr/>
        </p:nvGrpSpPr>
        <p:grpSpPr>
          <a:xfrm>
            <a:off x="10422491" y="408109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2ACCB392-7138-3004-D58B-04661556D17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9E3DFC88-98A8-D058-C49E-86A6279C946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EFB55E7-5F67-B073-5D7E-57EC6F406139}"/>
              </a:ext>
            </a:extLst>
          </p:cNvPr>
          <p:cNvGrpSpPr/>
          <p:nvPr/>
        </p:nvGrpSpPr>
        <p:grpSpPr>
          <a:xfrm>
            <a:off x="10422491" y="408109"/>
            <a:ext cx="1218527" cy="32821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D455253C-E867-B664-4AED-A3A6A88B8AB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6" name="Rectangle: Rounded Corners 4">
              <a:extLst>
                <a:ext uri="{FF2B5EF4-FFF2-40B4-BE49-F238E27FC236}">
                  <a16:creationId xmlns:a16="http://schemas.microsoft.com/office/drawing/2014/main" id="{F2A77685-6CA1-0689-09BE-59F058EECCC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667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7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5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1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9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7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autoRev="1" fill="remov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>
                      <p:stCondLst>
                        <p:cond delay="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7" presetClass="emph" presetSubtype="0" repeatCount="500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5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" dur="250" autoRev="1" fill="remov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</p:childTnLst>
        </p:cTn>
      </p:par>
    </p:tnLst>
    <p:bldLst>
      <p:bldP spid="81" grpId="0" animBg="1"/>
      <p:bldP spid="81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06FC86-90B7-790B-CC72-BBCEAB0F88C3}"/>
              </a:ext>
            </a:extLst>
          </p:cNvPr>
          <p:cNvSpPr txBox="1"/>
          <p:nvPr/>
        </p:nvSpPr>
        <p:spPr>
          <a:xfrm>
            <a:off x="198327" y="56138"/>
            <a:ext cx="73714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class LinkedList{</a:t>
            </a:r>
          </a:p>
          <a:p>
            <a:r>
              <a:rPr lang="en-PK" sz="2000" b="1" dirty="0"/>
              <a:t>private:</a:t>
            </a:r>
          </a:p>
          <a:p>
            <a:r>
              <a:rPr lang="en-PK" sz="2000" b="1" dirty="0"/>
              <a:t>    Node *head</a:t>
            </a:r>
            <a:r>
              <a:rPr lang="en-US" sz="2000" b="1" dirty="0"/>
              <a:t>, *tail</a:t>
            </a:r>
            <a:r>
              <a:rPr lang="en-PK" sz="2000" b="1" dirty="0"/>
              <a:t>;</a:t>
            </a:r>
          </a:p>
          <a:p>
            <a:r>
              <a:rPr lang="en-PK" sz="2000" b="1" dirty="0"/>
              <a:t>    int </a:t>
            </a:r>
            <a:r>
              <a:rPr lang="en-PK" sz="2000" b="1" dirty="0" err="1"/>
              <a:t>val</a:t>
            </a:r>
            <a:r>
              <a:rPr lang="en-PK" sz="2000" b="1" dirty="0"/>
              <a:t>, </a:t>
            </a:r>
            <a:r>
              <a:rPr lang="en-PK" sz="2000" b="1" dirty="0" err="1"/>
              <a:t>afterVal</a:t>
            </a:r>
            <a:r>
              <a:rPr lang="en-PK" sz="2000" b="1" dirty="0"/>
              <a:t>;</a:t>
            </a:r>
          </a:p>
          <a:p>
            <a:r>
              <a:rPr lang="en-PK" sz="2000" b="1" dirty="0"/>
              <a:t>public:</a:t>
            </a:r>
          </a:p>
          <a:p>
            <a:r>
              <a:rPr lang="en-PK" sz="2000" b="1" dirty="0"/>
              <a:t>    LinkedList() : head(nullptr), tail(nullptr), val(0), afterVal(0) {</a:t>
            </a:r>
            <a:r>
              <a:rPr lang="en-US" sz="2000" b="1" dirty="0"/>
              <a:t> </a:t>
            </a:r>
            <a:r>
              <a:rPr lang="en-PK" sz="2000" b="1" dirty="0"/>
              <a:t>}</a:t>
            </a:r>
            <a:r>
              <a:rPr lang="en-US" sz="2000" b="1" dirty="0"/>
              <a:t>    </a:t>
            </a:r>
            <a:endParaRPr lang="en-PK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86E42-AAB4-1D39-3666-92EB6DF2D4A7}"/>
              </a:ext>
            </a:extLst>
          </p:cNvPr>
          <p:cNvSpPr txBox="1"/>
          <p:nvPr/>
        </p:nvSpPr>
        <p:spPr>
          <a:xfrm>
            <a:off x="318249" y="195717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/>
            </a:lvl1pPr>
          </a:lstStyle>
          <a:p>
            <a:r>
              <a:rPr lang="en-PK" sz="2000" b="1" dirty="0"/>
              <a:t> void </a:t>
            </a:r>
            <a:r>
              <a:rPr lang="en-PK" sz="2000" b="1" dirty="0" err="1"/>
              <a:t>insertionAtBeginning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  <a:endParaRPr lang="en-PK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5B7BDE-477F-E08D-75F6-95AB07CCFF98}"/>
              </a:ext>
            </a:extLst>
          </p:cNvPr>
          <p:cNvSpPr txBox="1"/>
          <p:nvPr/>
        </p:nvSpPr>
        <p:spPr>
          <a:xfrm>
            <a:off x="393200" y="2302907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insertionAtEnd</a:t>
            </a:r>
            <a:r>
              <a:rPr lang="en-US" sz="2000" b="1" dirty="0"/>
              <a:t>( );</a:t>
            </a:r>
            <a:endParaRPr lang="en-PK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5A1874-474D-3FEB-A109-B50E31C9CBE3}"/>
              </a:ext>
            </a:extLst>
          </p:cNvPr>
          <p:cNvSpPr txBox="1"/>
          <p:nvPr/>
        </p:nvSpPr>
        <p:spPr>
          <a:xfrm>
            <a:off x="393200" y="274926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insertionAfterValue</a:t>
            </a:r>
            <a:r>
              <a:rPr lang="en-US" sz="2000" b="1" dirty="0"/>
              <a:t>( );</a:t>
            </a:r>
            <a:endParaRPr lang="en-PK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F397F-80BC-8EC3-9E2A-DBDEED77FDC6}"/>
              </a:ext>
            </a:extLst>
          </p:cNvPr>
          <p:cNvSpPr txBox="1"/>
          <p:nvPr/>
        </p:nvSpPr>
        <p:spPr>
          <a:xfrm>
            <a:off x="395700" y="309653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deleteByValue</a:t>
            </a:r>
            <a:r>
              <a:rPr lang="en-US" sz="2000" b="1" dirty="0"/>
              <a:t>();</a:t>
            </a:r>
            <a:endParaRPr lang="en-PK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7DBC1-56DB-8942-C7B4-020C19F85DC0}"/>
              </a:ext>
            </a:extLst>
          </p:cNvPr>
          <p:cNvSpPr txBox="1"/>
          <p:nvPr/>
        </p:nvSpPr>
        <p:spPr>
          <a:xfrm>
            <a:off x="398200" y="3518755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bool </a:t>
            </a:r>
            <a:r>
              <a:rPr lang="en-PK" sz="2000" b="1" dirty="0" err="1"/>
              <a:t>searchByValue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 </a:t>
            </a:r>
            <a:endParaRPr lang="en-PK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31900-4A8E-B5E7-831B-6BD6B65015CC}"/>
              </a:ext>
            </a:extLst>
          </p:cNvPr>
          <p:cNvSpPr txBox="1"/>
          <p:nvPr/>
        </p:nvSpPr>
        <p:spPr>
          <a:xfrm>
            <a:off x="413440" y="3899755"/>
            <a:ext cx="60935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int </a:t>
            </a:r>
            <a:r>
              <a:rPr lang="en-PK" sz="2000" b="1" dirty="0" err="1"/>
              <a:t>countNodes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reverseList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displayReverseUsingStack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display(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bool </a:t>
            </a:r>
            <a:r>
              <a:rPr lang="en-PK" sz="2000" b="1" dirty="0" err="1"/>
              <a:t>isListEmpty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convertToCircular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void </a:t>
            </a:r>
            <a:r>
              <a:rPr lang="en-PK" sz="2000" b="1" dirty="0" err="1"/>
              <a:t>traverseCircular</a:t>
            </a:r>
            <a:r>
              <a:rPr lang="en-PK" sz="2000" b="1" dirty="0"/>
              <a:t>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</a:t>
            </a:r>
          </a:p>
          <a:p>
            <a:r>
              <a:rPr lang="en-PK" sz="2000" b="1" dirty="0"/>
              <a:t>~LinkedList(</a:t>
            </a:r>
            <a:r>
              <a:rPr lang="en-US" sz="2000" b="1" dirty="0"/>
              <a:t> </a:t>
            </a:r>
            <a:r>
              <a:rPr lang="en-PK" sz="2000" b="1" dirty="0"/>
              <a:t>)</a:t>
            </a:r>
            <a:r>
              <a:rPr lang="en-US" sz="2000" b="1" dirty="0"/>
              <a:t>;   } ;</a:t>
            </a:r>
            <a:endParaRPr lang="en-PK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9FAE11-AC70-FB68-BC04-094CF99243CD}"/>
              </a:ext>
            </a:extLst>
          </p:cNvPr>
          <p:cNvSpPr txBox="1"/>
          <p:nvPr/>
        </p:nvSpPr>
        <p:spPr>
          <a:xfrm>
            <a:off x="445670" y="6399363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void </a:t>
            </a:r>
            <a:r>
              <a:rPr lang="en-US" sz="2000" b="1" dirty="0" err="1"/>
              <a:t>displayMenu</a:t>
            </a:r>
            <a:r>
              <a:rPr lang="en-US" sz="2000" b="1" dirty="0"/>
              <a:t>( ); </a:t>
            </a:r>
            <a:endParaRPr lang="en-PK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D745B-162B-279B-A4AD-219CA3A3D695}"/>
              </a:ext>
            </a:extLst>
          </p:cNvPr>
          <p:cNvSpPr txBox="1"/>
          <p:nvPr/>
        </p:nvSpPr>
        <p:spPr>
          <a:xfrm>
            <a:off x="7623528" y="676331"/>
            <a:ext cx="45108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class Node{</a:t>
            </a:r>
          </a:p>
          <a:p>
            <a:r>
              <a:rPr lang="en-US" sz="2000" b="1" dirty="0"/>
              <a:t>public:    </a:t>
            </a:r>
          </a:p>
          <a:p>
            <a:r>
              <a:rPr lang="en-US" sz="2000" b="1" dirty="0"/>
              <a:t>              int data;    </a:t>
            </a:r>
          </a:p>
          <a:p>
            <a:r>
              <a:rPr lang="en-US" sz="2000" b="1" dirty="0"/>
              <a:t>              Node *next, *</a:t>
            </a:r>
            <a:r>
              <a:rPr lang="en-US" sz="2000" b="1" dirty="0" err="1"/>
              <a:t>prev</a:t>
            </a:r>
            <a:r>
              <a:rPr lang="en-US" sz="2000" b="1" dirty="0"/>
              <a:t>;    </a:t>
            </a:r>
          </a:p>
          <a:p>
            <a:r>
              <a:rPr lang="en-US" sz="2000" b="1" dirty="0"/>
              <a:t>Node(int </a:t>
            </a:r>
            <a:r>
              <a:rPr lang="en-US" sz="2000" b="1" dirty="0" err="1"/>
              <a:t>val</a:t>
            </a:r>
            <a:r>
              <a:rPr lang="en-US" sz="2000" b="1" dirty="0"/>
              <a:t>=0): data(</a:t>
            </a:r>
            <a:r>
              <a:rPr lang="en-US" sz="2000" b="1" dirty="0" err="1"/>
              <a:t>val</a:t>
            </a:r>
            <a:r>
              <a:rPr lang="en-US" sz="2000" b="1" dirty="0"/>
              <a:t>), next(</a:t>
            </a:r>
            <a:r>
              <a:rPr lang="en-US" sz="2000" b="1" dirty="0" err="1"/>
              <a:t>nullptr</a:t>
            </a:r>
            <a:r>
              <a:rPr lang="en-US" sz="2000" b="1" dirty="0"/>
              <a:t>),</a:t>
            </a:r>
            <a:r>
              <a:rPr lang="en-US" sz="2000" b="1" dirty="0" err="1"/>
              <a:t>prev</a:t>
            </a:r>
            <a:r>
              <a:rPr lang="en-US" sz="2000" b="1" dirty="0"/>
              <a:t>(</a:t>
            </a:r>
            <a:r>
              <a:rPr lang="en-US" sz="2000" b="1" dirty="0" err="1"/>
              <a:t>nullptr</a:t>
            </a:r>
            <a:r>
              <a:rPr lang="en-US" sz="2000" b="1" dirty="0"/>
              <a:t>) </a:t>
            </a:r>
          </a:p>
          <a:p>
            <a:r>
              <a:rPr lang="en-US" sz="2000" b="1" dirty="0"/>
              <a:t>{   }</a:t>
            </a:r>
          </a:p>
          <a:p>
            <a:r>
              <a:rPr lang="en-US" sz="2000" b="1" dirty="0"/>
              <a:t>};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AEF253-4C39-4DD5-E82E-C7AB46EA4DA0}"/>
              </a:ext>
            </a:extLst>
          </p:cNvPr>
          <p:cNvSpPr txBox="1"/>
          <p:nvPr/>
        </p:nvSpPr>
        <p:spPr>
          <a:xfrm>
            <a:off x="7476128" y="3691847"/>
            <a:ext cx="45108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 main(){</a:t>
            </a:r>
          </a:p>
          <a:p>
            <a:r>
              <a:rPr lang="en-US" sz="2000" b="1" dirty="0"/>
              <a:t> LinkedList list1;</a:t>
            </a:r>
          </a:p>
          <a:p>
            <a:r>
              <a:rPr lang="en-US" sz="2000" b="1" dirty="0"/>
              <a:t>……………………….</a:t>
            </a:r>
          </a:p>
          <a:p>
            <a:r>
              <a:rPr lang="en-US" sz="2000" b="1" dirty="0"/>
              <a:t>……………………….</a:t>
            </a:r>
          </a:p>
          <a:p>
            <a:r>
              <a:rPr lang="en-US" sz="2000" b="1" dirty="0"/>
              <a:t>……………………….</a:t>
            </a:r>
          </a:p>
          <a:p>
            <a:r>
              <a:rPr lang="en-US" sz="2000" b="1" dirty="0"/>
              <a:t>}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904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  <p:bldP spid="13" grpId="0"/>
      <p:bldP spid="14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D99FFC-1717-D906-509A-CC46AD5E792D}"/>
              </a:ext>
            </a:extLst>
          </p:cNvPr>
          <p:cNvSpPr txBox="1"/>
          <p:nvPr/>
        </p:nvSpPr>
        <p:spPr>
          <a:xfrm>
            <a:off x="-1" y="2809651"/>
            <a:ext cx="584400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int main(){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LinkedList list1;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………………..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}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insertionAtBeginning</a:t>
            </a:r>
            <a:r>
              <a:rPr lang="en-US" sz="2000" b="1" dirty="0">
                <a:solidFill>
                  <a:srgbClr val="002060"/>
                </a:solidFill>
              </a:rPr>
              <a:t>()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cout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cin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Node(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if (head == </a:t>
            </a:r>
            <a:r>
              <a:rPr lang="en-US" sz="2000" b="1" dirty="0" err="1">
                <a:solidFill>
                  <a:srgbClr val="002060"/>
                </a:solidFill>
              </a:rPr>
              <a:t>nullptr</a:t>
            </a:r>
            <a:r>
              <a:rPr lang="en-US" sz="2000" b="1" dirty="0">
                <a:solidFill>
                  <a:srgbClr val="002060"/>
                </a:solidFill>
              </a:rPr>
              <a:t>) { head =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  } else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-&gt;next = head;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head-&gt;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head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      }            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15B7A2-25C5-CFB3-013B-CC00107179D9}"/>
              </a:ext>
            </a:extLst>
          </p:cNvPr>
          <p:cNvGrpSpPr/>
          <p:nvPr/>
        </p:nvGrpSpPr>
        <p:grpSpPr>
          <a:xfrm>
            <a:off x="6056529" y="16030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1A34EBB-1466-0020-7461-3681ABAFF82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FCCB721E-9352-9EA3-89A8-F3F4B897A4D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347CC99-3A21-C58D-25A1-6C4B41D25DC1}"/>
              </a:ext>
            </a:extLst>
          </p:cNvPr>
          <p:cNvGrpSpPr/>
          <p:nvPr/>
        </p:nvGrpSpPr>
        <p:grpSpPr>
          <a:xfrm>
            <a:off x="6307927" y="7070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74FA552-CCA8-3D26-54A4-094338DDB0E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4579575C-88B6-A34C-22D0-C636695B3C3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9D1B3B-271E-AC40-D8B0-B62B33BC22C5}"/>
              </a:ext>
            </a:extLst>
          </p:cNvPr>
          <p:cNvGrpSpPr/>
          <p:nvPr/>
        </p:nvGrpSpPr>
        <p:grpSpPr>
          <a:xfrm>
            <a:off x="6336148" y="71531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3068E16-4A96-01E1-42FD-0D9AACDC020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CB244CAA-B4F0-4FA0-3027-3A44BF7318C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C336C9-7B9D-8E43-A480-551EB1E2C90E}"/>
              </a:ext>
            </a:extLst>
          </p:cNvPr>
          <p:cNvGrpSpPr/>
          <p:nvPr/>
        </p:nvGrpSpPr>
        <p:grpSpPr>
          <a:xfrm>
            <a:off x="5958344" y="5311776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07E9975-85DB-9769-6AC0-B5F8DF779D2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E0955031-F03D-3833-1758-F50CE09295BC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DC2FFA9-EB72-E541-AC4F-C3DAFF31EE01}"/>
              </a:ext>
            </a:extLst>
          </p:cNvPr>
          <p:cNvGrpSpPr/>
          <p:nvPr/>
        </p:nvGrpSpPr>
        <p:grpSpPr>
          <a:xfrm>
            <a:off x="5992162" y="590637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0BDF06B-933E-F4AE-064E-4F617F8ACF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2" name="Rectangle: Rounded Corners 4">
              <a:extLst>
                <a:ext uri="{FF2B5EF4-FFF2-40B4-BE49-F238E27FC236}">
                  <a16:creationId xmlns:a16="http://schemas.microsoft.com/office/drawing/2014/main" id="{76FA3CC7-C9E5-07C6-BEF6-11C17E9663A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101722E-DF18-CEA6-74C0-215424AF0269}"/>
              </a:ext>
            </a:extLst>
          </p:cNvPr>
          <p:cNvSpPr txBox="1"/>
          <p:nvPr/>
        </p:nvSpPr>
        <p:spPr>
          <a:xfrm>
            <a:off x="32452" y="-15525"/>
            <a:ext cx="6258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800" b="1" dirty="0">
                <a:solidFill>
                  <a:srgbClr val="7030A0"/>
                </a:solidFill>
              </a:rPr>
              <a:t>class LinkedList{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private:    Node *head</a:t>
            </a:r>
            <a:r>
              <a:rPr lang="en-US" b="1" dirty="0">
                <a:solidFill>
                  <a:srgbClr val="7030A0"/>
                </a:solidFill>
              </a:rPr>
              <a:t>, *tail;</a:t>
            </a:r>
            <a:r>
              <a:rPr lang="en-PK" sz="1800" b="1" dirty="0">
                <a:solidFill>
                  <a:srgbClr val="7030A0"/>
                </a:solidFill>
              </a:rPr>
              <a:t> 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                  </a:t>
            </a:r>
            <a:r>
              <a:rPr lang="en-PK" sz="1800" b="1" dirty="0">
                <a:solidFill>
                  <a:srgbClr val="7030A0"/>
                </a:solidFill>
              </a:rPr>
              <a:t>   int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, 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;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public: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LinkedList() : head(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tail(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(0),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(0)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PK" sz="1800" b="1" dirty="0">
                <a:solidFill>
                  <a:srgbClr val="7030A0"/>
                </a:solidFill>
              </a:rPr>
              <a:t>{</a:t>
            </a:r>
            <a:r>
              <a:rPr lang="en-US" sz="1800" b="1" dirty="0">
                <a:solidFill>
                  <a:srgbClr val="7030A0"/>
                </a:solidFill>
              </a:rPr>
              <a:t>  </a:t>
            </a:r>
            <a:r>
              <a:rPr lang="en-PK" sz="1800" b="1" dirty="0">
                <a:solidFill>
                  <a:srgbClr val="7030A0"/>
                </a:solidFill>
              </a:rPr>
              <a:t>}</a:t>
            </a:r>
            <a:r>
              <a:rPr lang="en-US" sz="1800" b="1" dirty="0">
                <a:solidFill>
                  <a:srgbClr val="7030A0"/>
                </a:solidFill>
              </a:rPr>
              <a:t>   } ;    </a:t>
            </a:r>
            <a:endParaRPr lang="en-PK" sz="18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7B52AD-8B2D-2EE1-D23C-A0A307272F65}"/>
              </a:ext>
            </a:extLst>
          </p:cNvPr>
          <p:cNvSpPr txBox="1"/>
          <p:nvPr/>
        </p:nvSpPr>
        <p:spPr>
          <a:xfrm>
            <a:off x="29980" y="1644438"/>
            <a:ext cx="6325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class Node{</a:t>
            </a:r>
          </a:p>
          <a:p>
            <a:r>
              <a:rPr lang="en-US" sz="1800" b="1" dirty="0"/>
              <a:t>public:     int data;    Node *next, *</a:t>
            </a:r>
            <a:r>
              <a:rPr lang="en-US" sz="1800" b="1" dirty="0" err="1"/>
              <a:t>prev</a:t>
            </a:r>
            <a:r>
              <a:rPr lang="en-US" sz="1800" b="1" dirty="0"/>
              <a:t>;    </a:t>
            </a:r>
          </a:p>
          <a:p>
            <a:r>
              <a:rPr lang="en-US" sz="1800" b="1" dirty="0"/>
              <a:t>Node(int </a:t>
            </a:r>
            <a:r>
              <a:rPr lang="en-US" sz="1800" b="1" dirty="0" err="1"/>
              <a:t>val</a:t>
            </a:r>
            <a:r>
              <a:rPr lang="en-US" sz="1800" b="1" dirty="0"/>
              <a:t>=0): data(</a:t>
            </a:r>
            <a:r>
              <a:rPr lang="en-US" sz="1800" b="1" dirty="0" err="1"/>
              <a:t>val</a:t>
            </a:r>
            <a:r>
              <a:rPr lang="en-US" sz="1800" b="1" dirty="0"/>
              <a:t>), next(</a:t>
            </a:r>
            <a:r>
              <a:rPr lang="en-US" sz="1800" b="1" dirty="0" err="1"/>
              <a:t>nullptr</a:t>
            </a:r>
            <a:r>
              <a:rPr lang="en-US" sz="1800" b="1" dirty="0"/>
              <a:t>), </a:t>
            </a:r>
            <a:r>
              <a:rPr lang="en-US" sz="1800" b="1" dirty="0" err="1"/>
              <a:t>prev</a:t>
            </a:r>
            <a:r>
              <a:rPr lang="en-US" sz="1800" b="1" dirty="0"/>
              <a:t>(</a:t>
            </a:r>
            <a:r>
              <a:rPr lang="en-US" sz="1800" b="1" dirty="0" err="1"/>
              <a:t>nullptr</a:t>
            </a:r>
            <a:r>
              <a:rPr lang="en-US" sz="1800" b="1" dirty="0"/>
              <a:t>) {   }</a:t>
            </a:r>
          </a:p>
          <a:p>
            <a:r>
              <a:rPr lang="en-US" sz="1800" b="1" dirty="0"/>
              <a:t>};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C4BFA6-D89E-EDE1-3AA8-7483699BC10D}"/>
              </a:ext>
            </a:extLst>
          </p:cNvPr>
          <p:cNvGrpSpPr/>
          <p:nvPr/>
        </p:nvGrpSpPr>
        <p:grpSpPr>
          <a:xfrm>
            <a:off x="5991440" y="591093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DE1B27C-F759-2CB9-41F5-F9C962354BC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31324E85-EE43-A977-567C-6CF9C7318A5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AA225B-8197-B7F0-DD1D-D121F40E427F}"/>
              </a:ext>
            </a:extLst>
          </p:cNvPr>
          <p:cNvGrpSpPr/>
          <p:nvPr/>
        </p:nvGrpSpPr>
        <p:grpSpPr>
          <a:xfrm>
            <a:off x="4793925" y="4678341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96A549C-C5F7-B14C-60A4-31C26375033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839E782A-D004-A926-293B-26D1F738678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A9AD458-4318-7FD5-94D4-593F958F587A}"/>
              </a:ext>
            </a:extLst>
          </p:cNvPr>
          <p:cNvGrpSpPr/>
          <p:nvPr/>
        </p:nvGrpSpPr>
        <p:grpSpPr>
          <a:xfrm>
            <a:off x="6951909" y="2507482"/>
            <a:ext cx="4746183" cy="1313586"/>
            <a:chOff x="411300" y="1905801"/>
            <a:chExt cx="4746183" cy="1313586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172D317-E8DC-2CCF-2559-520CCE583552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F4B15993-6E3F-7374-5507-AA21A5B5A704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542AFD13-1912-2F74-D449-898C686C70AF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: Rounded Corners 4">
                  <a:extLst>
                    <a:ext uri="{FF2B5EF4-FFF2-40B4-BE49-F238E27FC236}">
                      <a16:creationId xmlns:a16="http://schemas.microsoft.com/office/drawing/2014/main" id="{8C8B70B1-2C74-E215-7E6E-BAB78AED7F87}"/>
                    </a:ext>
                  </a:extLst>
                </p:cNvPr>
                <p:cNvSpPr txBox="1"/>
                <p:nvPr/>
              </p:nvSpPr>
              <p:spPr>
                <a:xfrm>
                  <a:off x="1181081" y="1069541"/>
                  <a:ext cx="1923723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3800" b="1" i="0" u="sng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newNnode</a:t>
                  </a:r>
                  <a:endParaRPr kumimoji="0" lang="en-PK" sz="3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AE51A1FF-6FB1-8224-2D5F-C6256AD5EA19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04F84BB-B1DA-DF86-74E5-27C8C13E1771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91F08774-486F-F297-D620-5082F0A01D2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4">
                  <a:extLst>
                    <a:ext uri="{FF2B5EF4-FFF2-40B4-BE49-F238E27FC236}">
                      <a16:creationId xmlns:a16="http://schemas.microsoft.com/office/drawing/2014/main" id="{8B906C21-2EB0-CE05-E5FD-21DFC9BF3900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AB0D054-D091-0C31-CA7E-25D5EFF0C5CE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50171D69-E504-D181-7086-1F552CA2003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4">
                  <a:extLst>
                    <a:ext uri="{FF2B5EF4-FFF2-40B4-BE49-F238E27FC236}">
                      <a16:creationId xmlns:a16="http://schemas.microsoft.com/office/drawing/2014/main" id="{C4221262-61DC-64B0-B356-0357AE89697F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9C1A2E65-650D-7A86-B7D8-A37EC5105D33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018A8F9-0F4D-2D63-CF3D-9EF53059380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4">
                  <a:extLst>
                    <a:ext uri="{FF2B5EF4-FFF2-40B4-BE49-F238E27FC236}">
                      <a16:creationId xmlns:a16="http://schemas.microsoft.com/office/drawing/2014/main" id="{8AD36366-9E6D-19A7-6BE6-94186B8CC00F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16B6E9A-845F-3C99-2139-4873DC972D7F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93E8A826-D16C-7C7A-6FF1-8A1DEF53E595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4">
                <a:extLst>
                  <a:ext uri="{FF2B5EF4-FFF2-40B4-BE49-F238E27FC236}">
                    <a16:creationId xmlns:a16="http://schemas.microsoft.com/office/drawing/2014/main" id="{F588BF03-3DE0-86AB-DC47-0F4EA9285B19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C570ECC-25EF-0F10-9676-8B1AD91857D7}"/>
              </a:ext>
            </a:extLst>
          </p:cNvPr>
          <p:cNvGrpSpPr/>
          <p:nvPr/>
        </p:nvGrpSpPr>
        <p:grpSpPr>
          <a:xfrm>
            <a:off x="9372915" y="3346121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04EA3062-57DC-FB60-E730-3E7C10D2B46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0B1D434D-7824-8721-D897-8DDA7EB1EE2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F41A750-C5F8-5FE4-968B-21BC420F9940}"/>
              </a:ext>
            </a:extLst>
          </p:cNvPr>
          <p:cNvGrpSpPr/>
          <p:nvPr/>
        </p:nvGrpSpPr>
        <p:grpSpPr>
          <a:xfrm>
            <a:off x="7675468" y="3338212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7AC5D7C0-60E4-5F52-A13D-5DECBC70216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0A2798A2-6164-74B1-FB75-339F3CE16ED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59C621E-46AA-1266-17AB-688103BD800E}"/>
              </a:ext>
            </a:extLst>
          </p:cNvPr>
          <p:cNvGrpSpPr/>
          <p:nvPr/>
        </p:nvGrpSpPr>
        <p:grpSpPr>
          <a:xfrm>
            <a:off x="10690144" y="335939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2AB18810-79C1-92C0-CAE3-37254CED05E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B6433392-D4BD-D05D-BF83-40D3126E0BD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19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329C-AA01-7735-1710-3500A7B9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35DA46-142A-A2EC-3D2E-CD16B31C4289}"/>
              </a:ext>
            </a:extLst>
          </p:cNvPr>
          <p:cNvSpPr txBox="1"/>
          <p:nvPr/>
        </p:nvSpPr>
        <p:spPr>
          <a:xfrm>
            <a:off x="46767" y="2934176"/>
            <a:ext cx="58440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insertionAtBeginning</a:t>
            </a:r>
            <a:r>
              <a:rPr lang="en-US" sz="2000" b="1" dirty="0">
                <a:solidFill>
                  <a:srgbClr val="002060"/>
                </a:solidFill>
              </a:rPr>
              <a:t>( 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cout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cin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Node(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if (head == </a:t>
            </a:r>
            <a:r>
              <a:rPr lang="en-US" sz="2000" b="1" dirty="0" err="1">
                <a:solidFill>
                  <a:srgbClr val="002060"/>
                </a:solidFill>
              </a:rPr>
              <a:t>nullptr</a:t>
            </a:r>
            <a:r>
              <a:rPr lang="en-US" sz="2000" b="1" dirty="0">
                <a:solidFill>
                  <a:srgbClr val="002060"/>
                </a:solidFill>
              </a:rPr>
              <a:t>) { head =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  } else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-&gt;next = head;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head-&gt;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    head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}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537B6D-7882-949D-E66F-CB02DFDD9D3D}"/>
              </a:ext>
            </a:extLst>
          </p:cNvPr>
          <p:cNvGrpSpPr/>
          <p:nvPr/>
        </p:nvGrpSpPr>
        <p:grpSpPr>
          <a:xfrm>
            <a:off x="5323208" y="115042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AA016F9-ECB7-8DDF-A10B-9C70A13BC20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F392E3D9-E9B3-7916-5116-ADD8FEB9AD5E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4923F6-7ABC-1A45-CD37-FEE588204A87}"/>
              </a:ext>
            </a:extLst>
          </p:cNvPr>
          <p:cNvGrpSpPr/>
          <p:nvPr/>
        </p:nvGrpSpPr>
        <p:grpSpPr>
          <a:xfrm>
            <a:off x="5583233" y="68627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76BAFA3-3A13-9AE8-925A-86F0A7EA66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E694DF50-E9E7-A614-0B66-6B1609ED50D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075836-E927-909F-ABA4-090F1D265FA5}"/>
              </a:ext>
            </a:extLst>
          </p:cNvPr>
          <p:cNvGrpSpPr/>
          <p:nvPr/>
        </p:nvGrpSpPr>
        <p:grpSpPr>
          <a:xfrm>
            <a:off x="6385409" y="472374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F8B5999-3F34-DC7C-E4E9-95BB04151B5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39" name="Rectangle: Rounded Corners 4">
              <a:extLst>
                <a:ext uri="{FF2B5EF4-FFF2-40B4-BE49-F238E27FC236}">
                  <a16:creationId xmlns:a16="http://schemas.microsoft.com/office/drawing/2014/main" id="{ED2B14F6-19CC-2766-0BD8-6A91BBD27348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8054A4A-3708-1635-F35B-C631C75B1C69}"/>
              </a:ext>
            </a:extLst>
          </p:cNvPr>
          <p:cNvSpPr txBox="1"/>
          <p:nvPr/>
        </p:nvSpPr>
        <p:spPr>
          <a:xfrm>
            <a:off x="32452" y="-15525"/>
            <a:ext cx="6258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800" b="1" dirty="0">
                <a:solidFill>
                  <a:srgbClr val="7030A0"/>
                </a:solidFill>
              </a:rPr>
              <a:t>class LinkedList{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private:    Node *head</a:t>
            </a:r>
            <a:r>
              <a:rPr lang="en-US" b="1" dirty="0">
                <a:solidFill>
                  <a:srgbClr val="7030A0"/>
                </a:solidFill>
              </a:rPr>
              <a:t>, *tail;</a:t>
            </a:r>
            <a:r>
              <a:rPr lang="en-PK" sz="1800" b="1" dirty="0">
                <a:solidFill>
                  <a:srgbClr val="7030A0"/>
                </a:solidFill>
              </a:rPr>
              <a:t> 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                  </a:t>
            </a:r>
            <a:r>
              <a:rPr lang="en-PK" sz="1800" b="1" dirty="0">
                <a:solidFill>
                  <a:srgbClr val="7030A0"/>
                </a:solidFill>
              </a:rPr>
              <a:t>   int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, </a:t>
            </a:r>
            <a:r>
              <a:rPr lang="en-US" sz="1800" b="1" dirty="0">
                <a:solidFill>
                  <a:srgbClr val="7030A0"/>
                </a:solidFill>
              </a:rPr>
              <a:t>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;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public:</a:t>
            </a:r>
          </a:p>
          <a:p>
            <a:r>
              <a:rPr lang="en-PK" sz="1800" b="1" dirty="0">
                <a:solidFill>
                  <a:srgbClr val="7030A0"/>
                </a:solidFill>
              </a:rPr>
              <a:t>LinkedList() : head(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tail(</a:t>
            </a:r>
            <a:r>
              <a:rPr lang="en-PK" sz="1800" b="1" dirty="0" err="1">
                <a:solidFill>
                  <a:srgbClr val="7030A0"/>
                </a:solidFill>
              </a:rPr>
              <a:t>nullptr</a:t>
            </a:r>
            <a:r>
              <a:rPr lang="en-PK" sz="1800" b="1" dirty="0">
                <a:solidFill>
                  <a:srgbClr val="7030A0"/>
                </a:solidFill>
              </a:rPr>
              <a:t>), </a:t>
            </a:r>
            <a:r>
              <a:rPr lang="en-PK" sz="1800" b="1" dirty="0" err="1">
                <a:solidFill>
                  <a:srgbClr val="7030A0"/>
                </a:solidFill>
              </a:rPr>
              <a:t>val</a:t>
            </a:r>
            <a:r>
              <a:rPr lang="en-PK" sz="1800" b="1" dirty="0">
                <a:solidFill>
                  <a:srgbClr val="7030A0"/>
                </a:solidFill>
              </a:rPr>
              <a:t>(0), </a:t>
            </a:r>
            <a:r>
              <a:rPr lang="en-PK" sz="1800" b="1" dirty="0" err="1">
                <a:solidFill>
                  <a:srgbClr val="7030A0"/>
                </a:solidFill>
              </a:rPr>
              <a:t>afterVal</a:t>
            </a:r>
            <a:r>
              <a:rPr lang="en-PK" sz="1800" b="1" dirty="0">
                <a:solidFill>
                  <a:srgbClr val="7030A0"/>
                </a:solidFill>
              </a:rPr>
              <a:t>(0)</a:t>
            </a:r>
            <a:endParaRPr lang="en-US" sz="1800" b="1" dirty="0">
              <a:solidFill>
                <a:srgbClr val="7030A0"/>
              </a:solidFill>
            </a:endParaRPr>
          </a:p>
          <a:p>
            <a:r>
              <a:rPr lang="en-PK" sz="1800" b="1" dirty="0">
                <a:solidFill>
                  <a:srgbClr val="7030A0"/>
                </a:solidFill>
              </a:rPr>
              <a:t>{</a:t>
            </a:r>
            <a:r>
              <a:rPr lang="en-US" sz="1800" b="1" dirty="0">
                <a:solidFill>
                  <a:srgbClr val="7030A0"/>
                </a:solidFill>
              </a:rPr>
              <a:t>  </a:t>
            </a:r>
            <a:r>
              <a:rPr lang="en-PK" sz="1800" b="1" dirty="0">
                <a:solidFill>
                  <a:srgbClr val="7030A0"/>
                </a:solidFill>
              </a:rPr>
              <a:t>}</a:t>
            </a:r>
            <a:r>
              <a:rPr lang="en-US" sz="1800" b="1" dirty="0">
                <a:solidFill>
                  <a:srgbClr val="7030A0"/>
                </a:solidFill>
              </a:rPr>
              <a:t>   } ;    </a:t>
            </a:r>
            <a:endParaRPr lang="en-PK" sz="1800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805CCD-AE19-9198-671A-BD22472C1CFB}"/>
              </a:ext>
            </a:extLst>
          </p:cNvPr>
          <p:cNvSpPr txBox="1"/>
          <p:nvPr/>
        </p:nvSpPr>
        <p:spPr>
          <a:xfrm>
            <a:off x="29980" y="1644438"/>
            <a:ext cx="6325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class Node{</a:t>
            </a:r>
          </a:p>
          <a:p>
            <a:r>
              <a:rPr lang="en-US" sz="1800" b="1" dirty="0"/>
              <a:t>public:     int data;    Node *next, *</a:t>
            </a:r>
            <a:r>
              <a:rPr lang="en-US" sz="1800" b="1" dirty="0" err="1"/>
              <a:t>prev</a:t>
            </a:r>
            <a:r>
              <a:rPr lang="en-US" sz="1800" b="1" dirty="0"/>
              <a:t>;    </a:t>
            </a:r>
          </a:p>
          <a:p>
            <a:r>
              <a:rPr lang="en-US" sz="1800" b="1" dirty="0"/>
              <a:t>Node(int </a:t>
            </a:r>
            <a:r>
              <a:rPr lang="en-US" sz="1800" b="1" dirty="0" err="1"/>
              <a:t>val</a:t>
            </a:r>
            <a:r>
              <a:rPr lang="en-US" sz="1800" b="1" dirty="0"/>
              <a:t>=0): data(</a:t>
            </a:r>
            <a:r>
              <a:rPr lang="en-US" sz="1800" b="1" dirty="0" err="1"/>
              <a:t>val</a:t>
            </a:r>
            <a:r>
              <a:rPr lang="en-US" sz="1800" b="1" dirty="0"/>
              <a:t>), next(</a:t>
            </a:r>
            <a:r>
              <a:rPr lang="en-US" sz="1800" b="1" dirty="0" err="1"/>
              <a:t>nullptr</a:t>
            </a:r>
            <a:r>
              <a:rPr lang="en-US" sz="1800" b="1" dirty="0"/>
              <a:t>), </a:t>
            </a:r>
            <a:r>
              <a:rPr lang="en-US" sz="1800" b="1" dirty="0" err="1"/>
              <a:t>prev</a:t>
            </a:r>
            <a:r>
              <a:rPr lang="en-US" sz="1800" b="1" dirty="0"/>
              <a:t>(</a:t>
            </a:r>
            <a:r>
              <a:rPr lang="en-US" sz="1800" b="1" dirty="0" err="1"/>
              <a:t>nullptr</a:t>
            </a:r>
            <a:r>
              <a:rPr lang="en-US" sz="1800" b="1" dirty="0"/>
              <a:t>) {   }</a:t>
            </a:r>
          </a:p>
          <a:p>
            <a:r>
              <a:rPr lang="en-US" sz="1800" b="1" dirty="0"/>
              <a:t>};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0BE989C-33CD-40F2-C1CD-F5E855D5E1F4}"/>
              </a:ext>
            </a:extLst>
          </p:cNvPr>
          <p:cNvGrpSpPr/>
          <p:nvPr/>
        </p:nvGrpSpPr>
        <p:grpSpPr>
          <a:xfrm>
            <a:off x="6419227" y="532550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F4494F5A-8527-AB82-98B3-D9083D24404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6831D305-9ECE-ECC8-9101-D8F3BEEE4B6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6C3AA31-F1D8-F5D4-8566-0C282B03885F}"/>
              </a:ext>
            </a:extLst>
          </p:cNvPr>
          <p:cNvGrpSpPr/>
          <p:nvPr/>
        </p:nvGrpSpPr>
        <p:grpSpPr>
          <a:xfrm>
            <a:off x="5008657" y="354183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10481E4-73AA-F48D-C244-44E0BC81ACC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8A9A0DEF-656E-5122-CF9E-24766CBC4BC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E78A9F4-4841-92A7-70E1-E9D36A6216C9}"/>
              </a:ext>
            </a:extLst>
          </p:cNvPr>
          <p:cNvGrpSpPr/>
          <p:nvPr/>
        </p:nvGrpSpPr>
        <p:grpSpPr>
          <a:xfrm>
            <a:off x="7224274" y="2767476"/>
            <a:ext cx="4746183" cy="898838"/>
            <a:chOff x="411300" y="2320549"/>
            <a:chExt cx="4746183" cy="898838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667E47F-F2D2-C25B-AAB4-65159C6227B7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9994AD08-EA64-9A35-40ED-4182BBFFBD79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34AB9A0-3693-0B75-4F6C-0966F3922114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E5F2503F-4C4C-B066-FCDF-389F9D5C61E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4">
                  <a:extLst>
                    <a:ext uri="{FF2B5EF4-FFF2-40B4-BE49-F238E27FC236}">
                      <a16:creationId xmlns:a16="http://schemas.microsoft.com/office/drawing/2014/main" id="{3BFEA72D-09CC-4079-1F67-1E89F6587542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FCF2E8F1-ECBB-2F29-4624-EB28A1F9CD52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0687E6C5-598D-ABCC-83BA-DB6354C0439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4">
                  <a:extLst>
                    <a:ext uri="{FF2B5EF4-FFF2-40B4-BE49-F238E27FC236}">
                      <a16:creationId xmlns:a16="http://schemas.microsoft.com/office/drawing/2014/main" id="{8EBF6DD8-3189-8B3D-AB4A-55068097EF10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5C0567C3-9030-4C13-6533-F42ACF4C122F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2D0CA11B-D245-84FE-D604-54E1EFACDFE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4">
                  <a:extLst>
                    <a:ext uri="{FF2B5EF4-FFF2-40B4-BE49-F238E27FC236}">
                      <a16:creationId xmlns:a16="http://schemas.microsoft.com/office/drawing/2014/main" id="{A26C0A37-D2C2-2916-3660-E5D94E03D31B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ECAAC49-9EE1-F1A4-34A7-A379FAF804AF}"/>
                </a:ext>
              </a:extLst>
            </p:cNvPr>
            <p:cNvGrpSpPr/>
            <p:nvPr/>
          </p:nvGrpSpPr>
          <p:grpSpPr>
            <a:xfrm>
              <a:off x="451470" y="2320549"/>
              <a:ext cx="1476060" cy="279815"/>
              <a:chOff x="-1841824" y="2919476"/>
              <a:chExt cx="2598682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65B648BE-D2A4-5239-316F-3A08ACC2C5A1}"/>
                  </a:ext>
                </a:extLst>
              </p:cNvPr>
              <p:cNvSpPr/>
              <p:nvPr/>
            </p:nvSpPr>
            <p:spPr>
              <a:xfrm>
                <a:off x="-1841824" y="2919476"/>
                <a:ext cx="2598682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4">
                <a:extLst>
                  <a:ext uri="{FF2B5EF4-FFF2-40B4-BE49-F238E27FC236}">
                    <a16:creationId xmlns:a16="http://schemas.microsoft.com/office/drawing/2014/main" id="{23F0A0A9-5789-3F20-5A62-1BD76DB4C4C2}"/>
                  </a:ext>
                </a:extLst>
              </p:cNvPr>
              <p:cNvSpPr txBox="1"/>
              <p:nvPr/>
            </p:nvSpPr>
            <p:spPr>
              <a:xfrm>
                <a:off x="-1633346" y="3049555"/>
                <a:ext cx="215760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2131493-AF8F-84DB-2E6D-1970A27C209F}"/>
              </a:ext>
            </a:extLst>
          </p:cNvPr>
          <p:cNvGrpSpPr/>
          <p:nvPr/>
        </p:nvGrpSpPr>
        <p:grpSpPr>
          <a:xfrm>
            <a:off x="9673118" y="319113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D5B5F3A3-9414-E922-F8CE-18764A6742D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929581D9-4BAF-5A08-3BD5-6C02F090859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73C4832-A2DC-434A-070C-95A1A284906A}"/>
              </a:ext>
            </a:extLst>
          </p:cNvPr>
          <p:cNvGrpSpPr/>
          <p:nvPr/>
        </p:nvGrpSpPr>
        <p:grpSpPr>
          <a:xfrm>
            <a:off x="7975671" y="318322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75BA654-78F4-0211-F574-3045F55035A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45722AF5-B692-3C76-D5A9-3A634C9CE7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2672B27-E2E5-02DF-825A-3AD03FE30F2E}"/>
              </a:ext>
            </a:extLst>
          </p:cNvPr>
          <p:cNvGrpSpPr/>
          <p:nvPr/>
        </p:nvGrpSpPr>
        <p:grpSpPr>
          <a:xfrm>
            <a:off x="10990347" y="319535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7BA1E279-650F-50E0-5E14-A7978AECEF4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07617F3A-D73E-1790-D7AE-3E0A8D99964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AA57F2-E0C8-D1F6-8544-A63325EB0414}"/>
              </a:ext>
            </a:extLst>
          </p:cNvPr>
          <p:cNvGrpSpPr/>
          <p:nvPr/>
        </p:nvGrpSpPr>
        <p:grpSpPr>
          <a:xfrm>
            <a:off x="7258814" y="933097"/>
            <a:ext cx="4746183" cy="1313586"/>
            <a:chOff x="411300" y="1905801"/>
            <a:chExt cx="4746183" cy="131358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B29A11B-F848-097A-55F1-47C1F2E5076E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E02C90AD-64E9-9BDF-5228-A2B646061C87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9F2E2463-0B15-4656-978C-A22D7EB8F4C1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: Rounded Corners 4">
                  <a:extLst>
                    <a:ext uri="{FF2B5EF4-FFF2-40B4-BE49-F238E27FC236}">
                      <a16:creationId xmlns:a16="http://schemas.microsoft.com/office/drawing/2014/main" id="{ACE62671-496B-9AC6-E53D-AF7D3DE3C5CB}"/>
                    </a:ext>
                  </a:extLst>
                </p:cNvPr>
                <p:cNvSpPr txBox="1"/>
                <p:nvPr/>
              </p:nvSpPr>
              <p:spPr>
                <a:xfrm>
                  <a:off x="1202695" y="1067248"/>
                  <a:ext cx="1773775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lang="en-US" sz="3800" b="1" u="sng" dirty="0" err="1">
                      <a:solidFill>
                        <a:srgbClr val="FF0000"/>
                      </a:solidFill>
                      <a:latin typeface="Aptos" panose="02110004020202020204"/>
                    </a:rPr>
                    <a:t>newNode</a:t>
                  </a:r>
                  <a:endParaRPr kumimoji="0" lang="en-PK" sz="3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DB83A284-EE9E-0722-D965-4BA2A99AF9D8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4AC7045-0FD7-FD70-FE28-2152B143B677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842B0A3A-5924-5ED2-FBD1-592675308FD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: Rounded Corners 4">
                  <a:extLst>
                    <a:ext uri="{FF2B5EF4-FFF2-40B4-BE49-F238E27FC236}">
                      <a16:creationId xmlns:a16="http://schemas.microsoft.com/office/drawing/2014/main" id="{10127930-E9DD-BDD1-B90E-BB2FD0DC8653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22854EB1-667C-2876-745D-2FE9C562CFE5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0648A066-E355-CBAD-3610-712AC53AE00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: Rounded Corners 4">
                  <a:extLst>
                    <a:ext uri="{FF2B5EF4-FFF2-40B4-BE49-F238E27FC236}">
                      <a16:creationId xmlns:a16="http://schemas.microsoft.com/office/drawing/2014/main" id="{D766EA24-B2D1-5A9F-05C5-1570D0566A49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3A11EB5-9F30-DD1C-E54D-EDB3442E39C2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86E6271B-BD73-9D10-3A42-AA6A8B530BE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Rectangle: Rounded Corners 4">
                  <a:extLst>
                    <a:ext uri="{FF2B5EF4-FFF2-40B4-BE49-F238E27FC236}">
                      <a16:creationId xmlns:a16="http://schemas.microsoft.com/office/drawing/2014/main" id="{32588202-4F74-2155-2C40-AB6E8B231243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057473C-91F6-5696-58DE-E36168A22950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13A9D98-1F58-46D8-2A7C-E37AD5EE684C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5" name="Rectangle: Rounded Corners 4">
                <a:extLst>
                  <a:ext uri="{FF2B5EF4-FFF2-40B4-BE49-F238E27FC236}">
                    <a16:creationId xmlns:a16="http://schemas.microsoft.com/office/drawing/2014/main" id="{0CAED018-4BED-7837-A620-2C191AF4E361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1F652A-BD23-2CEA-93E1-261F7E45F750}"/>
              </a:ext>
            </a:extLst>
          </p:cNvPr>
          <p:cNvGrpSpPr/>
          <p:nvPr/>
        </p:nvGrpSpPr>
        <p:grpSpPr>
          <a:xfrm>
            <a:off x="9654307" y="177023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5169619-A689-B540-137E-39F4416BB11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8763228E-9731-940C-CA6D-AD2F091EF09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1074EA1-BCC6-B7AD-A632-CB32807AF2C4}"/>
              </a:ext>
            </a:extLst>
          </p:cNvPr>
          <p:cNvGrpSpPr/>
          <p:nvPr/>
        </p:nvGrpSpPr>
        <p:grpSpPr>
          <a:xfrm>
            <a:off x="7985655" y="178092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0DEB675-6863-EF02-C6A7-EC799E31AD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6" name="Rectangle: Rounded Corners 4">
              <a:extLst>
                <a:ext uri="{FF2B5EF4-FFF2-40B4-BE49-F238E27FC236}">
                  <a16:creationId xmlns:a16="http://schemas.microsoft.com/office/drawing/2014/main" id="{9327F126-AFA3-6A2B-647F-9006D27CDA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3F2E134-38EC-C18A-D0DB-F0A9766AF4BF}"/>
              </a:ext>
            </a:extLst>
          </p:cNvPr>
          <p:cNvGrpSpPr/>
          <p:nvPr/>
        </p:nvGrpSpPr>
        <p:grpSpPr>
          <a:xfrm>
            <a:off x="10991278" y="177494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4CC41984-4C33-D2F4-29E9-7CFA81FE945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9" name="Rectangle: Rounded Corners 4">
              <a:extLst>
                <a:ext uri="{FF2B5EF4-FFF2-40B4-BE49-F238E27FC236}">
                  <a16:creationId xmlns:a16="http://schemas.microsoft.com/office/drawing/2014/main" id="{34B8EF8C-38DE-9394-A3F8-7B9D3139AD0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5A39BAB-14F0-4297-F23D-841D4FABB685}"/>
              </a:ext>
            </a:extLst>
          </p:cNvPr>
          <p:cNvGrpSpPr/>
          <p:nvPr/>
        </p:nvGrpSpPr>
        <p:grpSpPr>
          <a:xfrm>
            <a:off x="10980337" y="1781254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238B0976-D732-558C-02EE-46EF30A6D0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2" name="Rectangle: Rounded Corners 4">
              <a:extLst>
                <a:ext uri="{FF2B5EF4-FFF2-40B4-BE49-F238E27FC236}">
                  <a16:creationId xmlns:a16="http://schemas.microsoft.com/office/drawing/2014/main" id="{7BBF7276-1FAB-892F-B14B-1A358767E0F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B7EA129-FB80-E9C4-E393-30E4F9844563}"/>
              </a:ext>
            </a:extLst>
          </p:cNvPr>
          <p:cNvGrpSpPr/>
          <p:nvPr/>
        </p:nvGrpSpPr>
        <p:grpSpPr>
          <a:xfrm>
            <a:off x="7935078" y="3182708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E0ECD62E-5A6D-D88D-5348-B10F6865FD7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4C7494A9-08F7-167A-9DB7-FE6D2DE9B31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BC1D2FF-8FA6-C1FA-D145-10EEDDB393FB}"/>
              </a:ext>
            </a:extLst>
          </p:cNvPr>
          <p:cNvGrpSpPr/>
          <p:nvPr/>
        </p:nvGrpSpPr>
        <p:grpSpPr>
          <a:xfrm>
            <a:off x="5572739" y="65919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E1B81BA-D06C-2232-5C24-76E10E16223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CD186CE0-9FB2-4600-A9F6-72631106D60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EAB69CB-3648-8CCC-75D3-CEECBCF28D3B}"/>
              </a:ext>
            </a:extLst>
          </p:cNvPr>
          <p:cNvGrpSpPr/>
          <p:nvPr/>
        </p:nvGrpSpPr>
        <p:grpSpPr>
          <a:xfrm rot="3113518">
            <a:off x="6342445" y="1160608"/>
            <a:ext cx="918111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A2A2F26-1C8A-D859-FC1A-310260406F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8309EE2B-A831-34B6-92A7-51720D0AD505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B333D14-C801-7BD6-94A9-79FF438E10D1}"/>
              </a:ext>
            </a:extLst>
          </p:cNvPr>
          <p:cNvGrpSpPr/>
          <p:nvPr/>
        </p:nvGrpSpPr>
        <p:grpSpPr>
          <a:xfrm rot="8726637">
            <a:off x="10674915" y="2312940"/>
            <a:ext cx="918111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6FCF82-6F1F-FCB6-1D1B-B68BDEE47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C6C000B1-0A7D-899C-1BCB-20DB88BF8F54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EBC0105-EF23-4DC7-5E41-022B6695989F}"/>
              </a:ext>
            </a:extLst>
          </p:cNvPr>
          <p:cNvGrpSpPr/>
          <p:nvPr/>
        </p:nvGrpSpPr>
        <p:grpSpPr>
          <a:xfrm rot="19781011">
            <a:off x="8851313" y="2523166"/>
            <a:ext cx="918111" cy="445961"/>
            <a:chOff x="5734769" y="1877701"/>
            <a:chExt cx="2371413" cy="294866"/>
          </a:xfrm>
          <a:solidFill>
            <a:srgbClr val="FF0000"/>
          </a:solidFill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00E0AE5-24B4-372B-A293-AEAB9AF2CE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9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Arrow: Right 65">
              <a:extLst>
                <a:ext uri="{FF2B5EF4-FFF2-40B4-BE49-F238E27FC236}">
                  <a16:creationId xmlns:a16="http://schemas.microsoft.com/office/drawing/2014/main" id="{FC181C3F-FDC2-2D94-8763-8989D8143F6E}"/>
                </a:ext>
              </a:extLst>
            </p:cNvPr>
            <p:cNvSpPr/>
            <p:nvPr/>
          </p:nvSpPr>
          <p:spPr>
            <a:xfrm>
              <a:off x="7448163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C4C2E10-B815-3228-FC6D-A937C35ED9D1}"/>
              </a:ext>
            </a:extLst>
          </p:cNvPr>
          <p:cNvGrpSpPr/>
          <p:nvPr/>
        </p:nvGrpSpPr>
        <p:grpSpPr>
          <a:xfrm rot="18482180">
            <a:off x="6712735" y="4010804"/>
            <a:ext cx="918111" cy="445961"/>
            <a:chOff x="5734769" y="1877701"/>
            <a:chExt cx="2371411" cy="294866"/>
          </a:xfrm>
          <a:solidFill>
            <a:srgbClr val="FF0000"/>
          </a:solidFill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B76380C-71AC-7BDF-D05C-645BA76C47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4769" y="2035946"/>
              <a:ext cx="2116578" cy="0"/>
            </a:xfrm>
            <a:prstGeom prst="line">
              <a:avLst/>
            </a:prstGeom>
            <a:grpFill/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FC9AA1C1-BC59-58CE-105B-FB5A76A094D6}"/>
                </a:ext>
              </a:extLst>
            </p:cNvPr>
            <p:cNvSpPr/>
            <p:nvPr/>
          </p:nvSpPr>
          <p:spPr>
            <a:xfrm>
              <a:off x="7448161" y="1877701"/>
              <a:ext cx="658019" cy="294866"/>
            </a:xfrm>
            <a:prstGeom prst="rightArrow">
              <a:avLst/>
            </a:prstGeom>
            <a:solidFill>
              <a:srgbClr val="00B0F0"/>
            </a:solidFill>
            <a:ln w="171450">
              <a:solidFill>
                <a:srgbClr val="FF0000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34132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5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6FCD51-03B6-072C-6B9E-17D99ECD6B8F}"/>
              </a:ext>
            </a:extLst>
          </p:cNvPr>
          <p:cNvSpPr txBox="1"/>
          <p:nvPr/>
        </p:nvSpPr>
        <p:spPr>
          <a:xfrm>
            <a:off x="138384" y="-103843"/>
            <a:ext cx="50647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/>
              <a:t>class Node {</a:t>
            </a:r>
          </a:p>
          <a:p>
            <a:r>
              <a:rPr lang="en-US" sz="2100" b="1" dirty="0"/>
              <a:t>public:     int data;    Node *next, *</a:t>
            </a:r>
            <a:r>
              <a:rPr lang="en-US" sz="2100" b="1" dirty="0" err="1"/>
              <a:t>prev</a:t>
            </a:r>
            <a:r>
              <a:rPr lang="en-US" sz="2100" b="1" dirty="0"/>
              <a:t>; </a:t>
            </a:r>
          </a:p>
          <a:p>
            <a:r>
              <a:rPr lang="en-US" sz="2100" b="1" dirty="0"/>
              <a:t>Node(int </a:t>
            </a:r>
            <a:r>
              <a:rPr lang="en-US" sz="2100" b="1" dirty="0" err="1"/>
              <a:t>val</a:t>
            </a:r>
            <a:r>
              <a:rPr lang="en-US" sz="2100" b="1" dirty="0"/>
              <a:t>=0): data(</a:t>
            </a:r>
            <a:r>
              <a:rPr lang="en-US" sz="2100" b="1" dirty="0" err="1"/>
              <a:t>val</a:t>
            </a:r>
            <a:r>
              <a:rPr lang="en-US" sz="2100" b="1" dirty="0"/>
              <a:t>), next(</a:t>
            </a:r>
            <a:r>
              <a:rPr lang="en-US" sz="2100" b="1" dirty="0" err="1"/>
              <a:t>nullptr</a:t>
            </a:r>
            <a:r>
              <a:rPr lang="en-US" sz="2100" b="1" dirty="0"/>
              <a:t>), </a:t>
            </a:r>
            <a:r>
              <a:rPr lang="en-US" sz="2100" b="1" dirty="0" err="1"/>
              <a:t>prev</a:t>
            </a:r>
            <a:r>
              <a:rPr lang="en-US" sz="2100" b="1" dirty="0"/>
              <a:t>(</a:t>
            </a:r>
            <a:r>
              <a:rPr lang="en-US" sz="2100" b="1" dirty="0" err="1"/>
              <a:t>nullptr</a:t>
            </a:r>
            <a:r>
              <a:rPr lang="en-US" sz="2100" b="1" dirty="0"/>
              <a:t>) {   }          };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bool </a:t>
            </a:r>
            <a:r>
              <a:rPr lang="en-US" sz="2100" b="1" dirty="0" err="1">
                <a:solidFill>
                  <a:schemeClr val="accent2">
                    <a:lumMod val="75000"/>
                  </a:schemeClr>
                </a:solidFill>
              </a:rPr>
              <a:t>isCircular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( ) { 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if (!head || !tail) return false; 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return ( </a:t>
            </a:r>
            <a:r>
              <a:rPr lang="en-US" sz="2100" b="1" dirty="0">
                <a:solidFill>
                  <a:srgbClr val="002060"/>
                </a:solidFill>
              </a:rPr>
              <a:t>(head-&gt;</a:t>
            </a:r>
            <a:r>
              <a:rPr lang="en-US" sz="2100" b="1" dirty="0" err="1">
                <a:solidFill>
                  <a:srgbClr val="002060"/>
                </a:solidFill>
              </a:rPr>
              <a:t>prev</a:t>
            </a:r>
            <a:r>
              <a:rPr lang="en-US" sz="2100" b="1" dirty="0">
                <a:solidFill>
                  <a:srgbClr val="002060"/>
                </a:solidFill>
              </a:rPr>
              <a:t> == tail) 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&amp;&amp; 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                 </a:t>
            </a:r>
            <a:r>
              <a:rPr lang="en-US" sz="2100" b="1" dirty="0">
                <a:solidFill>
                  <a:srgbClr val="FF0000"/>
                </a:solidFill>
              </a:rPr>
              <a:t>(tail-&gt;next == head)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  );        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A9371A-159E-6C28-B37D-08DABF658A56}"/>
              </a:ext>
            </a:extLst>
          </p:cNvPr>
          <p:cNvGrpSpPr/>
          <p:nvPr/>
        </p:nvGrpSpPr>
        <p:grpSpPr>
          <a:xfrm>
            <a:off x="5807931" y="26523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DBBB64D-EB10-4CC6-8BA7-F5452DCBFE1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085E149C-FB67-09FE-F581-17B4619F38BF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DBCD91B-0948-F0CE-E439-0BFBFEB7BA63}"/>
              </a:ext>
            </a:extLst>
          </p:cNvPr>
          <p:cNvGrpSpPr/>
          <p:nvPr/>
        </p:nvGrpSpPr>
        <p:grpSpPr>
          <a:xfrm>
            <a:off x="6059329" y="81195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F11BD0F-6A4C-42CC-2C44-DA9B5ECDB75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0EB1A40-4121-F91A-0E54-D3FC0074BF8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680A3D-2F94-CFBD-F075-D6B0B299C2C9}"/>
              </a:ext>
            </a:extLst>
          </p:cNvPr>
          <p:cNvGrpSpPr/>
          <p:nvPr/>
        </p:nvGrpSpPr>
        <p:grpSpPr>
          <a:xfrm>
            <a:off x="6136811" y="5118375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CC02A72-D5B0-53F2-FF85-2FDD3EFA5B9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3420C162-7755-1DC9-396D-1394B254A766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306283-1521-E111-17E2-38CE28EA82AA}"/>
              </a:ext>
            </a:extLst>
          </p:cNvPr>
          <p:cNvGrpSpPr/>
          <p:nvPr/>
        </p:nvGrpSpPr>
        <p:grpSpPr>
          <a:xfrm>
            <a:off x="6156875" y="569798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16C0AF-D52D-ADA5-2B00-6FB849973CB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590F1638-6DFB-022A-C577-5A99F91FDC6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EC69C0-0380-6880-DD01-8EB67B74C5E6}"/>
              </a:ext>
            </a:extLst>
          </p:cNvPr>
          <p:cNvGrpSpPr/>
          <p:nvPr/>
        </p:nvGrpSpPr>
        <p:grpSpPr>
          <a:xfrm>
            <a:off x="6156875" y="569037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E1CBDA0-E363-04DD-75A6-28FABD8BAE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52006656-2E9B-2105-A3C8-BFCDB58E065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92F2B2-E32D-F6A9-CD67-913194C7C778}"/>
              </a:ext>
            </a:extLst>
          </p:cNvPr>
          <p:cNvGrpSpPr/>
          <p:nvPr/>
        </p:nvGrpSpPr>
        <p:grpSpPr>
          <a:xfrm>
            <a:off x="6052966" y="81442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1ADEF5D-7E16-7416-6A43-015D601827E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" name="Rectangle: Rounded Corners 4">
              <a:extLst>
                <a:ext uri="{FF2B5EF4-FFF2-40B4-BE49-F238E27FC236}">
                  <a16:creationId xmlns:a16="http://schemas.microsoft.com/office/drawing/2014/main" id="{4062AED0-154C-1D8B-B115-145DE075F0F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92576C-BA1F-7B25-DDC4-505B733555EA}"/>
              </a:ext>
            </a:extLst>
          </p:cNvPr>
          <p:cNvGrpSpPr/>
          <p:nvPr/>
        </p:nvGrpSpPr>
        <p:grpSpPr>
          <a:xfrm>
            <a:off x="7169952" y="2677529"/>
            <a:ext cx="4746183" cy="898838"/>
            <a:chOff x="411300" y="2320549"/>
            <a:chExt cx="4746183" cy="89883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2B3810A-2EA8-A438-F27B-BC4FD69C9B6A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66FEC3F-45BF-1D55-0B71-F972F486B7A8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A264AD5-3DB7-159E-2E89-EB869841ED6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B6A98892-2E61-F1BA-B1C6-646789CB0DF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Rectangle: Rounded Corners 4">
                  <a:extLst>
                    <a:ext uri="{FF2B5EF4-FFF2-40B4-BE49-F238E27FC236}">
                      <a16:creationId xmlns:a16="http://schemas.microsoft.com/office/drawing/2014/main" id="{8F47E5F7-EAE8-53A3-3A65-D43828F5C459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AC18237-39EA-0D73-8C97-1045836A9939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CA56BEA8-54D3-4315-0CEB-7268F73D89E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: Rounded Corners 4">
                  <a:extLst>
                    <a:ext uri="{FF2B5EF4-FFF2-40B4-BE49-F238E27FC236}">
                      <a16:creationId xmlns:a16="http://schemas.microsoft.com/office/drawing/2014/main" id="{FF28C281-2755-B8AF-E5D3-37E102B3280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A2B7CCA-D39C-C8BC-80DB-8E6979603191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0D249A19-D9E4-86A6-F18D-6FD64F5A981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: Rounded Corners 4">
                  <a:extLst>
                    <a:ext uri="{FF2B5EF4-FFF2-40B4-BE49-F238E27FC236}">
                      <a16:creationId xmlns:a16="http://schemas.microsoft.com/office/drawing/2014/main" id="{84F9CEFB-AA6E-9B63-F697-D061AAE284C8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87BF203-C30B-2470-2D92-34F9560A45D7}"/>
                </a:ext>
              </a:extLst>
            </p:cNvPr>
            <p:cNvGrpSpPr/>
            <p:nvPr/>
          </p:nvGrpSpPr>
          <p:grpSpPr>
            <a:xfrm>
              <a:off x="451470" y="2320549"/>
              <a:ext cx="1476060" cy="279815"/>
              <a:chOff x="-1841824" y="2919476"/>
              <a:chExt cx="2598682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0AAEE30B-4E68-426F-F904-6074AD166FDE}"/>
                  </a:ext>
                </a:extLst>
              </p:cNvPr>
              <p:cNvSpPr/>
              <p:nvPr/>
            </p:nvSpPr>
            <p:spPr>
              <a:xfrm>
                <a:off x="-1841824" y="2919476"/>
                <a:ext cx="2598682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7" name="Rectangle: Rounded Corners 4">
                <a:extLst>
                  <a:ext uri="{FF2B5EF4-FFF2-40B4-BE49-F238E27FC236}">
                    <a16:creationId xmlns:a16="http://schemas.microsoft.com/office/drawing/2014/main" id="{68EE333D-530E-5AAC-DD4C-8AE51BC13895}"/>
                  </a:ext>
                </a:extLst>
              </p:cNvPr>
              <p:cNvSpPr txBox="1"/>
              <p:nvPr/>
            </p:nvSpPr>
            <p:spPr>
              <a:xfrm>
                <a:off x="-1633346" y="3049555"/>
                <a:ext cx="215760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A0ECDB-5F4C-04DE-5837-8E84A614F742}"/>
              </a:ext>
            </a:extLst>
          </p:cNvPr>
          <p:cNvGrpSpPr/>
          <p:nvPr/>
        </p:nvGrpSpPr>
        <p:grpSpPr>
          <a:xfrm>
            <a:off x="9618796" y="310118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C14BA33-F459-035A-E4D6-288B96B538A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DF30A47A-42C2-45E0-C610-7EA722329F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B30DA4A-6D5A-3ADB-3C70-FCDFC3D3F6BA}"/>
              </a:ext>
            </a:extLst>
          </p:cNvPr>
          <p:cNvGrpSpPr/>
          <p:nvPr/>
        </p:nvGrpSpPr>
        <p:grpSpPr>
          <a:xfrm>
            <a:off x="7885136" y="3102333"/>
            <a:ext cx="105458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7117363-1D63-0C89-0254-A7DC146EB8E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934204A1-0A26-2A69-01A0-ACA89109C25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BEE881A-29B3-4947-3E10-8059A536CFAA}"/>
              </a:ext>
            </a:extLst>
          </p:cNvPr>
          <p:cNvGrpSpPr/>
          <p:nvPr/>
        </p:nvGrpSpPr>
        <p:grpSpPr>
          <a:xfrm>
            <a:off x="10890759" y="3105406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AA10E5F9-0D42-1853-3FB2-03B1B154B3D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E149F691-3199-4192-D3C2-024365CBBAC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9FFEC1B-28EF-E93F-5B3B-E136BC946647}"/>
              </a:ext>
            </a:extLst>
          </p:cNvPr>
          <p:cNvGrpSpPr/>
          <p:nvPr/>
        </p:nvGrpSpPr>
        <p:grpSpPr>
          <a:xfrm>
            <a:off x="7156478" y="3802815"/>
            <a:ext cx="4746183" cy="897130"/>
            <a:chOff x="411300" y="2322257"/>
            <a:chExt cx="4746183" cy="8971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BF6A06C-0864-8C9F-2FF1-D625B52C6ADB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7193B8D0-A9B5-1DAA-DE0D-7BC40C004B06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AB3DF9AA-4B7F-F017-362D-FA0D78D5A728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CFC6B18A-F12B-5AD3-764F-E0D46BDC2B9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4">
                  <a:extLst>
                    <a:ext uri="{FF2B5EF4-FFF2-40B4-BE49-F238E27FC236}">
                      <a16:creationId xmlns:a16="http://schemas.microsoft.com/office/drawing/2014/main" id="{65FC0A19-B6B3-DA71-B153-27E550850949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B8BF390-AAFA-86C1-5757-CFC5FD37DEB4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AACA4EF1-54A6-5EE1-C41A-C1D12DA800C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4">
                  <a:extLst>
                    <a:ext uri="{FF2B5EF4-FFF2-40B4-BE49-F238E27FC236}">
                      <a16:creationId xmlns:a16="http://schemas.microsoft.com/office/drawing/2014/main" id="{EA4BFD9D-F153-D235-38A6-33DDBA64AA40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55D6D650-0EF7-87B3-A3F4-9A6232CF6E1C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5D8348FF-AB28-FBFE-A977-611033DC04F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: Rounded Corners 4">
                  <a:extLst>
                    <a:ext uri="{FF2B5EF4-FFF2-40B4-BE49-F238E27FC236}">
                      <a16:creationId xmlns:a16="http://schemas.microsoft.com/office/drawing/2014/main" id="{4E0DDA8B-2C3A-CA47-E961-DB9DF3A71A8A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0545873-E65E-31BD-E8D6-DE7AB71B85E8}"/>
                </a:ext>
              </a:extLst>
            </p:cNvPr>
            <p:cNvGrpSpPr/>
            <p:nvPr/>
          </p:nvGrpSpPr>
          <p:grpSpPr>
            <a:xfrm>
              <a:off x="472271" y="2322257"/>
              <a:ext cx="1218527" cy="279814"/>
              <a:chOff x="-1805205" y="2927820"/>
              <a:chExt cx="2145283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515B96DE-0916-F7A4-21D4-DDD2011632E1}"/>
                  </a:ext>
                </a:extLst>
              </p:cNvPr>
              <p:cNvSpPr/>
              <p:nvPr/>
            </p:nvSpPr>
            <p:spPr>
              <a:xfrm>
                <a:off x="-1805205" y="2927820"/>
                <a:ext cx="2145283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1" name="Rectangle: Rounded Corners 4">
                <a:extLst>
                  <a:ext uri="{FF2B5EF4-FFF2-40B4-BE49-F238E27FC236}">
                    <a16:creationId xmlns:a16="http://schemas.microsoft.com/office/drawing/2014/main" id="{B77CB3F2-DB9E-7446-F3B5-137DAC6E3AD9}"/>
                  </a:ext>
                </a:extLst>
              </p:cNvPr>
              <p:cNvSpPr txBox="1"/>
              <p:nvPr/>
            </p:nvSpPr>
            <p:spPr>
              <a:xfrm>
                <a:off x="-1762020" y="3099997"/>
                <a:ext cx="2039245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DD7F93B-B814-1EB7-5ED4-B4E24643A1EA}"/>
              </a:ext>
            </a:extLst>
          </p:cNvPr>
          <p:cNvGrpSpPr/>
          <p:nvPr/>
        </p:nvGrpSpPr>
        <p:grpSpPr>
          <a:xfrm>
            <a:off x="9538645" y="421562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58CF655F-3ECA-13DF-CBE4-FC3A8FFF5DB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D80276CF-0B18-4EEA-EA6E-5A41A67C368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9FF4B2-7E1B-D0D5-D2A4-1A83A4F9B2CE}"/>
              </a:ext>
            </a:extLst>
          </p:cNvPr>
          <p:cNvGrpSpPr/>
          <p:nvPr/>
        </p:nvGrpSpPr>
        <p:grpSpPr>
          <a:xfrm>
            <a:off x="10888919" y="3092761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E636569A-32D2-FC48-0D81-753DFE45624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6" name="Rectangle: Rounded Corners 4">
              <a:extLst>
                <a:ext uri="{FF2B5EF4-FFF2-40B4-BE49-F238E27FC236}">
                  <a16:creationId xmlns:a16="http://schemas.microsoft.com/office/drawing/2014/main" id="{38794FB0-91E0-8C72-47E3-F134B3B6509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10C2761-98BA-AF78-70DF-65B4CCA0350B}"/>
              </a:ext>
            </a:extLst>
          </p:cNvPr>
          <p:cNvGrpSpPr/>
          <p:nvPr/>
        </p:nvGrpSpPr>
        <p:grpSpPr>
          <a:xfrm>
            <a:off x="7866708" y="4221920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5B5C38D3-14C6-39DD-41F9-8595DC165B7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9" name="Rectangle: Rounded Corners 4">
              <a:extLst>
                <a:ext uri="{FF2B5EF4-FFF2-40B4-BE49-F238E27FC236}">
                  <a16:creationId xmlns:a16="http://schemas.microsoft.com/office/drawing/2014/main" id="{431B74D1-95DC-C644-B3D2-C02B8BD8D3C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E0368E5-755D-A355-78D9-9DB3741026F5}"/>
              </a:ext>
            </a:extLst>
          </p:cNvPr>
          <p:cNvGrpSpPr/>
          <p:nvPr/>
        </p:nvGrpSpPr>
        <p:grpSpPr>
          <a:xfrm>
            <a:off x="10854020" y="4232868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4490D27D-AE4F-47E2-3DE0-1A4EFBE4069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2" name="Rectangle: Rounded Corners 4">
              <a:extLst>
                <a:ext uri="{FF2B5EF4-FFF2-40B4-BE49-F238E27FC236}">
                  <a16:creationId xmlns:a16="http://schemas.microsoft.com/office/drawing/2014/main" id="{CBB2B390-9896-2D2B-2E98-02FBFD6CEAB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D87970D-F5F5-FE46-AA67-7EEA4ED9FDEA}"/>
              </a:ext>
            </a:extLst>
          </p:cNvPr>
          <p:cNvGrpSpPr/>
          <p:nvPr/>
        </p:nvGrpSpPr>
        <p:grpSpPr>
          <a:xfrm>
            <a:off x="7883632" y="3101064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6C4235B1-89E0-5294-093A-BD12C986CBF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0B0E80B9-FCF0-2F78-0135-E3AE9661856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D0A553D-0402-E516-BE27-5205E35809B7}"/>
              </a:ext>
            </a:extLst>
          </p:cNvPr>
          <p:cNvGrpSpPr/>
          <p:nvPr/>
        </p:nvGrpSpPr>
        <p:grpSpPr>
          <a:xfrm>
            <a:off x="6161576" y="5652366"/>
            <a:ext cx="1232834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A1795565-1CC5-A28D-E253-F5DFE42C332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8" name="Rectangle: Rounded Corners 4">
              <a:extLst>
                <a:ext uri="{FF2B5EF4-FFF2-40B4-BE49-F238E27FC236}">
                  <a16:creationId xmlns:a16="http://schemas.microsoft.com/office/drawing/2014/main" id="{93D1D966-D08C-49BB-A9A6-107AF726D404}"/>
                </a:ext>
              </a:extLst>
            </p:cNvPr>
            <p:cNvSpPr txBox="1"/>
            <p:nvPr/>
          </p:nvSpPr>
          <p:spPr>
            <a:xfrm>
              <a:off x="1202637" y="1108728"/>
              <a:ext cx="2022420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1FE13446-2E60-AA55-73C4-9024D66ADFBA}"/>
              </a:ext>
            </a:extLst>
          </p:cNvPr>
          <p:cNvSpPr txBox="1"/>
          <p:nvPr/>
        </p:nvSpPr>
        <p:spPr>
          <a:xfrm>
            <a:off x="46767" y="2526783"/>
            <a:ext cx="584400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insertionAtBeginning</a:t>
            </a:r>
            <a:r>
              <a:rPr lang="en-US" sz="2000" b="1" dirty="0">
                <a:solidFill>
                  <a:srgbClr val="002060"/>
                </a:solidFill>
              </a:rPr>
              <a:t>( 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cout &lt;&lt; "\n Enter value for the node = ";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cin &gt;&gt; 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    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Node(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(head == </a:t>
            </a:r>
            <a:r>
              <a:rPr lang="en-US" dirty="0" err="1"/>
              <a:t>nullptr</a:t>
            </a:r>
            <a:r>
              <a:rPr lang="en-US" dirty="0"/>
              <a:t>) { head = tail = </a:t>
            </a:r>
            <a:r>
              <a:rPr lang="en-US" dirty="0" err="1"/>
              <a:t>newNode</a:t>
            </a:r>
            <a:r>
              <a:rPr lang="en-US" dirty="0"/>
              <a:t>;    }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else if ( </a:t>
            </a:r>
            <a:r>
              <a:rPr lang="en-US" sz="2000" b="1" dirty="0" err="1">
                <a:solidFill>
                  <a:srgbClr val="002060"/>
                </a:solidFill>
              </a:rPr>
              <a:t>isCircular</a:t>
            </a:r>
            <a:r>
              <a:rPr lang="en-US" sz="2000" b="1" dirty="0">
                <a:solidFill>
                  <a:srgbClr val="002060"/>
                </a:solidFill>
              </a:rPr>
              <a:t>( ) ) {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-&gt;next = head;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tail;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head-&gt;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tail-&gt;next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head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 }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else { </a:t>
            </a:r>
            <a:r>
              <a:rPr lang="en-US" sz="1700" dirty="0" err="1"/>
              <a:t>newNode</a:t>
            </a:r>
            <a:r>
              <a:rPr lang="en-US" sz="1700" dirty="0"/>
              <a:t>-&gt;next = head; head-&gt;</a:t>
            </a:r>
            <a:r>
              <a:rPr lang="en-US" sz="1700" dirty="0" err="1"/>
              <a:t>prev</a:t>
            </a:r>
            <a:r>
              <a:rPr lang="en-US" sz="1700" dirty="0"/>
              <a:t> = </a:t>
            </a:r>
            <a:r>
              <a:rPr lang="en-US" sz="1700" dirty="0" err="1"/>
              <a:t>newNode</a:t>
            </a:r>
            <a:r>
              <a:rPr lang="en-US" sz="17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           head = </a:t>
            </a:r>
            <a:r>
              <a:rPr lang="en-US" dirty="0" err="1"/>
              <a:t>newNode</a:t>
            </a:r>
            <a:r>
              <a:rPr lang="en-US" dirty="0"/>
              <a:t>;        }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002060"/>
                </a:solidFill>
              </a:rPr>
              <a:t> }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0EE1EC7-7BEB-9315-553E-52E44366DEB1}"/>
              </a:ext>
            </a:extLst>
          </p:cNvPr>
          <p:cNvGrpSpPr/>
          <p:nvPr/>
        </p:nvGrpSpPr>
        <p:grpSpPr>
          <a:xfrm>
            <a:off x="2444474" y="3153397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307BF933-0306-3E27-CA56-8B56790BE37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E6DF730D-320E-5235-B417-61092C9CBF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4E21EAE-BB6D-6B7F-F587-D3069A74189A}"/>
              </a:ext>
            </a:extLst>
          </p:cNvPr>
          <p:cNvGrpSpPr/>
          <p:nvPr/>
        </p:nvGrpSpPr>
        <p:grpSpPr>
          <a:xfrm>
            <a:off x="7121579" y="1179931"/>
            <a:ext cx="4746183" cy="1313586"/>
            <a:chOff x="411300" y="1905801"/>
            <a:chExt cx="4746183" cy="1313586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5044467D-1529-8E42-D301-2A5CB54A3F17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C2E9757E-CD80-7308-BF8A-FFFA151C0A39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866B3529-7BB8-AEE3-A978-3096235DCF99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: Rounded Corners 4">
                  <a:extLst>
                    <a:ext uri="{FF2B5EF4-FFF2-40B4-BE49-F238E27FC236}">
                      <a16:creationId xmlns:a16="http://schemas.microsoft.com/office/drawing/2014/main" id="{0025BF38-5170-6922-081F-C383C71EE394}"/>
                    </a:ext>
                  </a:extLst>
                </p:cNvPr>
                <p:cNvSpPr txBox="1"/>
                <p:nvPr/>
              </p:nvSpPr>
              <p:spPr>
                <a:xfrm>
                  <a:off x="1181081" y="1069541"/>
                  <a:ext cx="1923723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3800" b="1" i="0" u="sng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newNnode</a:t>
                  </a:r>
                  <a:endParaRPr kumimoji="0" lang="en-PK" sz="3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4CD7708C-65DE-08E8-AF57-4E7F495A0B5E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4AF6BBB9-4478-73BA-EE18-9CC35D3B0FDF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A6ADEDBD-9921-C8D3-3459-6D08E0B1116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: Rounded Corners 4">
                  <a:extLst>
                    <a:ext uri="{FF2B5EF4-FFF2-40B4-BE49-F238E27FC236}">
                      <a16:creationId xmlns:a16="http://schemas.microsoft.com/office/drawing/2014/main" id="{6F36D4C4-6583-8E2A-0DF5-3CE0DF123825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F72AA91-53F4-33FF-A819-E30BCA0FF7D3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4EB54B68-CA56-C5FB-7C50-875BD094FA4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Rectangle: Rounded Corners 4">
                  <a:extLst>
                    <a:ext uri="{FF2B5EF4-FFF2-40B4-BE49-F238E27FC236}">
                      <a16:creationId xmlns:a16="http://schemas.microsoft.com/office/drawing/2014/main" id="{F2B69D52-8C3E-BC25-6A23-71DF710A371F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13D2A8EE-C20E-A9F8-BA3C-8552B4AC125F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0D9DB8F1-AD6C-E0AD-31EB-5887ED5C86A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Rectangle: Rounded Corners 4">
                  <a:extLst>
                    <a:ext uri="{FF2B5EF4-FFF2-40B4-BE49-F238E27FC236}">
                      <a16:creationId xmlns:a16="http://schemas.microsoft.com/office/drawing/2014/main" id="{7AE2752A-78E9-58A2-96F4-3C4A463B9A4A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5C94404-4176-C831-05F1-0291C21D3688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3E9902F2-9CD9-8AB6-FCD9-99E825802DAC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97" name="Rectangle: Rounded Corners 4">
                <a:extLst>
                  <a:ext uri="{FF2B5EF4-FFF2-40B4-BE49-F238E27FC236}">
                    <a16:creationId xmlns:a16="http://schemas.microsoft.com/office/drawing/2014/main" id="{AED565F6-F84A-93CB-F56F-FE3A31A20CA0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2C3FBD7-38B2-D165-DE8C-BE39F092C8E2}"/>
              </a:ext>
            </a:extLst>
          </p:cNvPr>
          <p:cNvGrpSpPr/>
          <p:nvPr/>
        </p:nvGrpSpPr>
        <p:grpSpPr>
          <a:xfrm>
            <a:off x="9542585" y="201857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6078867F-6A24-AC7C-4520-DDAD85AAFB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7A9A2DDA-3771-216C-DBC0-467BE8D7D1B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0BA9294-D8BD-091F-AA4F-BEC4D7FF8251}"/>
              </a:ext>
            </a:extLst>
          </p:cNvPr>
          <p:cNvGrpSpPr/>
          <p:nvPr/>
        </p:nvGrpSpPr>
        <p:grpSpPr>
          <a:xfrm>
            <a:off x="7845138" y="201066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7413D2DC-796A-27A8-BBD3-B5D9EDA89CF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8BAC3A96-FC90-DAB1-86B3-B3A79F86B18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4DFFB3A-19F7-B61F-0110-CFC0A0F37892}"/>
              </a:ext>
            </a:extLst>
          </p:cNvPr>
          <p:cNvGrpSpPr/>
          <p:nvPr/>
        </p:nvGrpSpPr>
        <p:grpSpPr>
          <a:xfrm>
            <a:off x="10859814" y="203184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030BD0D2-B4BC-7389-107E-734D803973E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EF96DD4A-B97F-2BFF-371B-149311DD74E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D95E097-A132-00A7-C4BB-69AD328E169F}"/>
              </a:ext>
            </a:extLst>
          </p:cNvPr>
          <p:cNvGrpSpPr/>
          <p:nvPr/>
        </p:nvGrpSpPr>
        <p:grpSpPr>
          <a:xfrm>
            <a:off x="10838045" y="2030340"/>
            <a:ext cx="104140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65002050-A982-64F1-9C24-FE74DF6C2BB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2" name="Rectangle: Rounded Corners 4">
              <a:extLst>
                <a:ext uri="{FF2B5EF4-FFF2-40B4-BE49-F238E27FC236}">
                  <a16:creationId xmlns:a16="http://schemas.microsoft.com/office/drawing/2014/main" id="{72F2EBBC-D69A-CF03-F6E8-365711356B8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2AD0EA4-7164-38DF-4821-DB2F338D67FB}"/>
              </a:ext>
            </a:extLst>
          </p:cNvPr>
          <p:cNvGrpSpPr/>
          <p:nvPr/>
        </p:nvGrpSpPr>
        <p:grpSpPr>
          <a:xfrm>
            <a:off x="7822659" y="2011440"/>
            <a:ext cx="104140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33B79B35-AAE8-0B50-0326-AC1259EEC1A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5" name="Rectangle: Rounded Corners 4">
              <a:extLst>
                <a:ext uri="{FF2B5EF4-FFF2-40B4-BE49-F238E27FC236}">
                  <a16:creationId xmlns:a16="http://schemas.microsoft.com/office/drawing/2014/main" id="{90378951-EE3B-C11E-6803-16234683743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4052290-E668-517B-36AE-D27125F3A38C}"/>
              </a:ext>
            </a:extLst>
          </p:cNvPr>
          <p:cNvGrpSpPr/>
          <p:nvPr/>
        </p:nvGrpSpPr>
        <p:grpSpPr>
          <a:xfrm>
            <a:off x="7879264" y="3120272"/>
            <a:ext cx="105840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820B6F5C-3047-DCD8-A6FD-973B7C72B45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8" name="Rectangle: Rounded Corners 4">
              <a:extLst>
                <a:ext uri="{FF2B5EF4-FFF2-40B4-BE49-F238E27FC236}">
                  <a16:creationId xmlns:a16="http://schemas.microsoft.com/office/drawing/2014/main" id="{90955F14-C978-61D9-C57D-F390ACD95C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F25F330-F4C4-F9FB-1848-E789FFE37DAF}"/>
              </a:ext>
            </a:extLst>
          </p:cNvPr>
          <p:cNvGrpSpPr/>
          <p:nvPr/>
        </p:nvGrpSpPr>
        <p:grpSpPr>
          <a:xfrm>
            <a:off x="10838045" y="4232868"/>
            <a:ext cx="105840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FC2CCA43-79B5-AC1A-A6D4-72CE864AA1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1" name="Rectangle: Rounded Corners 4">
              <a:extLst>
                <a:ext uri="{FF2B5EF4-FFF2-40B4-BE49-F238E27FC236}">
                  <a16:creationId xmlns:a16="http://schemas.microsoft.com/office/drawing/2014/main" id="{6A0A45CB-F6BC-BD98-BC69-C32914A38DE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7352E32-AFBB-D878-9EAB-AC6CFB1F489D}"/>
              </a:ext>
            </a:extLst>
          </p:cNvPr>
          <p:cNvGrpSpPr/>
          <p:nvPr/>
        </p:nvGrpSpPr>
        <p:grpSpPr>
          <a:xfrm>
            <a:off x="6049379" y="814501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249FF8AB-A06B-D818-95BA-CA94007D7C9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4" name="Rectangle: Rounded Corners 4">
              <a:extLst>
                <a:ext uri="{FF2B5EF4-FFF2-40B4-BE49-F238E27FC236}">
                  <a16:creationId xmlns:a16="http://schemas.microsoft.com/office/drawing/2014/main" id="{686D237D-0342-4A80-AFBD-2E00D771D9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711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3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3795A7-09EC-2E02-99A0-7E41B623B11F}"/>
              </a:ext>
            </a:extLst>
          </p:cNvPr>
          <p:cNvSpPr txBox="1"/>
          <p:nvPr/>
        </p:nvSpPr>
        <p:spPr>
          <a:xfrm>
            <a:off x="495678" y="-103753"/>
            <a:ext cx="609750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rgbClr val="002060"/>
                </a:solidFill>
              </a:rPr>
              <a:t>void </a:t>
            </a:r>
            <a:r>
              <a:rPr lang="en-US" sz="1900" b="1" dirty="0" err="1">
                <a:solidFill>
                  <a:srgbClr val="002060"/>
                </a:solidFill>
              </a:rPr>
              <a:t>insertionAtBeginning</a:t>
            </a:r>
            <a:r>
              <a:rPr lang="en-US" sz="1900" b="1" dirty="0">
                <a:solidFill>
                  <a:srgbClr val="002060"/>
                </a:solidFill>
              </a:rPr>
              <a:t>( ) {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        cout &lt;&lt; "\n Enter value for the node = ";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       	 cin &gt;&gt; </a:t>
            </a:r>
            <a:r>
              <a:rPr lang="en-US" sz="1900" b="1" dirty="0" err="1">
                <a:solidFill>
                  <a:srgbClr val="002060"/>
                </a:solidFill>
              </a:rPr>
              <a:t>val</a:t>
            </a:r>
            <a:r>
              <a:rPr lang="en-US" sz="19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        Node*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 = new Node(</a:t>
            </a:r>
            <a:r>
              <a:rPr lang="en-US" sz="1900" b="1" dirty="0" err="1">
                <a:solidFill>
                  <a:srgbClr val="002060"/>
                </a:solidFill>
              </a:rPr>
              <a:t>val</a:t>
            </a:r>
            <a:r>
              <a:rPr lang="en-US" sz="1900" b="1" dirty="0">
                <a:solidFill>
                  <a:srgbClr val="002060"/>
                </a:solidFill>
              </a:rPr>
              <a:t>);</a:t>
            </a:r>
          </a:p>
          <a:p>
            <a:endParaRPr lang="en-US" sz="1900" b="1" dirty="0">
              <a:solidFill>
                <a:srgbClr val="002060"/>
              </a:solidFill>
            </a:endParaRPr>
          </a:p>
          <a:p>
            <a:r>
              <a:rPr lang="en-US" sz="1900" b="1" dirty="0">
                <a:solidFill>
                  <a:srgbClr val="002060"/>
                </a:solidFill>
              </a:rPr>
              <a:t>//case1: empty linked list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if ( head == </a:t>
            </a:r>
            <a:r>
              <a:rPr lang="en-US" sz="1900" b="1" dirty="0" err="1">
                <a:solidFill>
                  <a:srgbClr val="002060"/>
                </a:solidFill>
              </a:rPr>
              <a:t>nullptr</a:t>
            </a:r>
            <a:r>
              <a:rPr lang="en-US" sz="1900" b="1" dirty="0">
                <a:solidFill>
                  <a:srgbClr val="002060"/>
                </a:solidFill>
              </a:rPr>
              <a:t> ) {  head = tail =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;    } </a:t>
            </a:r>
          </a:p>
          <a:p>
            <a:endParaRPr lang="en-US" sz="1900" b="1" dirty="0">
              <a:solidFill>
                <a:srgbClr val="002060"/>
              </a:solidFill>
            </a:endParaRPr>
          </a:p>
          <a:p>
            <a:r>
              <a:rPr lang="en-US" sz="1900" b="1" dirty="0">
                <a:solidFill>
                  <a:srgbClr val="002060"/>
                </a:solidFill>
              </a:rPr>
              <a:t>//case2: linked list is not empty and is circular.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else if (  </a:t>
            </a:r>
            <a:r>
              <a:rPr lang="en-US" sz="1900" b="1" dirty="0" err="1">
                <a:solidFill>
                  <a:srgbClr val="002060"/>
                </a:solidFill>
              </a:rPr>
              <a:t>isCircular</a:t>
            </a:r>
            <a:r>
              <a:rPr lang="en-US" sz="1900" b="1" dirty="0">
                <a:solidFill>
                  <a:srgbClr val="002060"/>
                </a:solidFill>
              </a:rPr>
              <a:t>( )  )   {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-&gt;next = head;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-&gt;</a:t>
            </a:r>
            <a:r>
              <a:rPr lang="en-US" sz="1900" b="1" dirty="0" err="1">
                <a:solidFill>
                  <a:srgbClr val="002060"/>
                </a:solidFill>
              </a:rPr>
              <a:t>prev</a:t>
            </a:r>
            <a:r>
              <a:rPr lang="en-US" sz="1900" b="1" dirty="0">
                <a:solidFill>
                  <a:srgbClr val="002060"/>
                </a:solidFill>
              </a:rPr>
              <a:t> = tail;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head-&gt;</a:t>
            </a:r>
            <a:r>
              <a:rPr lang="en-US" sz="1900" b="1" dirty="0" err="1">
                <a:solidFill>
                  <a:srgbClr val="002060"/>
                </a:solidFill>
              </a:rPr>
              <a:t>prev</a:t>
            </a:r>
            <a:r>
              <a:rPr lang="en-US" sz="1900" b="1" dirty="0">
                <a:solidFill>
                  <a:srgbClr val="002060"/>
                </a:solidFill>
              </a:rPr>
              <a:t> =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;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tail-&gt;next =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;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head =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;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} </a:t>
            </a:r>
          </a:p>
          <a:p>
            <a:endParaRPr lang="en-US" sz="1900" b="1" dirty="0">
              <a:solidFill>
                <a:srgbClr val="002060"/>
              </a:solidFill>
            </a:endParaRPr>
          </a:p>
          <a:p>
            <a:r>
              <a:rPr lang="en-US" sz="1900" b="1" dirty="0">
                <a:solidFill>
                  <a:srgbClr val="002060"/>
                </a:solidFill>
              </a:rPr>
              <a:t>//case3: linked list is not empty and not circular.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else {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-&gt;next = head;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head-&gt;</a:t>
            </a:r>
            <a:r>
              <a:rPr lang="en-US" sz="1900" b="1" dirty="0" err="1">
                <a:solidFill>
                  <a:srgbClr val="002060"/>
                </a:solidFill>
              </a:rPr>
              <a:t>prev</a:t>
            </a:r>
            <a:r>
              <a:rPr lang="en-US" sz="1900" b="1" dirty="0">
                <a:solidFill>
                  <a:srgbClr val="002060"/>
                </a:solidFill>
              </a:rPr>
              <a:t> =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	head = </a:t>
            </a:r>
            <a:r>
              <a:rPr lang="en-US" sz="1900" b="1" dirty="0" err="1">
                <a:solidFill>
                  <a:srgbClr val="002060"/>
                </a:solidFill>
              </a:rPr>
              <a:t>newNode</a:t>
            </a:r>
            <a:r>
              <a:rPr lang="en-US" sz="1900" b="1" dirty="0">
                <a:solidFill>
                  <a:srgbClr val="002060"/>
                </a:solidFill>
              </a:rPr>
              <a:t>;       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         }           </a:t>
            </a:r>
          </a:p>
          <a:p>
            <a:r>
              <a:rPr lang="en-US" sz="1900" b="1" dirty="0">
                <a:solidFill>
                  <a:srgbClr val="002060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847B31-F5F0-9018-3B5D-11BE17AEBE29}"/>
              </a:ext>
            </a:extLst>
          </p:cNvPr>
          <p:cNvSpPr txBox="1"/>
          <p:nvPr/>
        </p:nvSpPr>
        <p:spPr>
          <a:xfrm>
            <a:off x="6833104" y="2034394"/>
            <a:ext cx="43543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bool </a:t>
            </a:r>
            <a:r>
              <a:rPr lang="en-US" sz="1900" b="1" dirty="0" err="1">
                <a:solidFill>
                  <a:schemeClr val="accent2">
                    <a:lumMod val="75000"/>
                  </a:schemeClr>
                </a:solidFill>
              </a:rPr>
              <a:t>isCircular</a:t>
            </a: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( ) { </a:t>
            </a:r>
          </a:p>
          <a:p>
            <a:endParaRPr lang="en-US" sz="19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if ( !head ||  !tail )  return  false; </a:t>
            </a:r>
          </a:p>
          <a:p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return (   </a:t>
            </a:r>
            <a:r>
              <a:rPr lang="en-US" sz="1900" b="1" dirty="0">
                <a:solidFill>
                  <a:srgbClr val="002060"/>
                </a:solidFill>
              </a:rPr>
              <a:t>(head-&gt;</a:t>
            </a:r>
            <a:r>
              <a:rPr lang="en-US" sz="1900" b="1" dirty="0" err="1">
                <a:solidFill>
                  <a:srgbClr val="002060"/>
                </a:solidFill>
              </a:rPr>
              <a:t>prev</a:t>
            </a:r>
            <a:r>
              <a:rPr lang="en-US" sz="1900" b="1" dirty="0">
                <a:solidFill>
                  <a:srgbClr val="002060"/>
                </a:solidFill>
              </a:rPr>
              <a:t> == tail) </a:t>
            </a: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&amp;&amp; </a:t>
            </a:r>
          </a:p>
          <a:p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                   </a:t>
            </a:r>
            <a:r>
              <a:rPr lang="en-US" sz="1900" b="1" dirty="0">
                <a:solidFill>
                  <a:srgbClr val="FF0000"/>
                </a:solidFill>
              </a:rPr>
              <a:t>(tail-&gt;next == head)</a:t>
            </a:r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  );       </a:t>
            </a:r>
          </a:p>
          <a:p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 }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174189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CC1BE95-E8DB-2D49-00CA-BCA527F680C9}"/>
              </a:ext>
            </a:extLst>
          </p:cNvPr>
          <p:cNvGrpSpPr/>
          <p:nvPr/>
        </p:nvGrpSpPr>
        <p:grpSpPr>
          <a:xfrm>
            <a:off x="5771719" y="26523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D1E8D4D-7F37-ADED-B3D4-71A6FDC0B8C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1FACB294-0D5D-0565-4280-742E9597330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EE9B156-DDF7-04DC-9AA9-540B8AC22726}"/>
              </a:ext>
            </a:extLst>
          </p:cNvPr>
          <p:cNvGrpSpPr/>
          <p:nvPr/>
        </p:nvGrpSpPr>
        <p:grpSpPr>
          <a:xfrm>
            <a:off x="6023117" y="81195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5FCE9A6-9E93-4E7A-90CE-DFFA617110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CEA233D9-0BEA-8F9E-1EB0-D94020163AD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A9B0A4-94D2-E6AF-0009-FE7EB97B5B45}"/>
              </a:ext>
            </a:extLst>
          </p:cNvPr>
          <p:cNvGrpSpPr/>
          <p:nvPr/>
        </p:nvGrpSpPr>
        <p:grpSpPr>
          <a:xfrm>
            <a:off x="6100599" y="482867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B4F3E44-541A-DE2B-8689-FA6B31BE0E9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321368E3-8070-31C0-8AD6-7B1C9EE305C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1EA7D4-CFC5-6BB8-BCDF-FBB9F715CF15}"/>
              </a:ext>
            </a:extLst>
          </p:cNvPr>
          <p:cNvGrpSpPr/>
          <p:nvPr/>
        </p:nvGrpSpPr>
        <p:grpSpPr>
          <a:xfrm>
            <a:off x="6120663" y="540828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83361E9-AA99-10DA-5C60-7DCDB69C686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AD6A1D1F-92EC-138F-12AB-2699B812BB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4D36A4D-164F-8131-309B-E0562744E662}"/>
              </a:ext>
            </a:extLst>
          </p:cNvPr>
          <p:cNvSpPr txBox="1"/>
          <p:nvPr/>
        </p:nvSpPr>
        <p:spPr>
          <a:xfrm>
            <a:off x="172751" y="3010010"/>
            <a:ext cx="5844003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002060"/>
                </a:solidFill>
              </a:rPr>
              <a:t>void </a:t>
            </a:r>
            <a:r>
              <a:rPr lang="en-US" sz="2100" b="1" dirty="0" err="1">
                <a:solidFill>
                  <a:srgbClr val="002060"/>
                </a:solidFill>
              </a:rPr>
              <a:t>insertionAtEnd</a:t>
            </a:r>
            <a:r>
              <a:rPr lang="en-US" sz="2100" b="1" dirty="0">
                <a:solidFill>
                  <a:srgbClr val="002060"/>
                </a:solidFill>
              </a:rPr>
              <a:t>( ) {</a:t>
            </a:r>
          </a:p>
          <a:p>
            <a:r>
              <a:rPr lang="en-US" sz="2100" b="1" dirty="0" err="1">
                <a:solidFill>
                  <a:srgbClr val="002060"/>
                </a:solidFill>
              </a:rPr>
              <a:t>cout</a:t>
            </a:r>
            <a:r>
              <a:rPr lang="en-US" sz="21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r>
              <a:rPr lang="en-US" sz="2100" b="1" dirty="0" err="1">
                <a:solidFill>
                  <a:srgbClr val="002060"/>
                </a:solidFill>
              </a:rPr>
              <a:t>cin</a:t>
            </a:r>
            <a:r>
              <a:rPr lang="en-US" sz="2100" b="1" dirty="0">
                <a:solidFill>
                  <a:srgbClr val="002060"/>
                </a:solidFill>
              </a:rPr>
              <a:t> &gt;&gt; </a:t>
            </a:r>
            <a:r>
              <a:rPr lang="en-US" sz="2100" b="1" dirty="0" err="1">
                <a:solidFill>
                  <a:srgbClr val="002060"/>
                </a:solidFill>
              </a:rPr>
              <a:t>val</a:t>
            </a:r>
            <a:r>
              <a:rPr lang="en-US" sz="21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100" b="1" dirty="0">
                <a:solidFill>
                  <a:srgbClr val="002060"/>
                </a:solidFill>
              </a:rPr>
              <a:t>Node* </a:t>
            </a:r>
            <a:r>
              <a:rPr lang="en-US" sz="2100" b="1" dirty="0" err="1">
                <a:solidFill>
                  <a:srgbClr val="002060"/>
                </a:solidFill>
              </a:rPr>
              <a:t>newNode</a:t>
            </a:r>
            <a:r>
              <a:rPr lang="en-US" sz="2100" b="1" dirty="0">
                <a:solidFill>
                  <a:srgbClr val="002060"/>
                </a:solidFill>
              </a:rPr>
              <a:t> = new Node(</a:t>
            </a:r>
            <a:r>
              <a:rPr lang="en-US" sz="2100" b="1" dirty="0" err="1">
                <a:solidFill>
                  <a:srgbClr val="002060"/>
                </a:solidFill>
              </a:rPr>
              <a:t>val</a:t>
            </a:r>
            <a:r>
              <a:rPr lang="en-US" sz="2100" b="1" dirty="0">
                <a:solidFill>
                  <a:srgbClr val="002060"/>
                </a:solidFill>
              </a:rPr>
              <a:t>);</a:t>
            </a:r>
          </a:p>
          <a:p>
            <a:r>
              <a:rPr lang="en-PK" sz="2100" dirty="0"/>
              <a:t> </a:t>
            </a:r>
            <a:r>
              <a:rPr lang="en-PK" sz="2100" b="1" dirty="0">
                <a:solidFill>
                  <a:srgbClr val="002060"/>
                </a:solidFill>
              </a:rPr>
              <a:t>if (!head) {</a:t>
            </a:r>
          </a:p>
          <a:p>
            <a:r>
              <a:rPr lang="en-PK" sz="2100" b="1" dirty="0">
                <a:solidFill>
                  <a:srgbClr val="002060"/>
                </a:solidFill>
              </a:rPr>
              <a:t>            head = tail = </a:t>
            </a:r>
            <a:r>
              <a:rPr lang="en-PK" sz="2100" b="1" dirty="0" err="1">
                <a:solidFill>
                  <a:srgbClr val="002060"/>
                </a:solidFill>
              </a:rPr>
              <a:t>newNode</a:t>
            </a:r>
            <a:r>
              <a:rPr lang="en-PK" sz="2100" b="1" dirty="0">
                <a:solidFill>
                  <a:srgbClr val="002060"/>
                </a:solidFill>
              </a:rPr>
              <a:t>;</a:t>
            </a:r>
          </a:p>
          <a:p>
            <a:r>
              <a:rPr lang="en-PK" sz="2100" b="1" dirty="0">
                <a:solidFill>
                  <a:srgbClr val="002060"/>
                </a:solidFill>
              </a:rPr>
              <a:t>            return;</a:t>
            </a:r>
          </a:p>
          <a:p>
            <a:r>
              <a:rPr lang="en-PK" sz="2100" b="1" dirty="0">
                <a:solidFill>
                  <a:srgbClr val="002060"/>
                </a:solidFill>
              </a:rPr>
              <a:t>        }</a:t>
            </a:r>
          </a:p>
          <a:p>
            <a:r>
              <a:rPr lang="en-PK" sz="2100" b="1" dirty="0">
                <a:solidFill>
                  <a:srgbClr val="002060"/>
                </a:solidFill>
              </a:rPr>
              <a:t>        </a:t>
            </a:r>
            <a:r>
              <a:rPr lang="en-US" sz="2400" dirty="0"/>
              <a:t>else if ( </a:t>
            </a:r>
            <a:r>
              <a:rPr lang="en-US" sz="2400" dirty="0" err="1"/>
              <a:t>isCircular</a:t>
            </a:r>
            <a:r>
              <a:rPr lang="en-US" sz="2400" dirty="0"/>
              <a:t> ( ) ) { }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	</a:t>
            </a:r>
            <a:r>
              <a:rPr lang="en-US" sz="2400" dirty="0"/>
              <a:t>else { }</a:t>
            </a:r>
          </a:p>
          <a:p>
            <a:r>
              <a:rPr lang="en-US" sz="2100" b="1" dirty="0">
                <a:solidFill>
                  <a:srgbClr val="002060"/>
                </a:solidFill>
              </a:rPr>
              <a:t>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3A24C9-778C-8D68-F835-B4AF14DBBCA3}"/>
              </a:ext>
            </a:extLst>
          </p:cNvPr>
          <p:cNvSpPr txBox="1"/>
          <p:nvPr/>
        </p:nvSpPr>
        <p:spPr>
          <a:xfrm>
            <a:off x="138384" y="-49525"/>
            <a:ext cx="506478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/>
              <a:t>class Node{</a:t>
            </a:r>
          </a:p>
          <a:p>
            <a:r>
              <a:rPr lang="en-US" sz="2100" b="1" dirty="0"/>
              <a:t>public:     int data;    Node *next, *</a:t>
            </a:r>
            <a:r>
              <a:rPr lang="en-US" sz="2100" b="1" dirty="0" err="1"/>
              <a:t>prev</a:t>
            </a:r>
            <a:r>
              <a:rPr lang="en-US" sz="2100" b="1" dirty="0"/>
              <a:t>; </a:t>
            </a:r>
          </a:p>
          <a:p>
            <a:r>
              <a:rPr lang="en-US" sz="2100" b="1" dirty="0"/>
              <a:t>Node(int </a:t>
            </a:r>
            <a:r>
              <a:rPr lang="en-US" sz="2100" b="1" dirty="0" err="1"/>
              <a:t>val</a:t>
            </a:r>
            <a:r>
              <a:rPr lang="en-US" sz="2100" b="1" dirty="0"/>
              <a:t>=0): data(</a:t>
            </a:r>
            <a:r>
              <a:rPr lang="en-US" sz="2100" b="1" dirty="0" err="1"/>
              <a:t>val</a:t>
            </a:r>
            <a:r>
              <a:rPr lang="en-US" sz="2100" b="1" dirty="0"/>
              <a:t>), next(</a:t>
            </a:r>
            <a:r>
              <a:rPr lang="en-US" sz="2100" b="1" dirty="0" err="1"/>
              <a:t>nullptr</a:t>
            </a:r>
            <a:r>
              <a:rPr lang="en-US" sz="2100" b="1" dirty="0"/>
              <a:t>), </a:t>
            </a:r>
            <a:r>
              <a:rPr lang="en-US" sz="2100" b="1" dirty="0" err="1"/>
              <a:t>prev</a:t>
            </a:r>
            <a:r>
              <a:rPr lang="en-US" sz="2100" b="1" dirty="0"/>
              <a:t>(</a:t>
            </a:r>
            <a:r>
              <a:rPr lang="en-US" sz="2100" b="1" dirty="0" err="1"/>
              <a:t>nullptr</a:t>
            </a:r>
            <a:r>
              <a:rPr lang="en-US" sz="2100" b="1" dirty="0"/>
              <a:t>) {   }</a:t>
            </a:r>
          </a:p>
          <a:p>
            <a:r>
              <a:rPr lang="en-US" sz="2100" b="1" dirty="0"/>
              <a:t>};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bool </a:t>
            </a:r>
            <a:r>
              <a:rPr lang="en-US" sz="2100" b="1" dirty="0" err="1">
                <a:solidFill>
                  <a:schemeClr val="accent2">
                    <a:lumMod val="75000"/>
                  </a:schemeClr>
                </a:solidFill>
              </a:rPr>
              <a:t>isCircular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( ) { 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if (!head || !tail) return false; 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return ( </a:t>
            </a:r>
            <a:r>
              <a:rPr lang="en-US" sz="2100" b="1" dirty="0">
                <a:solidFill>
                  <a:srgbClr val="002060"/>
                </a:solidFill>
              </a:rPr>
              <a:t>(head-&gt;</a:t>
            </a:r>
            <a:r>
              <a:rPr lang="en-US" sz="2100" b="1" dirty="0" err="1">
                <a:solidFill>
                  <a:srgbClr val="002060"/>
                </a:solidFill>
              </a:rPr>
              <a:t>prev</a:t>
            </a:r>
            <a:r>
              <a:rPr lang="en-US" sz="2100" b="1" dirty="0">
                <a:solidFill>
                  <a:srgbClr val="002060"/>
                </a:solidFill>
              </a:rPr>
              <a:t> == tail) 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&amp;&amp; </a:t>
            </a: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                 </a:t>
            </a:r>
            <a:r>
              <a:rPr lang="en-US" sz="2100" b="1" dirty="0">
                <a:solidFill>
                  <a:srgbClr val="FF0000"/>
                </a:solidFill>
              </a:rPr>
              <a:t>(tail-&gt;next == head)</a:t>
            </a:r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  );        }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3DCB2C-AAC0-A390-276D-03557D2D3A4B}"/>
              </a:ext>
            </a:extLst>
          </p:cNvPr>
          <p:cNvGrpSpPr/>
          <p:nvPr/>
        </p:nvGrpSpPr>
        <p:grpSpPr>
          <a:xfrm>
            <a:off x="1846946" y="3669442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762DFFC-63AD-389C-379C-95F754F0B18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3EEE6D15-819E-2D5A-86ED-08B1139388B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47FADD-966E-A8A5-47A9-12B83EF2627A}"/>
              </a:ext>
            </a:extLst>
          </p:cNvPr>
          <p:cNvGrpSpPr/>
          <p:nvPr/>
        </p:nvGrpSpPr>
        <p:grpSpPr>
          <a:xfrm>
            <a:off x="7210155" y="1594376"/>
            <a:ext cx="4746183" cy="1313586"/>
            <a:chOff x="411300" y="1905801"/>
            <a:chExt cx="4746183" cy="131358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1B25640-267E-7E09-834E-8C4F7B7FD284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861ED737-E054-095C-3EF3-0B034AF1A669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3D599B4B-DBAE-01ED-484B-2D60750D49E5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: Rounded Corners 4">
                  <a:extLst>
                    <a:ext uri="{FF2B5EF4-FFF2-40B4-BE49-F238E27FC236}">
                      <a16:creationId xmlns:a16="http://schemas.microsoft.com/office/drawing/2014/main" id="{293C9986-FC8D-769E-3BB3-AF6EABB61638}"/>
                    </a:ext>
                  </a:extLst>
                </p:cNvPr>
                <p:cNvSpPr txBox="1"/>
                <p:nvPr/>
              </p:nvSpPr>
              <p:spPr>
                <a:xfrm>
                  <a:off x="1181081" y="1069541"/>
                  <a:ext cx="1923723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3800" b="1" i="0" u="sng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newNnode</a:t>
                  </a:r>
                  <a:endParaRPr kumimoji="0" lang="en-PK" sz="3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4B4AFB65-5B6E-B122-8EF1-03C6F78E3092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35F70CA-BE7E-8ABE-9EDE-81F1B4E8C744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3D0DD6FD-9355-4449-9EFB-B3CFF7280B3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: Rounded Corners 4">
                  <a:extLst>
                    <a:ext uri="{FF2B5EF4-FFF2-40B4-BE49-F238E27FC236}">
                      <a16:creationId xmlns:a16="http://schemas.microsoft.com/office/drawing/2014/main" id="{8B81FEB8-639F-6A38-4D41-20B2FB434233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6363FC7B-57B3-1ABA-42F7-F72167E03C46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E1DDD44D-3B99-1CCA-96A4-A7D86DC4E15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: Rounded Corners 4">
                  <a:extLst>
                    <a:ext uri="{FF2B5EF4-FFF2-40B4-BE49-F238E27FC236}">
                      <a16:creationId xmlns:a16="http://schemas.microsoft.com/office/drawing/2014/main" id="{67279659-9F20-2F4A-7B4F-78CE333C28F1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D60308C-E5FF-3174-41A3-6C511647DC00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57950213-25BA-65EE-8BE2-ADBD5AE337B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: Rounded Corners 4">
                  <a:extLst>
                    <a:ext uri="{FF2B5EF4-FFF2-40B4-BE49-F238E27FC236}">
                      <a16:creationId xmlns:a16="http://schemas.microsoft.com/office/drawing/2014/main" id="{7676180A-1E00-A663-6603-20612081E2E8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8DE5042-6F28-FBDF-1ACD-45DF0272E503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03EACB1-5707-94A4-349F-3C4940F93C48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31" name="Rectangle: Rounded Corners 4">
                <a:extLst>
                  <a:ext uri="{FF2B5EF4-FFF2-40B4-BE49-F238E27FC236}">
                    <a16:creationId xmlns:a16="http://schemas.microsoft.com/office/drawing/2014/main" id="{76D6FA4E-719D-13C4-C906-0E1CD86DAADB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CEFC85-8C7A-1FA8-3507-616B3D5FF9C7}"/>
              </a:ext>
            </a:extLst>
          </p:cNvPr>
          <p:cNvGrpSpPr/>
          <p:nvPr/>
        </p:nvGrpSpPr>
        <p:grpSpPr>
          <a:xfrm>
            <a:off x="9631161" y="2433015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FEC7F36-3A7E-AF28-046F-FEB659788FC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7" name="Rectangle: Rounded Corners 4">
              <a:extLst>
                <a:ext uri="{FF2B5EF4-FFF2-40B4-BE49-F238E27FC236}">
                  <a16:creationId xmlns:a16="http://schemas.microsoft.com/office/drawing/2014/main" id="{23579E8C-0789-D523-AD6F-2073DD57B86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346B28E-DA2E-C489-F37B-9688091F69B9}"/>
              </a:ext>
            </a:extLst>
          </p:cNvPr>
          <p:cNvGrpSpPr/>
          <p:nvPr/>
        </p:nvGrpSpPr>
        <p:grpSpPr>
          <a:xfrm>
            <a:off x="7933714" y="242510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55C781D-315D-9A82-50D9-FD637A120DB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0" name="Rectangle: Rounded Corners 4">
              <a:extLst>
                <a:ext uri="{FF2B5EF4-FFF2-40B4-BE49-F238E27FC236}">
                  <a16:creationId xmlns:a16="http://schemas.microsoft.com/office/drawing/2014/main" id="{0815D21C-8AB5-4820-62E7-47FF9BF210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C1FC132-EAAA-4B15-7132-9A1F5B2B5370}"/>
              </a:ext>
            </a:extLst>
          </p:cNvPr>
          <p:cNvGrpSpPr/>
          <p:nvPr/>
        </p:nvGrpSpPr>
        <p:grpSpPr>
          <a:xfrm>
            <a:off x="10948390" y="244628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6228F74-054B-9DF2-B60F-E331B33CC94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3" name="Rectangle: Rounded Corners 4">
              <a:extLst>
                <a:ext uri="{FF2B5EF4-FFF2-40B4-BE49-F238E27FC236}">
                  <a16:creationId xmlns:a16="http://schemas.microsoft.com/office/drawing/2014/main" id="{18C0E619-7801-ABDF-2BAC-3DB54A52B79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38D3A5D-5169-E30B-4E54-376B16EDC43D}"/>
              </a:ext>
            </a:extLst>
          </p:cNvPr>
          <p:cNvGrpSpPr/>
          <p:nvPr/>
        </p:nvGrpSpPr>
        <p:grpSpPr>
          <a:xfrm>
            <a:off x="6120663" y="540067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320B668-507B-271B-0979-BC3EA4E9B1D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647A759F-FB66-BF76-1DF5-C94AB7E232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64D9FC-F31D-BB8A-B9E6-F683760AC718}"/>
              </a:ext>
            </a:extLst>
          </p:cNvPr>
          <p:cNvGrpSpPr/>
          <p:nvPr/>
        </p:nvGrpSpPr>
        <p:grpSpPr>
          <a:xfrm>
            <a:off x="6016754" y="81442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1AAB219-9E3F-74FC-A637-02222C8F80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23686752-82EB-1C3D-2268-46E0F55A1D1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37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39D7-56A0-1453-0D33-DBE0DB2B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D1ACB3-7EEC-5D14-87B1-144C9CE56A52}"/>
              </a:ext>
            </a:extLst>
          </p:cNvPr>
          <p:cNvGrpSpPr/>
          <p:nvPr/>
        </p:nvGrpSpPr>
        <p:grpSpPr>
          <a:xfrm>
            <a:off x="5771719" y="265239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7D13EF-B1B2-7DEA-CA6C-311AAFC40B4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FE3B03CE-7181-3145-8209-30C5EDF914F0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01200-D0E2-A591-84A1-9D99627792A4}"/>
              </a:ext>
            </a:extLst>
          </p:cNvPr>
          <p:cNvGrpSpPr/>
          <p:nvPr/>
        </p:nvGrpSpPr>
        <p:grpSpPr>
          <a:xfrm>
            <a:off x="6023117" y="81195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234BD0-38EE-915C-30BE-666281874EE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AD6BEBEB-D881-3D49-3DCE-A38840E1EB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167EB4-C16C-CF8E-E6B0-A14B8A86F400}"/>
              </a:ext>
            </a:extLst>
          </p:cNvPr>
          <p:cNvGrpSpPr/>
          <p:nvPr/>
        </p:nvGrpSpPr>
        <p:grpSpPr>
          <a:xfrm>
            <a:off x="6100599" y="4828679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8BA9F5E-6BEE-D751-92F9-DF8DC33A16F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BD479258-BDDD-553F-0DD2-57E32C3DF67D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CAD33F-7369-80D2-C673-7F8188174802}"/>
              </a:ext>
            </a:extLst>
          </p:cNvPr>
          <p:cNvGrpSpPr/>
          <p:nvPr/>
        </p:nvGrpSpPr>
        <p:grpSpPr>
          <a:xfrm>
            <a:off x="6120663" y="540828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1AB2328-4A11-161E-B77F-0195EE14078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D424675A-5E83-0F07-5928-D6B1AA85053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977D740-DFBF-8358-030B-4B7E2366C39B}"/>
              </a:ext>
            </a:extLst>
          </p:cNvPr>
          <p:cNvSpPr txBox="1"/>
          <p:nvPr/>
        </p:nvSpPr>
        <p:spPr>
          <a:xfrm>
            <a:off x="102409" y="2790405"/>
            <a:ext cx="5844003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</a:rPr>
              <a:t>void </a:t>
            </a:r>
            <a:r>
              <a:rPr lang="en-US" sz="2200" b="1" dirty="0" err="1">
                <a:solidFill>
                  <a:srgbClr val="002060"/>
                </a:solidFill>
              </a:rPr>
              <a:t>insertionAtEnd</a:t>
            </a:r>
            <a:r>
              <a:rPr lang="en-US" sz="2200" b="1" dirty="0">
                <a:solidFill>
                  <a:srgbClr val="002060"/>
                </a:solidFill>
              </a:rPr>
              <a:t>( ) {</a:t>
            </a:r>
          </a:p>
          <a:p>
            <a:r>
              <a:rPr lang="en-US" sz="2200" b="1" dirty="0" err="1">
                <a:solidFill>
                  <a:srgbClr val="002060"/>
                </a:solidFill>
              </a:rPr>
              <a:t>cout</a:t>
            </a:r>
            <a:r>
              <a:rPr lang="en-US" sz="22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r>
              <a:rPr lang="en-US" sz="2200" b="1" dirty="0" err="1">
                <a:solidFill>
                  <a:srgbClr val="002060"/>
                </a:solidFill>
              </a:rPr>
              <a:t>cin</a:t>
            </a:r>
            <a:r>
              <a:rPr lang="en-US" sz="2200" b="1" dirty="0">
                <a:solidFill>
                  <a:srgbClr val="002060"/>
                </a:solidFill>
              </a:rPr>
              <a:t> &gt;&gt; </a:t>
            </a:r>
            <a:r>
              <a:rPr lang="en-US" sz="2200" b="1" dirty="0" err="1">
                <a:solidFill>
                  <a:srgbClr val="002060"/>
                </a:solidFill>
              </a:rPr>
              <a:t>val</a:t>
            </a:r>
            <a:r>
              <a:rPr lang="en-US" sz="22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Node*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 = new Node(</a:t>
            </a:r>
            <a:r>
              <a:rPr lang="en-US" sz="2200" b="1" dirty="0" err="1">
                <a:solidFill>
                  <a:srgbClr val="002060"/>
                </a:solidFill>
              </a:rPr>
              <a:t>val</a:t>
            </a:r>
            <a:r>
              <a:rPr lang="en-US" sz="2200" b="1" dirty="0">
                <a:solidFill>
                  <a:srgbClr val="002060"/>
                </a:solidFill>
              </a:rPr>
              <a:t>);</a:t>
            </a:r>
          </a:p>
          <a:p>
            <a:r>
              <a:rPr lang="en-PK" sz="2200" dirty="0"/>
              <a:t> </a:t>
            </a:r>
            <a:r>
              <a:rPr lang="en-PK" dirty="0"/>
              <a:t>if (!head) {head = tail = newNode;   return;    }</a:t>
            </a:r>
          </a:p>
          <a:p>
            <a:r>
              <a:rPr lang="en-PK" sz="2200" b="1" dirty="0">
                <a:solidFill>
                  <a:srgbClr val="002060"/>
                </a:solidFill>
              </a:rPr>
              <a:t> </a:t>
            </a:r>
            <a:r>
              <a:rPr lang="en-US" sz="2200" b="1" dirty="0">
                <a:solidFill>
                  <a:srgbClr val="002060"/>
                </a:solidFill>
              </a:rPr>
              <a:t>else if ( </a:t>
            </a:r>
            <a:r>
              <a:rPr lang="en-US" sz="2200" b="1" dirty="0" err="1">
                <a:solidFill>
                  <a:srgbClr val="002060"/>
                </a:solidFill>
              </a:rPr>
              <a:t>isCircular</a:t>
            </a:r>
            <a:r>
              <a:rPr lang="en-US" sz="2200" b="1" dirty="0">
                <a:solidFill>
                  <a:srgbClr val="002060"/>
                </a:solidFill>
              </a:rPr>
              <a:t> ( ) )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 </a:t>
            </a:r>
            <a:r>
              <a:rPr lang="en-US" sz="2400" b="1" dirty="0"/>
              <a:t>tail-&gt;next = </a:t>
            </a:r>
            <a:r>
              <a:rPr lang="en-US" sz="2400" b="1" dirty="0" err="1"/>
              <a:t>newNode</a:t>
            </a:r>
            <a:r>
              <a:rPr lang="en-US" sz="2400" b="1" dirty="0"/>
              <a:t>; </a:t>
            </a:r>
          </a:p>
          <a:p>
            <a:pPr lvl="1"/>
            <a:r>
              <a:rPr lang="en-US" sz="2400" b="1" dirty="0" err="1"/>
              <a:t>newNode</a:t>
            </a:r>
            <a:r>
              <a:rPr lang="en-US" sz="2400" b="1" dirty="0"/>
              <a:t>-&gt;</a:t>
            </a:r>
            <a:r>
              <a:rPr lang="en-US" sz="2400" b="1" dirty="0" err="1"/>
              <a:t>prev</a:t>
            </a:r>
            <a:r>
              <a:rPr lang="en-US" sz="2400" b="1" dirty="0"/>
              <a:t> = tail; </a:t>
            </a:r>
          </a:p>
          <a:p>
            <a:pPr lvl="1"/>
            <a:r>
              <a:rPr lang="en-US" sz="2400" b="1" dirty="0" err="1"/>
              <a:t>newNode</a:t>
            </a:r>
            <a:r>
              <a:rPr lang="en-US" sz="2400" b="1" dirty="0"/>
              <a:t>-&gt;next = head; </a:t>
            </a:r>
          </a:p>
          <a:p>
            <a:pPr lvl="1"/>
            <a:r>
              <a:rPr lang="en-US" sz="2400" b="1" dirty="0"/>
              <a:t>head-&gt;</a:t>
            </a:r>
            <a:r>
              <a:rPr lang="en-US" sz="2400" b="1" dirty="0" err="1"/>
              <a:t>prev</a:t>
            </a:r>
            <a:r>
              <a:rPr lang="en-US" sz="2400" b="1" dirty="0"/>
              <a:t> = </a:t>
            </a:r>
            <a:r>
              <a:rPr lang="en-US" sz="2400" b="1" dirty="0" err="1"/>
              <a:t>newNode</a:t>
            </a:r>
            <a:r>
              <a:rPr lang="en-US" sz="2400" b="1" dirty="0"/>
              <a:t>; </a:t>
            </a:r>
          </a:p>
          <a:p>
            <a:pPr lvl="1"/>
            <a:r>
              <a:rPr lang="en-US" sz="2400" b="1" dirty="0"/>
              <a:t>tail = </a:t>
            </a:r>
            <a:r>
              <a:rPr lang="en-US" sz="2400" b="1" dirty="0" err="1"/>
              <a:t>newNode</a:t>
            </a:r>
            <a:r>
              <a:rPr lang="en-US" sz="2400" b="1" dirty="0"/>
              <a:t>;</a:t>
            </a:r>
            <a:r>
              <a:rPr lang="en-US" sz="2200" b="1" dirty="0">
                <a:solidFill>
                  <a:srgbClr val="002060"/>
                </a:solidFill>
              </a:rPr>
              <a:t>    } else { 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547987-4F94-5EB0-06BB-0991CAC45C7E}"/>
              </a:ext>
            </a:extLst>
          </p:cNvPr>
          <p:cNvSpPr txBox="1"/>
          <p:nvPr/>
        </p:nvSpPr>
        <p:spPr>
          <a:xfrm>
            <a:off x="27642" y="-85893"/>
            <a:ext cx="5557119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class Node {</a:t>
            </a:r>
          </a:p>
          <a:p>
            <a:r>
              <a:rPr lang="en-US" sz="2200" b="1" dirty="0"/>
              <a:t>public:     int data;    Node *next, *</a:t>
            </a:r>
            <a:r>
              <a:rPr lang="en-US" sz="2200" b="1" dirty="0" err="1"/>
              <a:t>prev</a:t>
            </a:r>
            <a:r>
              <a:rPr lang="en-US" sz="2200" b="1" dirty="0"/>
              <a:t>;  </a:t>
            </a:r>
          </a:p>
          <a:p>
            <a:r>
              <a:rPr lang="en-US" sz="2200" b="1" dirty="0"/>
              <a:t>Node(int </a:t>
            </a:r>
            <a:r>
              <a:rPr lang="en-US" sz="2200" b="1" dirty="0" err="1"/>
              <a:t>val</a:t>
            </a:r>
            <a:r>
              <a:rPr lang="en-US" sz="2200" b="1" dirty="0"/>
              <a:t>=0): data(</a:t>
            </a:r>
            <a:r>
              <a:rPr lang="en-US" sz="2200" b="1" dirty="0" err="1"/>
              <a:t>val</a:t>
            </a:r>
            <a:r>
              <a:rPr lang="en-US" sz="2200" b="1" dirty="0"/>
              <a:t>), next(</a:t>
            </a:r>
            <a:r>
              <a:rPr lang="en-US" sz="2200" b="1" dirty="0" err="1"/>
              <a:t>nullptr</a:t>
            </a:r>
            <a:r>
              <a:rPr lang="en-US" sz="2200" b="1" dirty="0"/>
              <a:t>), </a:t>
            </a:r>
            <a:r>
              <a:rPr lang="en-US" sz="2200" b="1" dirty="0" err="1"/>
              <a:t>prev</a:t>
            </a:r>
            <a:r>
              <a:rPr lang="en-US" sz="2200" b="1" dirty="0"/>
              <a:t>(</a:t>
            </a:r>
            <a:r>
              <a:rPr lang="en-US" sz="2200" b="1" dirty="0" err="1"/>
              <a:t>nullptr</a:t>
            </a:r>
            <a:r>
              <a:rPr lang="en-US" sz="2200" b="1" dirty="0"/>
              <a:t>) {   }         };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bool  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isCircular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( ) {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if (!head || !tail) return false;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return ( </a:t>
            </a:r>
            <a:r>
              <a:rPr lang="en-US" sz="2400" b="1" dirty="0">
                <a:solidFill>
                  <a:srgbClr val="002060"/>
                </a:solidFill>
              </a:rPr>
              <a:t>(head-&gt;</a:t>
            </a:r>
            <a:r>
              <a:rPr lang="en-US" sz="2400" b="1" dirty="0" err="1">
                <a:solidFill>
                  <a:srgbClr val="002060"/>
                </a:solidFill>
              </a:rPr>
              <a:t>prev</a:t>
            </a:r>
            <a:r>
              <a:rPr lang="en-US" sz="2400" b="1" dirty="0">
                <a:solidFill>
                  <a:srgbClr val="002060"/>
                </a:solidFill>
              </a:rPr>
              <a:t> == tail)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&amp;&amp;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               </a:t>
            </a:r>
            <a:r>
              <a:rPr lang="en-US" sz="2400" b="1" dirty="0">
                <a:solidFill>
                  <a:srgbClr val="FF0000"/>
                </a:solidFill>
              </a:rPr>
              <a:t>(tail-&gt;next == head)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);        }</a:t>
            </a:r>
          </a:p>
          <a:p>
            <a:endParaRPr lang="en-US" sz="2200" b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095570-8A9E-1F3F-542E-F09C2C5B3B7A}"/>
              </a:ext>
            </a:extLst>
          </p:cNvPr>
          <p:cNvGrpSpPr/>
          <p:nvPr/>
        </p:nvGrpSpPr>
        <p:grpSpPr>
          <a:xfrm>
            <a:off x="1575255" y="3491997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FD813E8-2861-5015-0217-1AD7D48249E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D5152AFE-B1F0-5367-81DB-CED206D2CC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05A7F8-8B33-B257-3B89-88ACE628628A}"/>
              </a:ext>
            </a:extLst>
          </p:cNvPr>
          <p:cNvGrpSpPr/>
          <p:nvPr/>
        </p:nvGrpSpPr>
        <p:grpSpPr>
          <a:xfrm>
            <a:off x="6120663" y="540067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6793704A-8CB1-A4E2-BB53-98DC96B8128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D480229E-13E7-FAC9-2E3F-C542D9E256B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BCE0913-5A79-41DC-7C8D-E4F526C90E51}"/>
              </a:ext>
            </a:extLst>
          </p:cNvPr>
          <p:cNvGrpSpPr/>
          <p:nvPr/>
        </p:nvGrpSpPr>
        <p:grpSpPr>
          <a:xfrm>
            <a:off x="6016754" y="81442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42A201B-244B-B36A-8E4D-278F7D314C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B9D376F6-66B0-01C7-E496-4990A105DC6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B9F99BE-9075-3A49-237E-9BB00F441C30}"/>
              </a:ext>
            </a:extLst>
          </p:cNvPr>
          <p:cNvGrpSpPr/>
          <p:nvPr/>
        </p:nvGrpSpPr>
        <p:grpSpPr>
          <a:xfrm>
            <a:off x="7133740" y="1518709"/>
            <a:ext cx="4746183" cy="898838"/>
            <a:chOff x="411300" y="2320549"/>
            <a:chExt cx="4746183" cy="8988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6BD33A-0F2E-D1F9-3147-54B3A4CC4ED2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3563187-726B-8531-6A94-C1919461B135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3982B39-D7B6-B756-B6C7-7B4036A9C321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5" name="Rectangle: Rounded Corners 64">
                  <a:extLst>
                    <a:ext uri="{FF2B5EF4-FFF2-40B4-BE49-F238E27FC236}">
                      <a16:creationId xmlns:a16="http://schemas.microsoft.com/office/drawing/2014/main" id="{AD433CB3-E707-6AF7-8094-5BD3A348C4E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: Rounded Corners 4">
                  <a:extLst>
                    <a:ext uri="{FF2B5EF4-FFF2-40B4-BE49-F238E27FC236}">
                      <a16:creationId xmlns:a16="http://schemas.microsoft.com/office/drawing/2014/main" id="{8450C3CD-2B7E-6D41-CEC7-CBF48A12C7F5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5A71007-E962-6131-D2B0-B6F88F2534A3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2A27224C-7EC2-C11C-20DE-0BDA61368FC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: Rounded Corners 4">
                  <a:extLst>
                    <a:ext uri="{FF2B5EF4-FFF2-40B4-BE49-F238E27FC236}">
                      <a16:creationId xmlns:a16="http://schemas.microsoft.com/office/drawing/2014/main" id="{A9DDCF66-7A29-C12B-575A-E2C21333530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E41258E-7239-814D-53B7-D3C95BEEF135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9A7BA429-1EF2-E9A5-3176-97620CFB189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4">
                  <a:extLst>
                    <a:ext uri="{FF2B5EF4-FFF2-40B4-BE49-F238E27FC236}">
                      <a16:creationId xmlns:a16="http://schemas.microsoft.com/office/drawing/2014/main" id="{CB8B26F7-D2FB-9E02-BA52-5CB314DFC554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BB00B9-7DD9-DC22-1B59-3CEB71B4BB1B}"/>
                </a:ext>
              </a:extLst>
            </p:cNvPr>
            <p:cNvGrpSpPr/>
            <p:nvPr/>
          </p:nvGrpSpPr>
          <p:grpSpPr>
            <a:xfrm>
              <a:off x="451470" y="2320549"/>
              <a:ext cx="1476060" cy="279815"/>
              <a:chOff x="-1841824" y="2919476"/>
              <a:chExt cx="2598682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994CFF3-9BFA-B79A-4CA2-E4F367DD7254}"/>
                  </a:ext>
                </a:extLst>
              </p:cNvPr>
              <p:cNvSpPr/>
              <p:nvPr/>
            </p:nvSpPr>
            <p:spPr>
              <a:xfrm>
                <a:off x="-1841824" y="2919476"/>
                <a:ext cx="2598682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5" name="Rectangle: Rounded Corners 4">
                <a:extLst>
                  <a:ext uri="{FF2B5EF4-FFF2-40B4-BE49-F238E27FC236}">
                    <a16:creationId xmlns:a16="http://schemas.microsoft.com/office/drawing/2014/main" id="{0D879A40-2FCC-957F-20DF-A192CE0273C5}"/>
                  </a:ext>
                </a:extLst>
              </p:cNvPr>
              <p:cNvSpPr txBox="1"/>
              <p:nvPr/>
            </p:nvSpPr>
            <p:spPr>
              <a:xfrm>
                <a:off x="-1633346" y="3049555"/>
                <a:ext cx="215760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C19521C-B3A8-9A35-C8B6-F5AD0F7578D6}"/>
              </a:ext>
            </a:extLst>
          </p:cNvPr>
          <p:cNvGrpSpPr/>
          <p:nvPr/>
        </p:nvGrpSpPr>
        <p:grpSpPr>
          <a:xfrm>
            <a:off x="9582584" y="194236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B86605A-1429-A3FC-3872-65CBCF3F926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47255FDA-C357-FB34-EFD2-3A2F613B49B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CA55AF7-B8FF-8C42-94D1-588685DC43C5}"/>
              </a:ext>
            </a:extLst>
          </p:cNvPr>
          <p:cNvGrpSpPr/>
          <p:nvPr/>
        </p:nvGrpSpPr>
        <p:grpSpPr>
          <a:xfrm>
            <a:off x="7848924" y="1943513"/>
            <a:ext cx="1054585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80477948-3B75-B1B8-BD85-DE187132805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1D3705AE-8EBE-A7A2-9FE3-21559E79B0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330A47E-A00F-C6D2-3C86-DFB1672AC9E3}"/>
              </a:ext>
            </a:extLst>
          </p:cNvPr>
          <p:cNvGrpSpPr/>
          <p:nvPr/>
        </p:nvGrpSpPr>
        <p:grpSpPr>
          <a:xfrm>
            <a:off x="10854547" y="1946586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AA17307-C8D4-6CF3-556D-BA9E69D4253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B6F0BC4B-D22E-9820-5B85-AD6BC730372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6F82A64-AF53-5203-50E2-C8B7D5FF1627}"/>
              </a:ext>
            </a:extLst>
          </p:cNvPr>
          <p:cNvGrpSpPr/>
          <p:nvPr/>
        </p:nvGrpSpPr>
        <p:grpSpPr>
          <a:xfrm>
            <a:off x="7101500" y="2808511"/>
            <a:ext cx="4746183" cy="1313586"/>
            <a:chOff x="411300" y="1905801"/>
            <a:chExt cx="4746183" cy="131358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2111A80-E82A-85FD-E2F9-69DADA17D493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5D8876B-7BCB-5887-66C2-64F8E5F48841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E18F75E0-A6AB-3A1B-2E90-90EF854CD24C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: Rounded Corners 4">
                  <a:extLst>
                    <a:ext uri="{FF2B5EF4-FFF2-40B4-BE49-F238E27FC236}">
                      <a16:creationId xmlns:a16="http://schemas.microsoft.com/office/drawing/2014/main" id="{2882F07C-F761-CDF4-CE61-A4DAF6098E1B}"/>
                    </a:ext>
                  </a:extLst>
                </p:cNvPr>
                <p:cNvSpPr txBox="1"/>
                <p:nvPr/>
              </p:nvSpPr>
              <p:spPr>
                <a:xfrm>
                  <a:off x="1202695" y="1067248"/>
                  <a:ext cx="1773775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lang="en-US" sz="3800" b="1" u="sng" dirty="0" err="1">
                      <a:solidFill>
                        <a:srgbClr val="FF0000"/>
                      </a:solidFill>
                      <a:latin typeface="Aptos" panose="02110004020202020204"/>
                    </a:rPr>
                    <a:t>newNode</a:t>
                  </a:r>
                  <a:endParaRPr kumimoji="0" lang="en-PK" sz="3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ADB3D69D-A72F-6A9D-777F-B8995A535F4B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412E8760-32AC-5798-0AE5-A24EB72CDE86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93" name="Rectangle: Rounded Corners 92">
                  <a:extLst>
                    <a:ext uri="{FF2B5EF4-FFF2-40B4-BE49-F238E27FC236}">
                      <a16:creationId xmlns:a16="http://schemas.microsoft.com/office/drawing/2014/main" id="{9496902B-2872-767A-759A-8EE47CB92F5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ctangle: Rounded Corners 4">
                  <a:extLst>
                    <a:ext uri="{FF2B5EF4-FFF2-40B4-BE49-F238E27FC236}">
                      <a16:creationId xmlns:a16="http://schemas.microsoft.com/office/drawing/2014/main" id="{5F77A772-1197-1A3C-B928-CCF1228383B3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CAF4E4D1-295E-4D2A-D184-28F797BF1A0F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91" name="Rectangle: Rounded Corners 90">
                  <a:extLst>
                    <a:ext uri="{FF2B5EF4-FFF2-40B4-BE49-F238E27FC236}">
                      <a16:creationId xmlns:a16="http://schemas.microsoft.com/office/drawing/2014/main" id="{3F194053-BB25-AE90-D2C8-290D66FFE50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: Rounded Corners 4">
                  <a:extLst>
                    <a:ext uri="{FF2B5EF4-FFF2-40B4-BE49-F238E27FC236}">
                      <a16:creationId xmlns:a16="http://schemas.microsoft.com/office/drawing/2014/main" id="{A6DCABD4-0F40-00CB-350F-4F4CE9082EC8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2A9D03B7-6F42-6F16-38F8-F2250F857D4B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9" name="Rectangle: Rounded Corners 88">
                  <a:extLst>
                    <a:ext uri="{FF2B5EF4-FFF2-40B4-BE49-F238E27FC236}">
                      <a16:creationId xmlns:a16="http://schemas.microsoft.com/office/drawing/2014/main" id="{82A7FF3A-9B19-4438-1533-5831384EF34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4">
                  <a:extLst>
                    <a:ext uri="{FF2B5EF4-FFF2-40B4-BE49-F238E27FC236}">
                      <a16:creationId xmlns:a16="http://schemas.microsoft.com/office/drawing/2014/main" id="{AB046113-1757-5546-9268-0A31EC045CB0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C151518-3EF5-AC2E-1637-ECC3565D0769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4E6BD933-360F-EB2C-C57D-B198516D9A79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83" name="Rectangle: Rounded Corners 4">
                <a:extLst>
                  <a:ext uri="{FF2B5EF4-FFF2-40B4-BE49-F238E27FC236}">
                    <a16:creationId xmlns:a16="http://schemas.microsoft.com/office/drawing/2014/main" id="{4F671E23-96E5-AA63-59EF-4740D836BF46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1497773-907A-BAA9-BBE4-43B5BE0D3C1F}"/>
              </a:ext>
            </a:extLst>
          </p:cNvPr>
          <p:cNvGrpSpPr/>
          <p:nvPr/>
        </p:nvGrpSpPr>
        <p:grpSpPr>
          <a:xfrm>
            <a:off x="9496993" y="364565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BCC550FB-87D9-4BF0-D2B1-7D292193A6A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9" name="Rectangle: Rounded Corners 4">
              <a:extLst>
                <a:ext uri="{FF2B5EF4-FFF2-40B4-BE49-F238E27FC236}">
                  <a16:creationId xmlns:a16="http://schemas.microsoft.com/office/drawing/2014/main" id="{3FA435C2-ED32-88F6-6449-91AC5E065ED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8F7410C-6F7C-F885-569C-A84D5900F82E}"/>
              </a:ext>
            </a:extLst>
          </p:cNvPr>
          <p:cNvGrpSpPr/>
          <p:nvPr/>
        </p:nvGrpSpPr>
        <p:grpSpPr>
          <a:xfrm>
            <a:off x="7828341" y="365633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FCC959B9-8800-A761-107C-20C9EAFD8A6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2" name="Rectangle: Rounded Corners 4">
              <a:extLst>
                <a:ext uri="{FF2B5EF4-FFF2-40B4-BE49-F238E27FC236}">
                  <a16:creationId xmlns:a16="http://schemas.microsoft.com/office/drawing/2014/main" id="{F2693A9B-84F4-B84B-28B0-C64BD1B7EA3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0BDFE10-B2E6-AD3E-ED3B-2E664C4138DF}"/>
              </a:ext>
            </a:extLst>
          </p:cNvPr>
          <p:cNvGrpSpPr/>
          <p:nvPr/>
        </p:nvGrpSpPr>
        <p:grpSpPr>
          <a:xfrm>
            <a:off x="10833964" y="365035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CF15447-F4F2-8E79-EB10-EF5DED97F0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5" name="Rectangle: Rounded Corners 4">
              <a:extLst>
                <a:ext uri="{FF2B5EF4-FFF2-40B4-BE49-F238E27FC236}">
                  <a16:creationId xmlns:a16="http://schemas.microsoft.com/office/drawing/2014/main" id="{1B37AF19-9AEF-73F9-95C5-2BE2564B276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FE04AE0-A232-B883-8C4F-A24DF49E2B29}"/>
              </a:ext>
            </a:extLst>
          </p:cNvPr>
          <p:cNvGrpSpPr/>
          <p:nvPr/>
        </p:nvGrpSpPr>
        <p:grpSpPr>
          <a:xfrm>
            <a:off x="10852707" y="1933941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FFCBE95A-2980-89D1-C7A6-75574048614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1BC1C2B3-6C83-5B44-1973-296E0CDBA89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6FD990C-51E3-08DB-776D-7DAE2BCD1E5E}"/>
              </a:ext>
            </a:extLst>
          </p:cNvPr>
          <p:cNvGrpSpPr/>
          <p:nvPr/>
        </p:nvGrpSpPr>
        <p:grpSpPr>
          <a:xfrm>
            <a:off x="7804080" y="3651367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421FD78F-4326-46B3-E40F-0A78935EA76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3" name="Rectangle: Rounded Corners 4">
              <a:extLst>
                <a:ext uri="{FF2B5EF4-FFF2-40B4-BE49-F238E27FC236}">
                  <a16:creationId xmlns:a16="http://schemas.microsoft.com/office/drawing/2014/main" id="{54720ECD-05FB-C72C-F1FA-A1494C6F0C1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2F63AD8-CD46-D91D-4693-0104CD14D4CC}"/>
              </a:ext>
            </a:extLst>
          </p:cNvPr>
          <p:cNvGrpSpPr/>
          <p:nvPr/>
        </p:nvGrpSpPr>
        <p:grpSpPr>
          <a:xfrm>
            <a:off x="10835300" y="3660420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78B5C4A1-61C3-C305-AA05-7943A90D271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6" name="Rectangle: Rounded Corners 4">
              <a:extLst>
                <a:ext uri="{FF2B5EF4-FFF2-40B4-BE49-F238E27FC236}">
                  <a16:creationId xmlns:a16="http://schemas.microsoft.com/office/drawing/2014/main" id="{52374869-3D3B-46FB-21BB-DB9C22E887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D943CD5-2B49-CE65-3EF5-B5E83772EA4B}"/>
              </a:ext>
            </a:extLst>
          </p:cNvPr>
          <p:cNvGrpSpPr/>
          <p:nvPr/>
        </p:nvGrpSpPr>
        <p:grpSpPr>
          <a:xfrm>
            <a:off x="7847420" y="1942244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3B361FE4-6864-EBA5-E622-13A6B15F2A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9" name="Rectangle: Rounded Corners 4">
              <a:extLst>
                <a:ext uri="{FF2B5EF4-FFF2-40B4-BE49-F238E27FC236}">
                  <a16:creationId xmlns:a16="http://schemas.microsoft.com/office/drawing/2014/main" id="{3D629F5A-6E81-73C7-F397-1CA714F69CB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EC35A21-60C9-32E3-5A90-7864A0634E9D}"/>
              </a:ext>
            </a:extLst>
          </p:cNvPr>
          <p:cNvGrpSpPr/>
          <p:nvPr/>
        </p:nvGrpSpPr>
        <p:grpSpPr>
          <a:xfrm>
            <a:off x="6125364" y="5362670"/>
            <a:ext cx="1232834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262F9DAE-C199-34CF-4881-F359C0A4A92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2" name="Rectangle: Rounded Corners 4">
              <a:extLst>
                <a:ext uri="{FF2B5EF4-FFF2-40B4-BE49-F238E27FC236}">
                  <a16:creationId xmlns:a16="http://schemas.microsoft.com/office/drawing/2014/main" id="{33589F1E-797A-9C9F-FE8B-53D3F217D18C}"/>
                </a:ext>
              </a:extLst>
            </p:cNvPr>
            <p:cNvSpPr txBox="1"/>
            <p:nvPr/>
          </p:nvSpPr>
          <p:spPr>
            <a:xfrm>
              <a:off x="1202637" y="1108728"/>
              <a:ext cx="2022420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046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3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4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4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7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7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7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4638AA69-13FE-F5FD-F026-817C01D9120E}"/>
              </a:ext>
            </a:extLst>
          </p:cNvPr>
          <p:cNvSpPr txBox="1"/>
          <p:nvPr/>
        </p:nvSpPr>
        <p:spPr>
          <a:xfrm>
            <a:off x="120889" y="1918685"/>
            <a:ext cx="61025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</a:rPr>
              <a:t>void </a:t>
            </a:r>
            <a:r>
              <a:rPr lang="en-US" sz="2200" b="1" dirty="0" err="1">
                <a:solidFill>
                  <a:srgbClr val="002060"/>
                </a:solidFill>
              </a:rPr>
              <a:t>insertionAtEnd</a:t>
            </a:r>
            <a:r>
              <a:rPr lang="en-US" sz="2200" b="1" dirty="0">
                <a:solidFill>
                  <a:srgbClr val="002060"/>
                </a:solidFill>
              </a:rPr>
              <a:t>( ) {</a:t>
            </a:r>
          </a:p>
          <a:p>
            <a:r>
              <a:rPr lang="en-US" sz="2200" b="1" dirty="0" err="1">
                <a:solidFill>
                  <a:srgbClr val="002060"/>
                </a:solidFill>
              </a:rPr>
              <a:t>cout</a:t>
            </a:r>
            <a:r>
              <a:rPr lang="en-US" sz="2200" b="1" dirty="0">
                <a:solidFill>
                  <a:srgbClr val="002060"/>
                </a:solidFill>
              </a:rPr>
              <a:t> &lt;&lt; "\n Enter value for the node = ";</a:t>
            </a:r>
          </a:p>
          <a:p>
            <a:r>
              <a:rPr lang="en-US" sz="2200" b="1" dirty="0" err="1">
                <a:solidFill>
                  <a:srgbClr val="002060"/>
                </a:solidFill>
              </a:rPr>
              <a:t>cin</a:t>
            </a:r>
            <a:r>
              <a:rPr lang="en-US" sz="2200" b="1" dirty="0">
                <a:solidFill>
                  <a:srgbClr val="002060"/>
                </a:solidFill>
              </a:rPr>
              <a:t> &gt;&gt; </a:t>
            </a:r>
            <a:r>
              <a:rPr lang="en-US" sz="2200" b="1" dirty="0" err="1">
                <a:solidFill>
                  <a:srgbClr val="002060"/>
                </a:solidFill>
              </a:rPr>
              <a:t>val</a:t>
            </a:r>
            <a:r>
              <a:rPr lang="en-US" sz="22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Node*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 = new Node(</a:t>
            </a:r>
            <a:r>
              <a:rPr lang="en-US" sz="2200" b="1" dirty="0" err="1">
                <a:solidFill>
                  <a:srgbClr val="002060"/>
                </a:solidFill>
              </a:rPr>
              <a:t>val</a:t>
            </a:r>
            <a:r>
              <a:rPr lang="en-US" sz="2200" b="1" dirty="0">
                <a:solidFill>
                  <a:srgbClr val="002060"/>
                </a:solidFill>
              </a:rPr>
              <a:t>);</a:t>
            </a:r>
          </a:p>
          <a:p>
            <a:r>
              <a:rPr lang="en-PK" sz="2200" dirty="0"/>
              <a:t> </a:t>
            </a:r>
            <a:r>
              <a:rPr lang="en-PK" dirty="0"/>
              <a:t>if </a:t>
            </a:r>
            <a:r>
              <a:rPr lang="en-PK" b="1" dirty="0"/>
              <a:t>(</a:t>
            </a:r>
            <a:r>
              <a:rPr lang="en-PK" dirty="0"/>
              <a:t>!head</a:t>
            </a:r>
            <a:r>
              <a:rPr lang="en-PK" b="1" dirty="0"/>
              <a:t>)</a:t>
            </a:r>
            <a:r>
              <a:rPr lang="en-PK" dirty="0"/>
              <a:t> </a:t>
            </a:r>
            <a:r>
              <a:rPr lang="en-PK" b="1" dirty="0"/>
              <a:t>{</a:t>
            </a:r>
            <a:r>
              <a:rPr lang="en-US" dirty="0"/>
              <a:t>  </a:t>
            </a:r>
            <a:r>
              <a:rPr lang="en-PK" dirty="0"/>
              <a:t>head = tail = newNode;   return;    </a:t>
            </a:r>
            <a:r>
              <a:rPr lang="en-PK" b="1" dirty="0"/>
              <a:t>}</a:t>
            </a:r>
          </a:p>
          <a:p>
            <a:r>
              <a:rPr lang="en-PK" sz="2200" b="1" dirty="0">
                <a:solidFill>
                  <a:srgbClr val="002060"/>
                </a:solidFill>
              </a:rPr>
              <a:t> </a:t>
            </a:r>
            <a:r>
              <a:rPr lang="en-US" dirty="0"/>
              <a:t>else if </a:t>
            </a:r>
            <a:r>
              <a:rPr lang="en-US" b="1" dirty="0"/>
              <a:t>(</a:t>
            </a:r>
            <a:r>
              <a:rPr lang="en-US" dirty="0"/>
              <a:t> </a:t>
            </a:r>
            <a:r>
              <a:rPr lang="en-US" dirty="0" err="1"/>
              <a:t>isCircular</a:t>
            </a:r>
            <a:r>
              <a:rPr lang="en-US" dirty="0"/>
              <a:t> ( ) 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b="1" dirty="0"/>
              <a:t>{</a:t>
            </a:r>
            <a:r>
              <a:rPr lang="en-US" dirty="0"/>
              <a:t> tail-&gt;next = </a:t>
            </a:r>
            <a:r>
              <a:rPr lang="en-US" dirty="0" err="1"/>
              <a:t>newNode</a:t>
            </a:r>
            <a:r>
              <a:rPr lang="en-US" dirty="0"/>
              <a:t>; </a:t>
            </a:r>
          </a:p>
          <a:p>
            <a:r>
              <a:rPr lang="en-US" dirty="0" err="1"/>
              <a:t>newNode</a:t>
            </a:r>
            <a:r>
              <a:rPr lang="en-US" dirty="0"/>
              <a:t>-&gt;</a:t>
            </a:r>
            <a:r>
              <a:rPr lang="en-US" dirty="0" err="1"/>
              <a:t>prev</a:t>
            </a:r>
            <a:r>
              <a:rPr lang="en-US" dirty="0"/>
              <a:t> = tail;       </a:t>
            </a:r>
            <a:r>
              <a:rPr lang="en-US" dirty="0" err="1"/>
              <a:t>newNode</a:t>
            </a:r>
            <a:r>
              <a:rPr lang="en-US" dirty="0"/>
              <a:t>-&gt;next = head; </a:t>
            </a:r>
          </a:p>
          <a:p>
            <a:r>
              <a:rPr lang="en-US" dirty="0"/>
              <a:t>head-&gt;</a:t>
            </a:r>
            <a:r>
              <a:rPr lang="en-US" dirty="0" err="1"/>
              <a:t>prev</a:t>
            </a:r>
            <a:r>
              <a:rPr lang="en-US" dirty="0"/>
              <a:t> = </a:t>
            </a:r>
            <a:r>
              <a:rPr lang="en-US" dirty="0" err="1"/>
              <a:t>newNode</a:t>
            </a:r>
            <a:r>
              <a:rPr lang="en-US" dirty="0"/>
              <a:t>;    tail = </a:t>
            </a:r>
            <a:r>
              <a:rPr lang="en-US" dirty="0" err="1"/>
              <a:t>newNode</a:t>
            </a:r>
            <a:r>
              <a:rPr lang="en-US" dirty="0"/>
              <a:t>;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b="1" dirty="0"/>
              <a:t>}</a:t>
            </a:r>
            <a:r>
              <a:rPr lang="en-US" sz="22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else { 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tail-&gt;next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 </a:t>
            </a:r>
          </a:p>
          <a:p>
            <a:pPr lvl="1"/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-&gt;</a:t>
            </a:r>
            <a:r>
              <a:rPr lang="en-US" sz="2200" b="1" dirty="0" err="1">
                <a:solidFill>
                  <a:srgbClr val="002060"/>
                </a:solidFill>
              </a:rPr>
              <a:t>prev</a:t>
            </a:r>
            <a:r>
              <a:rPr lang="en-US" sz="2200" b="1" dirty="0">
                <a:solidFill>
                  <a:srgbClr val="002060"/>
                </a:solidFill>
              </a:rPr>
              <a:t> = tail;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 tail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 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34FFC-F274-2D8D-DA9D-1C9277CC4CBF}"/>
              </a:ext>
            </a:extLst>
          </p:cNvPr>
          <p:cNvSpPr txBox="1"/>
          <p:nvPr/>
        </p:nvSpPr>
        <p:spPr>
          <a:xfrm>
            <a:off x="145337" y="-4407"/>
            <a:ext cx="555711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bool  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isCircular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( ) {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if (!head || !tail) return false;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return ( </a:t>
            </a:r>
            <a:r>
              <a:rPr lang="en-US" sz="2400" b="1" dirty="0">
                <a:solidFill>
                  <a:srgbClr val="002060"/>
                </a:solidFill>
              </a:rPr>
              <a:t>(head-&gt;</a:t>
            </a:r>
            <a:r>
              <a:rPr lang="en-US" sz="2400" b="1" dirty="0" err="1">
                <a:solidFill>
                  <a:srgbClr val="002060"/>
                </a:solidFill>
              </a:rPr>
              <a:t>prev</a:t>
            </a:r>
            <a:r>
              <a:rPr lang="en-US" sz="2400" b="1" dirty="0">
                <a:solidFill>
                  <a:srgbClr val="002060"/>
                </a:solidFill>
              </a:rPr>
              <a:t> == tail)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&amp;&amp;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               </a:t>
            </a:r>
            <a:r>
              <a:rPr lang="en-US" sz="2400" b="1" dirty="0">
                <a:solidFill>
                  <a:srgbClr val="FF0000"/>
                </a:solidFill>
              </a:rPr>
              <a:t>(tail-&gt;next == head)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 );        </a:t>
            </a: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}</a:t>
            </a:r>
          </a:p>
          <a:p>
            <a:endParaRPr lang="en-US" sz="22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4CA1B8-4A6F-BD74-5EB3-4861D5897083}"/>
              </a:ext>
            </a:extLst>
          </p:cNvPr>
          <p:cNvGrpSpPr/>
          <p:nvPr/>
        </p:nvGrpSpPr>
        <p:grpSpPr>
          <a:xfrm>
            <a:off x="5323208" y="115042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B20082E-5D4F-6321-5F2E-433E6F56244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D0934CB1-D5C9-EE2D-87AE-6F8DB974D357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12A9DF-8987-41A2-84AE-CDB75C0018BC}"/>
              </a:ext>
            </a:extLst>
          </p:cNvPr>
          <p:cNvGrpSpPr/>
          <p:nvPr/>
        </p:nvGrpSpPr>
        <p:grpSpPr>
          <a:xfrm>
            <a:off x="5615868" y="5239791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E6A8009-C016-3B62-1F28-48750554EA4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94E592A3-B30B-EF71-D23D-2CA6DA4FFFBF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B9D839-E022-8B36-9470-7BCE0881A83D}"/>
              </a:ext>
            </a:extLst>
          </p:cNvPr>
          <p:cNvGrpSpPr/>
          <p:nvPr/>
        </p:nvGrpSpPr>
        <p:grpSpPr>
          <a:xfrm>
            <a:off x="5649686" y="5818937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2063E75-7DE2-0394-5115-C9713417DE8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BD80406F-8FBF-995C-91F7-377DA975A2E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ADB5B1-D56B-C66D-7BB7-2C84B12185AE}"/>
              </a:ext>
            </a:extLst>
          </p:cNvPr>
          <p:cNvGrpSpPr/>
          <p:nvPr/>
        </p:nvGrpSpPr>
        <p:grpSpPr>
          <a:xfrm>
            <a:off x="1634811" y="2615943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62B7F7A-E074-0044-D9D0-186468BC496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5093B9E9-3EE6-295E-77D2-F00D995F56C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092B00-B6A6-A0EF-861B-E9E7F189E823}"/>
              </a:ext>
            </a:extLst>
          </p:cNvPr>
          <p:cNvGrpSpPr/>
          <p:nvPr/>
        </p:nvGrpSpPr>
        <p:grpSpPr>
          <a:xfrm>
            <a:off x="7260486" y="2423452"/>
            <a:ext cx="4746183" cy="898838"/>
            <a:chOff x="411300" y="2320549"/>
            <a:chExt cx="4746183" cy="89883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557FE8-16B4-3829-599D-53092E30B945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7A11443-35CB-ECFE-4098-A24FE9045613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999BFCA-98A3-32A2-C385-70DBEB53363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E7B5F76D-A7DE-89AF-9E64-29FF5C29F6C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: Rounded Corners 4">
                  <a:extLst>
                    <a:ext uri="{FF2B5EF4-FFF2-40B4-BE49-F238E27FC236}">
                      <a16:creationId xmlns:a16="http://schemas.microsoft.com/office/drawing/2014/main" id="{DE3DD1CB-5DA6-E43A-18F3-D586A9AE25C3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D6C814B-22FC-2FEE-6C0A-71A38CED629C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FA5EDBB9-F874-24B7-6915-389966BD0F1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: Rounded Corners 4">
                  <a:extLst>
                    <a:ext uri="{FF2B5EF4-FFF2-40B4-BE49-F238E27FC236}">
                      <a16:creationId xmlns:a16="http://schemas.microsoft.com/office/drawing/2014/main" id="{2535A60C-5DC6-57BE-D3F8-EF7D579A8D3E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F582DCB-10CF-84E2-A2CC-AB4090987F07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09D2522E-31A9-416E-719A-43DF7C4F299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: Rounded Corners 4">
                  <a:extLst>
                    <a:ext uri="{FF2B5EF4-FFF2-40B4-BE49-F238E27FC236}">
                      <a16:creationId xmlns:a16="http://schemas.microsoft.com/office/drawing/2014/main" id="{3DD28CAA-ECA9-FD41-0D0E-300409EE47F2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64FDD8C-E3C1-FAB8-F396-D67650EE31D7}"/>
                </a:ext>
              </a:extLst>
            </p:cNvPr>
            <p:cNvGrpSpPr/>
            <p:nvPr/>
          </p:nvGrpSpPr>
          <p:grpSpPr>
            <a:xfrm>
              <a:off x="451470" y="2320549"/>
              <a:ext cx="1476060" cy="279815"/>
              <a:chOff x="-1841824" y="2919476"/>
              <a:chExt cx="2598682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89971810-74F9-95AA-CE44-1A4E878CBC3D}"/>
                  </a:ext>
                </a:extLst>
              </p:cNvPr>
              <p:cNvSpPr/>
              <p:nvPr/>
            </p:nvSpPr>
            <p:spPr>
              <a:xfrm>
                <a:off x="-1841824" y="2919476"/>
                <a:ext cx="2598682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E6A15351-70D6-31C6-9EE3-7AE932CC091D}"/>
                  </a:ext>
                </a:extLst>
              </p:cNvPr>
              <p:cNvSpPr txBox="1"/>
              <p:nvPr/>
            </p:nvSpPr>
            <p:spPr>
              <a:xfrm>
                <a:off x="-1633346" y="3049555"/>
                <a:ext cx="215760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7B9EB2-ED30-43C3-E268-AAF136A710EF}"/>
              </a:ext>
            </a:extLst>
          </p:cNvPr>
          <p:cNvGrpSpPr/>
          <p:nvPr/>
        </p:nvGrpSpPr>
        <p:grpSpPr>
          <a:xfrm>
            <a:off x="9709330" y="2847112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935F08C-7B30-2D85-DDCB-FB59F919C8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EA78F6CE-75FD-3870-686A-88FCCF0BB6A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E80488A-DD7D-1E0F-BAC1-77D481AABACB}"/>
              </a:ext>
            </a:extLst>
          </p:cNvPr>
          <p:cNvGrpSpPr/>
          <p:nvPr/>
        </p:nvGrpSpPr>
        <p:grpSpPr>
          <a:xfrm>
            <a:off x="8011883" y="283920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03D2700-A484-4F59-3CA8-89C514E3393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45A38AEE-2F25-D76A-F52B-F25D15C3101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5CE5342-E3D2-74BB-E00F-24E992DB9C0A}"/>
              </a:ext>
            </a:extLst>
          </p:cNvPr>
          <p:cNvGrpSpPr/>
          <p:nvPr/>
        </p:nvGrpSpPr>
        <p:grpSpPr>
          <a:xfrm>
            <a:off x="11026559" y="2851329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3F0A6933-357E-B7CA-9F3D-21575C32BF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C5FDED06-EAE5-E58F-D29C-E75F39C455F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B179FFC-0724-1D1D-1037-8A3ED441F1C8}"/>
              </a:ext>
            </a:extLst>
          </p:cNvPr>
          <p:cNvGrpSpPr/>
          <p:nvPr/>
        </p:nvGrpSpPr>
        <p:grpSpPr>
          <a:xfrm>
            <a:off x="7281215" y="1278249"/>
            <a:ext cx="4746183" cy="915245"/>
            <a:chOff x="411300" y="2304142"/>
            <a:chExt cx="4746183" cy="91524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D851EA0-6B2F-44C6-2D41-48A4F46C1C38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6EA523CB-352D-CAF8-19C2-8EFE0D61CFC2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383A4ED-4AC7-BD9F-4C70-3E7FA19FADBC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8" name="Rectangle: Rounded Corners 57">
                  <a:extLst>
                    <a:ext uri="{FF2B5EF4-FFF2-40B4-BE49-F238E27FC236}">
                      <a16:creationId xmlns:a16="http://schemas.microsoft.com/office/drawing/2014/main" id="{6CB40E97-F398-9552-DD7B-EBA14CAAB4F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Rectangle: Rounded Corners 4">
                  <a:extLst>
                    <a:ext uri="{FF2B5EF4-FFF2-40B4-BE49-F238E27FC236}">
                      <a16:creationId xmlns:a16="http://schemas.microsoft.com/office/drawing/2014/main" id="{1E3FBBC4-382E-42BF-F1D9-4E30B9838256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08B4CAB3-EC7E-93BE-EB16-B2FC759E06FB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6" name="Rectangle: Rounded Corners 55">
                  <a:extLst>
                    <a:ext uri="{FF2B5EF4-FFF2-40B4-BE49-F238E27FC236}">
                      <a16:creationId xmlns:a16="http://schemas.microsoft.com/office/drawing/2014/main" id="{407E486E-E1AC-5D99-8E8E-35CDF957348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Rectangle: Rounded Corners 4">
                  <a:extLst>
                    <a:ext uri="{FF2B5EF4-FFF2-40B4-BE49-F238E27FC236}">
                      <a16:creationId xmlns:a16="http://schemas.microsoft.com/office/drawing/2014/main" id="{95C4A05C-F280-AF46-3870-E99F7373E1E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4C69A54E-93C6-C52A-E365-4972E0514242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A59DD379-9AA1-7E6D-4A9D-263CFEB40F2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: Rounded Corners 4">
                  <a:extLst>
                    <a:ext uri="{FF2B5EF4-FFF2-40B4-BE49-F238E27FC236}">
                      <a16:creationId xmlns:a16="http://schemas.microsoft.com/office/drawing/2014/main" id="{57A3BF50-411A-A74A-4D41-CE2EE5A40ED8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50321CA-DB46-60D2-F54D-0047EC10C597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99DEE52-5262-F3D2-B0D5-7FB1A1FFE173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8" name="Rectangle: Rounded Corners 4">
                <a:extLst>
                  <a:ext uri="{FF2B5EF4-FFF2-40B4-BE49-F238E27FC236}">
                    <a16:creationId xmlns:a16="http://schemas.microsoft.com/office/drawing/2014/main" id="{DDD88EE1-A377-0BE6-91BB-3E46098136AE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A623B5B-F569-A26E-CC97-D961EC6D4040}"/>
              </a:ext>
            </a:extLst>
          </p:cNvPr>
          <p:cNvGrpSpPr/>
          <p:nvPr/>
        </p:nvGrpSpPr>
        <p:grpSpPr>
          <a:xfrm>
            <a:off x="9654307" y="1724971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AEB6F1F-86EA-05D4-B888-815F6D621ED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5B280E7B-CE36-FE00-7DA2-0D3ADE797BB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4C98A4D-8679-7734-6755-AC58DF28F5F3}"/>
              </a:ext>
            </a:extLst>
          </p:cNvPr>
          <p:cNvGrpSpPr/>
          <p:nvPr/>
        </p:nvGrpSpPr>
        <p:grpSpPr>
          <a:xfrm>
            <a:off x="7985655" y="1735658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50A055AF-BDB4-AEE7-51B7-5DA19D64E1C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7DF17AFD-68D6-D34D-29F6-E30AFE747CE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8C0A9BD-0445-D4D6-3C36-3A3998BDE689}"/>
              </a:ext>
            </a:extLst>
          </p:cNvPr>
          <p:cNvGrpSpPr/>
          <p:nvPr/>
        </p:nvGrpSpPr>
        <p:grpSpPr>
          <a:xfrm>
            <a:off x="10991278" y="1729678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5A062771-D722-C525-0014-C8078B1DAB4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0" name="Rectangle: Rounded Corners 4">
              <a:extLst>
                <a:ext uri="{FF2B5EF4-FFF2-40B4-BE49-F238E27FC236}">
                  <a16:creationId xmlns:a16="http://schemas.microsoft.com/office/drawing/2014/main" id="{ADB317A5-AEEC-0AC8-3423-624E2EA565D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50A8481-0373-50EE-9FE0-FF1BECCA9565}"/>
              </a:ext>
            </a:extLst>
          </p:cNvPr>
          <p:cNvGrpSpPr/>
          <p:nvPr/>
        </p:nvGrpSpPr>
        <p:grpSpPr>
          <a:xfrm>
            <a:off x="10980337" y="1735989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9C006840-7668-F675-1F98-968ADC33883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3" name="Rectangle: Rounded Corners 4">
              <a:extLst>
                <a:ext uri="{FF2B5EF4-FFF2-40B4-BE49-F238E27FC236}">
                  <a16:creationId xmlns:a16="http://schemas.microsoft.com/office/drawing/2014/main" id="{9B0B5C51-7D8F-2F2D-F6F3-922963FBB0F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6AC1EBB-51EB-FDEC-8457-E0B9341E331F}"/>
              </a:ext>
            </a:extLst>
          </p:cNvPr>
          <p:cNvGrpSpPr/>
          <p:nvPr/>
        </p:nvGrpSpPr>
        <p:grpSpPr>
          <a:xfrm>
            <a:off x="7971290" y="2838684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937376A2-25A5-D802-8A2C-277876DB089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6" name="Rectangle: Rounded Corners 4">
              <a:extLst>
                <a:ext uri="{FF2B5EF4-FFF2-40B4-BE49-F238E27FC236}">
                  <a16:creationId xmlns:a16="http://schemas.microsoft.com/office/drawing/2014/main" id="{9B2E5FA7-5AE4-7FD9-6453-E89C7A8F2D9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2B7408E-4B9E-7D5A-AC5F-4340FCDBF6C5}"/>
              </a:ext>
            </a:extLst>
          </p:cNvPr>
          <p:cNvGrpSpPr/>
          <p:nvPr/>
        </p:nvGrpSpPr>
        <p:grpSpPr>
          <a:xfrm>
            <a:off x="5558869" y="64385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F5F51DD-232F-AA68-0849-83AD7260CD4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9" name="Rectangle: Rounded Corners 4">
              <a:extLst>
                <a:ext uri="{FF2B5EF4-FFF2-40B4-BE49-F238E27FC236}">
                  <a16:creationId xmlns:a16="http://schemas.microsoft.com/office/drawing/2014/main" id="{7401D86C-F782-FC27-FB23-CDF0336D762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2257039-8D71-FA31-A8CA-8E4971ACE89D}"/>
              </a:ext>
            </a:extLst>
          </p:cNvPr>
          <p:cNvGrpSpPr/>
          <p:nvPr/>
        </p:nvGrpSpPr>
        <p:grpSpPr>
          <a:xfrm>
            <a:off x="7176503" y="3684433"/>
            <a:ext cx="4746183" cy="1313586"/>
            <a:chOff x="411300" y="1905801"/>
            <a:chExt cx="4746183" cy="1313586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7CD71B8-E2A1-3F94-4433-F2AD024512ED}"/>
                </a:ext>
              </a:extLst>
            </p:cNvPr>
            <p:cNvGrpSpPr/>
            <p:nvPr/>
          </p:nvGrpSpPr>
          <p:grpSpPr>
            <a:xfrm>
              <a:off x="411300" y="1948304"/>
              <a:ext cx="4746183" cy="1271083"/>
              <a:chOff x="411300" y="1948304"/>
              <a:chExt cx="4746183" cy="1271083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57B2E41B-6289-4B49-D98D-CE2200B1C639}"/>
                  </a:ext>
                </a:extLst>
              </p:cNvPr>
              <p:cNvGrpSpPr/>
              <p:nvPr/>
            </p:nvGrpSpPr>
            <p:grpSpPr>
              <a:xfrm>
                <a:off x="634841" y="1948304"/>
                <a:ext cx="3837846" cy="567248"/>
                <a:chOff x="1159468" y="892336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9" name="Rectangle: Rounded Corners 108">
                  <a:extLst>
                    <a:ext uri="{FF2B5EF4-FFF2-40B4-BE49-F238E27FC236}">
                      <a16:creationId xmlns:a16="http://schemas.microsoft.com/office/drawing/2014/main" id="{9D925870-8862-E582-86BC-4EB4901E7F60}"/>
                    </a:ext>
                  </a:extLst>
                </p:cNvPr>
                <p:cNvSpPr/>
                <p:nvPr/>
              </p:nvSpPr>
              <p:spPr>
                <a:xfrm>
                  <a:off x="1159468" y="892336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Rectangle: Rounded Corners 4">
                  <a:extLst>
                    <a:ext uri="{FF2B5EF4-FFF2-40B4-BE49-F238E27FC236}">
                      <a16:creationId xmlns:a16="http://schemas.microsoft.com/office/drawing/2014/main" id="{ED320313-E210-3973-79B6-2482548A1DB9}"/>
                    </a:ext>
                  </a:extLst>
                </p:cNvPr>
                <p:cNvSpPr txBox="1"/>
                <p:nvPr/>
              </p:nvSpPr>
              <p:spPr>
                <a:xfrm>
                  <a:off x="1181081" y="1069541"/>
                  <a:ext cx="1923723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3800" b="1" i="0" u="sng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newNnode</a:t>
                  </a:r>
                  <a:endParaRPr kumimoji="0" lang="en-PK" sz="3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FA4E420D-79D6-94B3-56A6-E38D950672FF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1AFC2F82-83AB-BE51-3AC3-319FD883FCF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7" name="Rectangle: Rounded Corners 106">
                  <a:extLst>
                    <a:ext uri="{FF2B5EF4-FFF2-40B4-BE49-F238E27FC236}">
                      <a16:creationId xmlns:a16="http://schemas.microsoft.com/office/drawing/2014/main" id="{4A67921C-17BB-1E0D-4D4B-F14E87320F2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Rectangle: Rounded Corners 4">
                  <a:extLst>
                    <a:ext uri="{FF2B5EF4-FFF2-40B4-BE49-F238E27FC236}">
                      <a16:creationId xmlns:a16="http://schemas.microsoft.com/office/drawing/2014/main" id="{0627A446-ED41-09E4-D5A7-2EDE79BF3B53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8E5EBC84-AEAA-D86E-628C-507999EEAB0A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5" name="Rectangle: Rounded Corners 104">
                  <a:extLst>
                    <a:ext uri="{FF2B5EF4-FFF2-40B4-BE49-F238E27FC236}">
                      <a16:creationId xmlns:a16="http://schemas.microsoft.com/office/drawing/2014/main" id="{F31C4C71-48C6-4111-7BC8-57852A6F6C7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Rectangle: Rounded Corners 4">
                  <a:extLst>
                    <a:ext uri="{FF2B5EF4-FFF2-40B4-BE49-F238E27FC236}">
                      <a16:creationId xmlns:a16="http://schemas.microsoft.com/office/drawing/2014/main" id="{766C0C4D-89D6-459D-D3BC-92D016626EC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C34D7628-F5BB-F843-9E20-72592824B651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3" name="Rectangle: Rounded Corners 102">
                  <a:extLst>
                    <a:ext uri="{FF2B5EF4-FFF2-40B4-BE49-F238E27FC236}">
                      <a16:creationId xmlns:a16="http://schemas.microsoft.com/office/drawing/2014/main" id="{F643875F-8E8D-3EC0-FC68-BC3E9473587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Rectangle: Rounded Corners 4">
                  <a:extLst>
                    <a:ext uri="{FF2B5EF4-FFF2-40B4-BE49-F238E27FC236}">
                      <a16:creationId xmlns:a16="http://schemas.microsoft.com/office/drawing/2014/main" id="{0A09C629-BEF8-7689-ECF5-0CC78E59B902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B2F8257-5CF2-C89C-4DF1-7498C567F4D5}"/>
                </a:ext>
              </a:extLst>
            </p:cNvPr>
            <p:cNvGrpSpPr/>
            <p:nvPr/>
          </p:nvGrpSpPr>
          <p:grpSpPr>
            <a:xfrm>
              <a:off x="2156214" y="1905801"/>
              <a:ext cx="1218527" cy="279814"/>
              <a:chOff x="1159467" y="892336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D6A21EF4-D2AE-5E5F-A45B-9AF260D0D323}"/>
                  </a:ext>
                </a:extLst>
              </p:cNvPr>
              <p:cNvSpPr/>
              <p:nvPr/>
            </p:nvSpPr>
            <p:spPr>
              <a:xfrm>
                <a:off x="1159467" y="892336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97" name="Rectangle: Rounded Corners 4">
                <a:extLst>
                  <a:ext uri="{FF2B5EF4-FFF2-40B4-BE49-F238E27FC236}">
                    <a16:creationId xmlns:a16="http://schemas.microsoft.com/office/drawing/2014/main" id="{34E8C2E4-EE8C-0680-D6B2-1B0C9F1C1D9A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D86E72F-74C4-2377-9018-A2C81D1AB82C}"/>
              </a:ext>
            </a:extLst>
          </p:cNvPr>
          <p:cNvGrpSpPr/>
          <p:nvPr/>
        </p:nvGrpSpPr>
        <p:grpSpPr>
          <a:xfrm>
            <a:off x="9597509" y="4523072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24549E19-C826-CB2C-5DEE-1FFCD74AD96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3" name="Rectangle: Rounded Corners 4">
              <a:extLst>
                <a:ext uri="{FF2B5EF4-FFF2-40B4-BE49-F238E27FC236}">
                  <a16:creationId xmlns:a16="http://schemas.microsoft.com/office/drawing/2014/main" id="{3D728A5C-34B4-1976-08EC-776C70B71BF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6C984E0-6C66-331C-3BF8-55D80826AE9F}"/>
              </a:ext>
            </a:extLst>
          </p:cNvPr>
          <p:cNvGrpSpPr/>
          <p:nvPr/>
        </p:nvGrpSpPr>
        <p:grpSpPr>
          <a:xfrm>
            <a:off x="7900062" y="451516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BF1C11DD-5879-CC43-1A1B-58EBA33607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29DA6B6D-5D63-8987-D869-226C939618F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F2103FF-A378-5DF3-5B13-2860A0B341C3}"/>
              </a:ext>
            </a:extLst>
          </p:cNvPr>
          <p:cNvGrpSpPr/>
          <p:nvPr/>
        </p:nvGrpSpPr>
        <p:grpSpPr>
          <a:xfrm>
            <a:off x="10914738" y="4536342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723B6AAE-C6C3-F82A-377C-0E99137333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0507874E-F3DD-D065-F5C1-D4ADB7B31DB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CA7163E-E738-2FE4-C68D-1E10C5A0DDA2}"/>
              </a:ext>
            </a:extLst>
          </p:cNvPr>
          <p:cNvGrpSpPr/>
          <p:nvPr/>
        </p:nvGrpSpPr>
        <p:grpSpPr>
          <a:xfrm>
            <a:off x="11020688" y="285006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EA31869B-1B0B-2EFE-CEA4-8F1123E8EEA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2" name="Rectangle: Rounded Corners 4">
              <a:extLst>
                <a:ext uri="{FF2B5EF4-FFF2-40B4-BE49-F238E27FC236}">
                  <a16:creationId xmlns:a16="http://schemas.microsoft.com/office/drawing/2014/main" id="{D91650A1-7196-E475-ECF2-FE2A93A2434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55056B5-6EE9-B854-C3C8-0EEEC00BB44E}"/>
              </a:ext>
            </a:extLst>
          </p:cNvPr>
          <p:cNvGrpSpPr/>
          <p:nvPr/>
        </p:nvGrpSpPr>
        <p:grpSpPr>
          <a:xfrm>
            <a:off x="7878371" y="4515458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243314AE-E938-A497-7D12-A789BFC57AF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5" name="Rectangle: Rounded Corners 4">
              <a:extLst>
                <a:ext uri="{FF2B5EF4-FFF2-40B4-BE49-F238E27FC236}">
                  <a16:creationId xmlns:a16="http://schemas.microsoft.com/office/drawing/2014/main" id="{6BDEFDEF-4858-1626-1336-DC22F4F6887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B1012E6-AB97-D5F2-45D9-44DBEA0CB63F}"/>
              </a:ext>
            </a:extLst>
          </p:cNvPr>
          <p:cNvGrpSpPr/>
          <p:nvPr/>
        </p:nvGrpSpPr>
        <p:grpSpPr>
          <a:xfrm>
            <a:off x="5649686" y="581893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ABEDC110-B79D-014F-505C-1E67D08CC92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8" name="Rectangle: Rounded Corners 4">
              <a:extLst>
                <a:ext uri="{FF2B5EF4-FFF2-40B4-BE49-F238E27FC236}">
                  <a16:creationId xmlns:a16="http://schemas.microsoft.com/office/drawing/2014/main" id="{B8FAAF09-AB4E-4CB0-2225-C4C48BC3BE9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298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3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4C48B5-2368-B1F7-3A6C-E20402D908BD}"/>
              </a:ext>
            </a:extLst>
          </p:cNvPr>
          <p:cNvSpPr txBox="1"/>
          <p:nvPr/>
        </p:nvSpPr>
        <p:spPr>
          <a:xfrm>
            <a:off x="368928" y="753545"/>
            <a:ext cx="692816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</a:rPr>
              <a:t>void </a:t>
            </a:r>
            <a:r>
              <a:rPr lang="en-US" sz="2200" b="1" dirty="0" err="1">
                <a:solidFill>
                  <a:srgbClr val="002060"/>
                </a:solidFill>
              </a:rPr>
              <a:t>insertionAtEnd</a:t>
            </a:r>
            <a:r>
              <a:rPr lang="en-US" sz="2200" b="1" dirty="0">
                <a:solidFill>
                  <a:srgbClr val="002060"/>
                </a:solidFill>
              </a:rPr>
              <a:t>( ) {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cout &lt;&lt; "\n Enter value for the node = ";cin &gt;&gt; </a:t>
            </a:r>
            <a:r>
              <a:rPr lang="en-US" sz="2200" b="1" dirty="0" err="1">
                <a:solidFill>
                  <a:srgbClr val="002060"/>
                </a:solidFill>
              </a:rPr>
              <a:t>val</a:t>
            </a:r>
            <a:r>
              <a:rPr lang="en-US" sz="22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Node*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 = new Node(</a:t>
            </a:r>
            <a:r>
              <a:rPr lang="en-US" sz="2200" b="1" dirty="0" err="1">
                <a:solidFill>
                  <a:srgbClr val="002060"/>
                </a:solidFill>
              </a:rPr>
              <a:t>val</a:t>
            </a:r>
            <a:r>
              <a:rPr lang="en-US" sz="2200" b="1" dirty="0">
                <a:solidFill>
                  <a:srgbClr val="002060"/>
                </a:solidFill>
              </a:rPr>
              <a:t>);</a:t>
            </a:r>
          </a:p>
          <a:p>
            <a:endParaRPr lang="en-US" sz="2200" dirty="0"/>
          </a:p>
          <a:p>
            <a:r>
              <a:rPr lang="en-US" sz="2200" b="1" dirty="0">
                <a:solidFill>
                  <a:srgbClr val="002060"/>
                </a:solidFill>
              </a:rPr>
              <a:t>//case1: linked list is empty.</a:t>
            </a:r>
          </a:p>
          <a:p>
            <a:r>
              <a:rPr lang="en-PK" sz="2200" b="1" dirty="0">
                <a:solidFill>
                  <a:srgbClr val="002060"/>
                </a:solidFill>
              </a:rPr>
              <a:t> if (!head) {</a:t>
            </a:r>
            <a:r>
              <a:rPr lang="en-US" sz="2200" b="1" dirty="0">
                <a:solidFill>
                  <a:srgbClr val="002060"/>
                </a:solidFill>
              </a:rPr>
              <a:t>  </a:t>
            </a:r>
            <a:r>
              <a:rPr lang="en-PK" sz="2200" b="1" dirty="0">
                <a:solidFill>
                  <a:srgbClr val="002060"/>
                </a:solidFill>
              </a:rPr>
              <a:t>head = tail = newNode;   return;    }</a:t>
            </a:r>
          </a:p>
          <a:p>
            <a:endParaRPr lang="en-US" sz="2200" b="1" dirty="0">
              <a:solidFill>
                <a:srgbClr val="002060"/>
              </a:solidFill>
            </a:endParaRPr>
          </a:p>
          <a:p>
            <a:r>
              <a:rPr lang="en-US" sz="2200" b="1" dirty="0">
                <a:solidFill>
                  <a:srgbClr val="002060"/>
                </a:solidFill>
              </a:rPr>
              <a:t>//case2: linked list is circular.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else if ( </a:t>
            </a:r>
            <a:r>
              <a:rPr lang="en-US" sz="2200" b="1" dirty="0" err="1">
                <a:solidFill>
                  <a:srgbClr val="002060"/>
                </a:solidFill>
              </a:rPr>
              <a:t>isCircular</a:t>
            </a:r>
            <a:r>
              <a:rPr lang="en-US" sz="2200" b="1" dirty="0">
                <a:solidFill>
                  <a:srgbClr val="002060"/>
                </a:solidFill>
              </a:rPr>
              <a:t> ( ) ) { 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tail-&gt;next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 </a:t>
            </a:r>
          </a:p>
          <a:p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-&gt;</a:t>
            </a:r>
            <a:r>
              <a:rPr lang="en-US" sz="2200" b="1" dirty="0" err="1">
                <a:solidFill>
                  <a:srgbClr val="002060"/>
                </a:solidFill>
              </a:rPr>
              <a:t>prev</a:t>
            </a:r>
            <a:r>
              <a:rPr lang="en-US" sz="2200" b="1" dirty="0">
                <a:solidFill>
                  <a:srgbClr val="002060"/>
                </a:solidFill>
              </a:rPr>
              <a:t> = tail;       </a:t>
            </a:r>
          </a:p>
          <a:p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-&gt;next = head; 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head-&gt;</a:t>
            </a:r>
            <a:r>
              <a:rPr lang="en-US" sz="2200" b="1" dirty="0" err="1">
                <a:solidFill>
                  <a:srgbClr val="002060"/>
                </a:solidFill>
              </a:rPr>
              <a:t>prev</a:t>
            </a:r>
            <a:r>
              <a:rPr lang="en-US" sz="2200" b="1" dirty="0">
                <a:solidFill>
                  <a:srgbClr val="002060"/>
                </a:solidFill>
              </a:rPr>
              <a:t>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    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tail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  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39E8E-BEC9-9F90-7B8A-6C0A8EDF6913}"/>
              </a:ext>
            </a:extLst>
          </p:cNvPr>
          <p:cNvSpPr txBox="1"/>
          <p:nvPr/>
        </p:nvSpPr>
        <p:spPr>
          <a:xfrm>
            <a:off x="7297093" y="1382606"/>
            <a:ext cx="477947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2060"/>
                </a:solidFill>
              </a:rPr>
              <a:t>//case3: linked list is not circular.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else { 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tail-&gt;next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 </a:t>
            </a:r>
          </a:p>
          <a:p>
            <a:pPr lvl="1"/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-&gt;</a:t>
            </a:r>
            <a:r>
              <a:rPr lang="en-US" sz="2200" b="1" dirty="0" err="1">
                <a:solidFill>
                  <a:srgbClr val="002060"/>
                </a:solidFill>
              </a:rPr>
              <a:t>prev</a:t>
            </a:r>
            <a:r>
              <a:rPr lang="en-US" sz="2200" b="1" dirty="0">
                <a:solidFill>
                  <a:srgbClr val="002060"/>
                </a:solidFill>
              </a:rPr>
              <a:t> = tail;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 tail = </a:t>
            </a:r>
            <a:r>
              <a:rPr lang="en-US" sz="2200" b="1" dirty="0" err="1">
                <a:solidFill>
                  <a:srgbClr val="002060"/>
                </a:solidFill>
              </a:rPr>
              <a:t>newNode</a:t>
            </a:r>
            <a:r>
              <a:rPr lang="en-US" sz="2200" b="1" dirty="0">
                <a:solidFill>
                  <a:srgbClr val="002060"/>
                </a:solidFill>
              </a:rPr>
              <a:t>;</a:t>
            </a:r>
          </a:p>
          <a:p>
            <a:pPr lvl="1"/>
            <a:r>
              <a:rPr lang="en-US" sz="2200" b="1" dirty="0">
                <a:solidFill>
                  <a:srgbClr val="00206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5931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AECA71E-91F9-BA53-CC02-1CC4799AA5C6}"/>
              </a:ext>
            </a:extLst>
          </p:cNvPr>
          <p:cNvGrpSpPr/>
          <p:nvPr/>
        </p:nvGrpSpPr>
        <p:grpSpPr>
          <a:xfrm>
            <a:off x="6491096" y="12409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3B81D6E-5738-66E7-7E47-5D26DF89AEF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endParaRPr lang="en-PK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6FCBA6BC-DE50-F5FD-F05E-C9C4AA0ACEB0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/>
                <a:t>Head</a:t>
              </a:r>
              <a:endParaRPr lang="en-PK" sz="2600" b="1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94E2D90-D453-E009-DCC7-3F1C21CE32B9}"/>
              </a:ext>
            </a:extLst>
          </p:cNvPr>
          <p:cNvGrpSpPr/>
          <p:nvPr/>
        </p:nvGrpSpPr>
        <p:grpSpPr>
          <a:xfrm>
            <a:off x="6819968" y="5656230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B676D91-0DEB-4BF3-0DF0-9E792233373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26CCAB67-327F-05ED-F3F5-22A2906B87F3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kern="1200" dirty="0">
                  <a:solidFill>
                    <a:srgbClr val="FF0000"/>
                  </a:solidFill>
                </a:rPr>
                <a:t>Tail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F926EA-88EA-0CD6-8868-A6C2A69D6C4A}"/>
              </a:ext>
            </a:extLst>
          </p:cNvPr>
          <p:cNvGrpSpPr/>
          <p:nvPr/>
        </p:nvGrpSpPr>
        <p:grpSpPr>
          <a:xfrm>
            <a:off x="6853786" y="623537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D3999D3-2BBE-7B15-A207-107F7E3E3F1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B977A8D8-0F9F-C974-CEF0-CD266757679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861352-1B61-D133-3657-08DD172AA39B}"/>
              </a:ext>
            </a:extLst>
          </p:cNvPr>
          <p:cNvGrpSpPr/>
          <p:nvPr/>
        </p:nvGrpSpPr>
        <p:grpSpPr>
          <a:xfrm>
            <a:off x="7260486" y="2097544"/>
            <a:ext cx="4746183" cy="898838"/>
            <a:chOff x="411300" y="2320549"/>
            <a:chExt cx="4746183" cy="89883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50531B-69F4-E730-7DC8-08A0C3E94C3C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A1D9919-41EF-7724-CC19-770E6639ACD4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EA1BE82D-28DC-AAD3-7106-73D2583D1536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9EE807DA-36B3-8B0F-44B2-303DBEB6571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: Rounded Corners 4">
                  <a:extLst>
                    <a:ext uri="{FF2B5EF4-FFF2-40B4-BE49-F238E27FC236}">
                      <a16:creationId xmlns:a16="http://schemas.microsoft.com/office/drawing/2014/main" id="{FDE1BAD7-28FB-9192-35B0-03578F908484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026A304-6378-58CD-DF98-92F6DCF07D64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9998AD7B-17D9-3173-9C0C-657473EAC32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: Rounded Corners 4">
                  <a:extLst>
                    <a:ext uri="{FF2B5EF4-FFF2-40B4-BE49-F238E27FC236}">
                      <a16:creationId xmlns:a16="http://schemas.microsoft.com/office/drawing/2014/main" id="{5456A136-8F38-6727-7001-B8CA9336EE77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3FE0A1A-4577-2BCC-7EF0-071BEBEAEF76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E2502B18-B1A3-69D4-087E-10C02AD8CC1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: Rounded Corners 4">
                  <a:extLst>
                    <a:ext uri="{FF2B5EF4-FFF2-40B4-BE49-F238E27FC236}">
                      <a16:creationId xmlns:a16="http://schemas.microsoft.com/office/drawing/2014/main" id="{A6FDFEFF-592B-251A-ED32-0AD1970386B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4E3B49-8EB2-2990-4CA6-F84D7DD24C3F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65462E4-8BD3-B415-5DA4-F3A53BCA317E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8603871F-DDE8-BDFE-8414-CA3881A5AF00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99C362-083F-1EA7-CBD9-AF816652FA73}"/>
              </a:ext>
            </a:extLst>
          </p:cNvPr>
          <p:cNvGrpSpPr/>
          <p:nvPr/>
        </p:nvGrpSpPr>
        <p:grpSpPr>
          <a:xfrm>
            <a:off x="9709330" y="2521204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630E64E-E5AC-D27A-7283-91465726726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3BC4CA41-0BDE-B214-94B8-E3CEBEE6E9B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D2D888-B66E-75F6-EF99-FEB02FC5D576}"/>
              </a:ext>
            </a:extLst>
          </p:cNvPr>
          <p:cNvGrpSpPr/>
          <p:nvPr/>
        </p:nvGrpSpPr>
        <p:grpSpPr>
          <a:xfrm>
            <a:off x="8011883" y="251329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F3C583BE-59DF-2272-A079-E58B8047D58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57161806-0319-4E3F-C9EB-F6A96613112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5B5C5A-4625-4EBD-1F1F-5728AEB0BE2A}"/>
              </a:ext>
            </a:extLst>
          </p:cNvPr>
          <p:cNvGrpSpPr/>
          <p:nvPr/>
        </p:nvGrpSpPr>
        <p:grpSpPr>
          <a:xfrm>
            <a:off x="11026559" y="252542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26CE856-5C9B-2FCC-0EA9-46252473D13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4B6B9504-110B-1334-C576-16BB311D717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74520DF-D713-4B03-9DA1-C68FB9099F02}"/>
              </a:ext>
            </a:extLst>
          </p:cNvPr>
          <p:cNvGrpSpPr/>
          <p:nvPr/>
        </p:nvGrpSpPr>
        <p:grpSpPr>
          <a:xfrm>
            <a:off x="7281215" y="1060977"/>
            <a:ext cx="4746183" cy="915245"/>
            <a:chOff x="411300" y="2304142"/>
            <a:chExt cx="4746183" cy="91524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2B9AEA4-1734-992F-E3AA-2864BC669A07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C5745DE-266F-5797-26E2-995B6A6B0415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CF77582-1425-F33E-A1FE-18BDC759646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A8FB6073-DC86-FC83-10BA-306A9F7F565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: Rounded Corners 4">
                  <a:extLst>
                    <a:ext uri="{FF2B5EF4-FFF2-40B4-BE49-F238E27FC236}">
                      <a16:creationId xmlns:a16="http://schemas.microsoft.com/office/drawing/2014/main" id="{DF80829D-3B69-9950-D3F6-C664A4B597C2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003B3CE-0EF7-2293-5891-2E5CE867700D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7DD95F07-B18B-340E-9EAD-ACAABC78484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">
                  <a:extLst>
                    <a:ext uri="{FF2B5EF4-FFF2-40B4-BE49-F238E27FC236}">
                      <a16:creationId xmlns:a16="http://schemas.microsoft.com/office/drawing/2014/main" id="{0A1B9220-9A0B-838A-2832-92053C66458E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ACFACDE-5247-981F-4C90-D569CEDF559C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1232F2DC-D446-255C-AAD9-E6C4CF6EB7C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">
                  <a:extLst>
                    <a:ext uri="{FF2B5EF4-FFF2-40B4-BE49-F238E27FC236}">
                      <a16:creationId xmlns:a16="http://schemas.microsoft.com/office/drawing/2014/main" id="{BB8AC052-908C-7E8D-639A-D2BE3A85D3CC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40E8135-663A-FDF5-5538-87DF9ED76798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47236573-C766-59B4-F9DA-83DB213B1648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2" name="Rectangle: Rounded Corners 4">
                <a:extLst>
                  <a:ext uri="{FF2B5EF4-FFF2-40B4-BE49-F238E27FC236}">
                    <a16:creationId xmlns:a16="http://schemas.microsoft.com/office/drawing/2014/main" id="{7B1377E5-1BC8-02F6-7B21-A65ED64FFCDD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AAEE217-BB2B-4EFF-9523-A7C463CF81E1}"/>
              </a:ext>
            </a:extLst>
          </p:cNvPr>
          <p:cNvGrpSpPr/>
          <p:nvPr/>
        </p:nvGrpSpPr>
        <p:grpSpPr>
          <a:xfrm>
            <a:off x="9654307" y="150769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EA8CF4CB-6F8C-35C4-CC77-D7B0F23F8DA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D03039F1-A2AF-C57A-CC34-619C1A648C9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3BD2C33-B455-123D-CB9B-4B077C08DD86}"/>
              </a:ext>
            </a:extLst>
          </p:cNvPr>
          <p:cNvGrpSpPr/>
          <p:nvPr/>
        </p:nvGrpSpPr>
        <p:grpSpPr>
          <a:xfrm>
            <a:off x="7985655" y="151838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F50D549A-9BFB-32FF-F256-10E4D9F6BEF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8" name="Rectangle: Rounded Corners 4">
              <a:extLst>
                <a:ext uri="{FF2B5EF4-FFF2-40B4-BE49-F238E27FC236}">
                  <a16:creationId xmlns:a16="http://schemas.microsoft.com/office/drawing/2014/main" id="{4B2F1DC9-DB9D-E2AF-C8DE-6AEF17FBDB0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84D64D-DC15-57FD-8223-4C9E8E4278F0}"/>
              </a:ext>
            </a:extLst>
          </p:cNvPr>
          <p:cNvGrpSpPr/>
          <p:nvPr/>
        </p:nvGrpSpPr>
        <p:grpSpPr>
          <a:xfrm>
            <a:off x="10991278" y="151240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1A9CA359-C3A6-9664-AD9B-DFF2E2A4158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923D4AB4-854D-5B14-7537-82F7B97083A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8D0C23B-2B17-1355-F7FE-EAA77C9AB3ED}"/>
              </a:ext>
            </a:extLst>
          </p:cNvPr>
          <p:cNvGrpSpPr/>
          <p:nvPr/>
        </p:nvGrpSpPr>
        <p:grpSpPr>
          <a:xfrm>
            <a:off x="10980337" y="1518717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D35E0AD-9F2A-F4F4-E38B-D5C905F8F1C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B43DC80D-E840-A5BD-C860-28B00CD2353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6B7BE72-E843-C0FA-5CD1-D2223281420D}"/>
              </a:ext>
            </a:extLst>
          </p:cNvPr>
          <p:cNvGrpSpPr/>
          <p:nvPr/>
        </p:nvGrpSpPr>
        <p:grpSpPr>
          <a:xfrm>
            <a:off x="7971290" y="2512776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5A4E0435-7035-0A4A-DA8B-72B39FF1156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DA0036A5-5042-13B5-5BC3-A5FD50B2892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A08221E-6FF7-3D20-D0AF-8939F1AEA2AD}"/>
              </a:ext>
            </a:extLst>
          </p:cNvPr>
          <p:cNvGrpSpPr/>
          <p:nvPr/>
        </p:nvGrpSpPr>
        <p:grpSpPr>
          <a:xfrm>
            <a:off x="6726757" y="65290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269FEF3E-E50B-8DE5-BBA3-225BD16E841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0" name="Rectangle: Rounded Corners 4">
              <a:extLst>
                <a:ext uri="{FF2B5EF4-FFF2-40B4-BE49-F238E27FC236}">
                  <a16:creationId xmlns:a16="http://schemas.microsoft.com/office/drawing/2014/main" id="{35F421C6-521A-77C2-45CC-56F9B913FCC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E6DA7EE-A9D0-21DE-4B7D-7A45D744E9F0}"/>
              </a:ext>
            </a:extLst>
          </p:cNvPr>
          <p:cNvGrpSpPr/>
          <p:nvPr/>
        </p:nvGrpSpPr>
        <p:grpSpPr>
          <a:xfrm>
            <a:off x="7248974" y="4590222"/>
            <a:ext cx="4746183" cy="888079"/>
            <a:chOff x="411300" y="2331308"/>
            <a:chExt cx="4746183" cy="888079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391134B-A80C-ED16-2273-8DBBE3959A79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4F425175-719B-C6F8-E2D0-B24EC9728E79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4160A3C-A6B7-9680-6F54-EAC14A0793D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70C89793-9E9D-138C-CF83-62B541FA18D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Rounded Corners 4">
                  <a:extLst>
                    <a:ext uri="{FF2B5EF4-FFF2-40B4-BE49-F238E27FC236}">
                      <a16:creationId xmlns:a16="http://schemas.microsoft.com/office/drawing/2014/main" id="{FB1ED06A-A9CC-69CE-3757-4105B8F559DF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DEF90B45-D9BE-2787-DF42-7E1CB2A0111F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FCAE5D36-E3C2-0112-1E01-48DD8A8F6EA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4">
                  <a:extLst>
                    <a:ext uri="{FF2B5EF4-FFF2-40B4-BE49-F238E27FC236}">
                      <a16:creationId xmlns:a16="http://schemas.microsoft.com/office/drawing/2014/main" id="{619C7D25-0305-AAA5-6518-AC28B5FE5F35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2108D45D-A601-ABF6-C7E2-8B217DB33673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2C756F18-BA23-F845-DF1F-F8181B4F17C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4">
                  <a:extLst>
                    <a:ext uri="{FF2B5EF4-FFF2-40B4-BE49-F238E27FC236}">
                      <a16:creationId xmlns:a16="http://schemas.microsoft.com/office/drawing/2014/main" id="{2FE46938-19F2-F8CA-1399-54F56108B383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B6ACBF60-17F8-D3D7-FB40-95F716431017}"/>
                </a:ext>
              </a:extLst>
            </p:cNvPr>
            <p:cNvGrpSpPr/>
            <p:nvPr/>
          </p:nvGrpSpPr>
          <p:grpSpPr>
            <a:xfrm>
              <a:off x="463213" y="2331308"/>
              <a:ext cx="1323249" cy="279814"/>
              <a:chOff x="-1821155" y="2972061"/>
              <a:chExt cx="2329653" cy="1367630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FC9A6104-CC15-2707-BFBC-C7C0A39AA332}"/>
                  </a:ext>
                </a:extLst>
              </p:cNvPr>
              <p:cNvSpPr/>
              <p:nvPr/>
            </p:nvSpPr>
            <p:spPr>
              <a:xfrm>
                <a:off x="-1821155" y="2972061"/>
                <a:ext cx="2329653" cy="1367630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E7927999-8BE1-4538-95EE-F15A485848BB}"/>
                  </a:ext>
                </a:extLst>
              </p:cNvPr>
              <p:cNvSpPr txBox="1"/>
              <p:nvPr/>
            </p:nvSpPr>
            <p:spPr>
              <a:xfrm>
                <a:off x="-1682337" y="3055703"/>
                <a:ext cx="2039246" cy="1151235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EB44B7C-99FE-C29F-6A9C-87301BD7B5EB}"/>
              </a:ext>
            </a:extLst>
          </p:cNvPr>
          <p:cNvGrpSpPr/>
          <p:nvPr/>
        </p:nvGrpSpPr>
        <p:grpSpPr>
          <a:xfrm>
            <a:off x="9689509" y="501193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D80A3B33-E5EA-711C-29F1-18A05A8D9D2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D4490FC4-7DB7-2C3D-273D-02D53B7426D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6F46C63-4DED-A55B-A608-1627D1FE81A5}"/>
              </a:ext>
            </a:extLst>
          </p:cNvPr>
          <p:cNvGrpSpPr/>
          <p:nvPr/>
        </p:nvGrpSpPr>
        <p:grpSpPr>
          <a:xfrm>
            <a:off x="7973956" y="500403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DFF2AFD3-F790-663D-C8D4-E82F490664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8DBD0367-F11E-FE82-615E-62348B915E8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0C968BA-6EA7-EEA0-869F-129653085929}"/>
              </a:ext>
            </a:extLst>
          </p:cNvPr>
          <p:cNvGrpSpPr/>
          <p:nvPr/>
        </p:nvGrpSpPr>
        <p:grpSpPr>
          <a:xfrm>
            <a:off x="10988632" y="5025209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F8E68ECE-D7BF-691C-3824-2608D3805EB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7" name="Rectangle: Rounded Corners 4">
              <a:extLst>
                <a:ext uri="{FF2B5EF4-FFF2-40B4-BE49-F238E27FC236}">
                  <a16:creationId xmlns:a16="http://schemas.microsoft.com/office/drawing/2014/main" id="{396B9289-22DB-87D9-245D-C4435C57525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045832F-CCE1-40BB-73F3-04CD02329731}"/>
              </a:ext>
            </a:extLst>
          </p:cNvPr>
          <p:cNvGrpSpPr/>
          <p:nvPr/>
        </p:nvGrpSpPr>
        <p:grpSpPr>
          <a:xfrm>
            <a:off x="11020688" y="2524152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B088C3E0-760A-6EE6-A4E9-214BF52A3EC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E74D11D1-8D1A-96B0-3867-DE211B9487B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DC161E1-071E-BC2A-6E4B-49231B7D3AD1}"/>
              </a:ext>
            </a:extLst>
          </p:cNvPr>
          <p:cNvGrpSpPr/>
          <p:nvPr/>
        </p:nvGrpSpPr>
        <p:grpSpPr>
          <a:xfrm>
            <a:off x="7952265" y="5004325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037DEEF-89CC-7691-9609-633BF747504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3" name="Rectangle: Rounded Corners 4">
              <a:extLst>
                <a:ext uri="{FF2B5EF4-FFF2-40B4-BE49-F238E27FC236}">
                  <a16:creationId xmlns:a16="http://schemas.microsoft.com/office/drawing/2014/main" id="{2CACD1A0-31A5-E802-BD2D-BCE26E508D0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937D1C8-BE77-87E0-912C-ABB16D7B9327}"/>
              </a:ext>
            </a:extLst>
          </p:cNvPr>
          <p:cNvGrpSpPr/>
          <p:nvPr/>
        </p:nvGrpSpPr>
        <p:grpSpPr>
          <a:xfrm>
            <a:off x="6853786" y="623537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7497BFA7-FCBE-4E6E-A7ED-E70BB45DE12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6" name="Rectangle: Rounded Corners 4">
              <a:extLst>
                <a:ext uri="{FF2B5EF4-FFF2-40B4-BE49-F238E27FC236}">
                  <a16:creationId xmlns:a16="http://schemas.microsoft.com/office/drawing/2014/main" id="{A154CC7E-397D-2713-2654-3AB2A8BACC7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47F693AD-632D-D68E-0858-DF51C07597EE}"/>
              </a:ext>
            </a:extLst>
          </p:cNvPr>
          <p:cNvSpPr txBox="1"/>
          <p:nvPr/>
        </p:nvSpPr>
        <p:spPr>
          <a:xfrm>
            <a:off x="-31214" y="-82980"/>
            <a:ext cx="6299650" cy="683264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void </a:t>
            </a:r>
            <a:r>
              <a:rPr lang="en-US" sz="2000" b="1" dirty="0" err="1">
                <a:solidFill>
                  <a:srgbClr val="002060"/>
                </a:solidFill>
              </a:rPr>
              <a:t>insertionAfterValue</a:t>
            </a:r>
            <a:r>
              <a:rPr lang="en-US" sz="2000" b="1" dirty="0">
                <a:solidFill>
                  <a:srgbClr val="002060"/>
                </a:solidFill>
              </a:rPr>
              <a:t>( ) {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if (!head) {cout &lt;&lt; "\n List is empty. \n"; return; }</a:t>
            </a:r>
          </a:p>
          <a:p>
            <a:r>
              <a:rPr lang="en-US" sz="2000" b="1" dirty="0"/>
              <a:t>cout &lt;&lt; "\</a:t>
            </a:r>
            <a:r>
              <a:rPr lang="en-US" sz="2000" b="1" dirty="0" err="1"/>
              <a:t>nEnter</a:t>
            </a:r>
            <a:r>
              <a:rPr lang="en-US" sz="2000" b="1" dirty="0"/>
              <a:t> value after which you wish to insert new node = ";  cin &gt;&gt; </a:t>
            </a:r>
            <a:r>
              <a:rPr lang="en-US" sz="2000" b="1" dirty="0" err="1"/>
              <a:t>afterVal</a:t>
            </a:r>
            <a:r>
              <a:rPr lang="en-US" sz="2000" b="1" dirty="0"/>
              <a:t>;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Node* </a:t>
            </a:r>
            <a:r>
              <a:rPr lang="en-US" sz="2000" b="1" dirty="0" err="1">
                <a:solidFill>
                  <a:srgbClr val="00B050"/>
                </a:solidFill>
              </a:rPr>
              <a:t>trNo</a:t>
            </a:r>
            <a:r>
              <a:rPr lang="en-US" sz="2000" b="1" dirty="0">
                <a:solidFill>
                  <a:srgbClr val="00B050"/>
                </a:solidFill>
              </a:rPr>
              <a:t> = head;</a:t>
            </a:r>
          </a:p>
          <a:p>
            <a:r>
              <a:rPr lang="en-US" sz="2000" b="1" dirty="0">
                <a:solidFill>
                  <a:srgbClr val="FFFF66"/>
                </a:solidFill>
                <a:highlight>
                  <a:srgbClr val="000000"/>
                </a:highlight>
              </a:rPr>
              <a:t>bool </a:t>
            </a:r>
            <a:r>
              <a:rPr lang="en-US" sz="2000" b="1" dirty="0" err="1">
                <a:solidFill>
                  <a:srgbClr val="FFFF66"/>
                </a:solidFill>
                <a:highlight>
                  <a:srgbClr val="000000"/>
                </a:highlight>
              </a:rPr>
              <a:t>isFound</a:t>
            </a:r>
            <a:r>
              <a:rPr lang="en-US" sz="2000" b="1" dirty="0">
                <a:solidFill>
                  <a:srgbClr val="FFFF66"/>
                </a:solidFill>
                <a:highlight>
                  <a:srgbClr val="000000"/>
                </a:highlight>
              </a:rPr>
              <a:t> = false, circular = </a:t>
            </a:r>
            <a:r>
              <a:rPr lang="en-US" sz="2000" b="1" dirty="0" err="1">
                <a:solidFill>
                  <a:srgbClr val="FFFF66"/>
                </a:solidFill>
                <a:highlight>
                  <a:srgbClr val="000000"/>
                </a:highlight>
              </a:rPr>
              <a:t>isCircular</a:t>
            </a:r>
            <a:r>
              <a:rPr lang="en-US" sz="2000" b="1" dirty="0">
                <a:solidFill>
                  <a:srgbClr val="FFFF66"/>
                </a:solidFill>
                <a:highlight>
                  <a:srgbClr val="000000"/>
                </a:highlight>
              </a:rPr>
              <a:t>();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do {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if (</a:t>
            </a:r>
            <a:r>
              <a:rPr lang="en-US" sz="2000" b="1" dirty="0" err="1">
                <a:solidFill>
                  <a:srgbClr val="002060"/>
                </a:solidFill>
              </a:rPr>
              <a:t>trNo</a:t>
            </a:r>
            <a:r>
              <a:rPr lang="en-US" sz="2000" b="1" dirty="0">
                <a:solidFill>
                  <a:srgbClr val="002060"/>
                </a:solidFill>
              </a:rPr>
              <a:t>-&gt;data == </a:t>
            </a:r>
            <a:r>
              <a:rPr lang="en-US" sz="2000" b="1" dirty="0" err="1">
                <a:solidFill>
                  <a:srgbClr val="002060"/>
                </a:solidFill>
              </a:rPr>
              <a:t>afterVal</a:t>
            </a:r>
            <a:r>
              <a:rPr lang="en-US" sz="2000" b="1" dirty="0">
                <a:solidFill>
                  <a:srgbClr val="002060"/>
                </a:solidFill>
              </a:rPr>
              <a:t>)  { </a:t>
            </a:r>
            <a:r>
              <a:rPr lang="en-US" sz="2000" b="1" dirty="0" err="1">
                <a:solidFill>
                  <a:srgbClr val="002060"/>
                </a:solidFill>
              </a:rPr>
              <a:t>isFound</a:t>
            </a:r>
            <a:r>
              <a:rPr lang="en-US" sz="2000" b="1" dirty="0">
                <a:solidFill>
                  <a:srgbClr val="002060"/>
                </a:solidFill>
              </a:rPr>
              <a:t> = true; break;    }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</a:t>
            </a:r>
            <a:r>
              <a:rPr lang="en-US" sz="2000" b="1" dirty="0" err="1">
                <a:solidFill>
                  <a:srgbClr val="002060"/>
                </a:solidFill>
              </a:rPr>
              <a:t>trNo</a:t>
            </a:r>
            <a:r>
              <a:rPr lang="en-US" sz="2000" b="1" dirty="0">
                <a:solidFill>
                  <a:srgbClr val="002060"/>
                </a:solidFill>
              </a:rPr>
              <a:t> = </a:t>
            </a:r>
            <a:r>
              <a:rPr lang="en-US" sz="2000" b="1" dirty="0" err="1">
                <a:solidFill>
                  <a:srgbClr val="002060"/>
                </a:solidFill>
              </a:rPr>
              <a:t>trNo</a:t>
            </a:r>
            <a:r>
              <a:rPr lang="en-US" sz="2000" b="1" dirty="0">
                <a:solidFill>
                  <a:srgbClr val="002060"/>
                </a:solidFill>
              </a:rPr>
              <a:t>-&gt;next;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} while (  </a:t>
            </a:r>
            <a:r>
              <a:rPr lang="en-US" sz="2000" b="1" dirty="0">
                <a:solidFill>
                  <a:srgbClr val="7030A0"/>
                </a:solidFill>
              </a:rPr>
              <a:t>(</a:t>
            </a:r>
            <a:r>
              <a:rPr lang="en-US" sz="2000" b="1" dirty="0" err="1">
                <a:solidFill>
                  <a:srgbClr val="7030A0"/>
                </a:solidFill>
              </a:rPr>
              <a:t>trNo</a:t>
            </a:r>
            <a:r>
              <a:rPr lang="en-US" sz="2000" b="1" dirty="0">
                <a:solidFill>
                  <a:srgbClr val="7030A0"/>
                </a:solidFill>
              </a:rPr>
              <a:t> != </a:t>
            </a:r>
            <a:r>
              <a:rPr lang="en-US" sz="2000" b="1" dirty="0" err="1">
                <a:solidFill>
                  <a:srgbClr val="7030A0"/>
                </a:solidFill>
              </a:rPr>
              <a:t>nullptr</a:t>
            </a:r>
            <a:r>
              <a:rPr lang="en-US" sz="2000" b="1" dirty="0">
                <a:solidFill>
                  <a:srgbClr val="7030A0"/>
                </a:solidFill>
              </a:rPr>
              <a:t>)</a:t>
            </a:r>
            <a:r>
              <a:rPr lang="en-US" sz="2000" b="1" dirty="0">
                <a:solidFill>
                  <a:srgbClr val="002060"/>
                </a:solidFill>
              </a:rPr>
              <a:t>   </a:t>
            </a:r>
            <a:r>
              <a:rPr lang="en-US" sz="2000" b="1" dirty="0">
                <a:solidFill>
                  <a:srgbClr val="FF0000"/>
                </a:solidFill>
              </a:rPr>
              <a:t>&amp;&amp;</a:t>
            </a:r>
            <a:r>
              <a:rPr lang="en-US" sz="2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        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( circular ?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trNo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!= head  :  true )</a:t>
            </a:r>
            <a:r>
              <a:rPr lang="en-US" sz="2000" b="1" dirty="0">
                <a:solidFill>
                  <a:srgbClr val="002060"/>
                </a:solidFill>
              </a:rPr>
              <a:t>  );  </a:t>
            </a:r>
          </a:p>
          <a:p>
            <a:r>
              <a:rPr lang="en-US" b="1" dirty="0">
                <a:solidFill>
                  <a:srgbClr val="FF0000"/>
                </a:solidFill>
              </a:rPr>
              <a:t>if (!</a:t>
            </a:r>
            <a:r>
              <a:rPr lang="en-US" b="1" dirty="0" err="1">
                <a:solidFill>
                  <a:srgbClr val="FF0000"/>
                </a:solidFill>
              </a:rPr>
              <a:t>isFound</a:t>
            </a:r>
            <a:r>
              <a:rPr lang="en-US" b="1" dirty="0">
                <a:solidFill>
                  <a:srgbClr val="FF0000"/>
                </a:solidFill>
              </a:rPr>
              <a:t>) {cout &lt;&lt; "Value not present in the list"; return;}</a:t>
            </a:r>
          </a:p>
          <a:p>
            <a:r>
              <a:rPr lang="en-US" sz="2000" b="1" dirty="0"/>
              <a:t>cout &lt;&lt; “\n Value found, enter data value for the new node = ";    cin &gt;&gt; </a:t>
            </a:r>
            <a:r>
              <a:rPr lang="en-US" sz="2000" b="1" dirty="0" err="1"/>
              <a:t>val</a:t>
            </a:r>
            <a:r>
              <a:rPr lang="en-US" sz="2000" b="1" dirty="0"/>
              <a:t>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Node*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 = new Node(</a:t>
            </a:r>
            <a:r>
              <a:rPr lang="en-US" sz="2000" b="1" dirty="0" err="1">
                <a:solidFill>
                  <a:srgbClr val="002060"/>
                </a:solidFill>
              </a:rPr>
              <a:t>val</a:t>
            </a:r>
            <a:r>
              <a:rPr lang="en-US" sz="2000" b="1" dirty="0">
                <a:solidFill>
                  <a:srgbClr val="002060"/>
                </a:solidFill>
              </a:rPr>
              <a:t>);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</a:t>
            </a:r>
            <a:r>
              <a:rPr lang="en-US" sz="20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newNode</a:t>
            </a: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-&gt;next = </a:t>
            </a:r>
            <a:r>
              <a:rPr lang="en-US" sz="20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trNo</a:t>
            </a:r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-&gt;next;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-&gt;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</a:t>
            </a:r>
            <a:r>
              <a:rPr lang="en-US" sz="2000" b="1" dirty="0" err="1">
                <a:solidFill>
                  <a:srgbClr val="002060"/>
                </a:solidFill>
              </a:rPr>
              <a:t>trNo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if (</a:t>
            </a:r>
            <a:r>
              <a:rPr lang="en-US" sz="2000" b="1" dirty="0" err="1">
                <a:solidFill>
                  <a:srgbClr val="002060"/>
                </a:solidFill>
              </a:rPr>
              <a:t>trNo</a:t>
            </a:r>
            <a:r>
              <a:rPr lang="en-US" sz="2000" b="1" dirty="0">
                <a:solidFill>
                  <a:srgbClr val="002060"/>
                </a:solidFill>
              </a:rPr>
              <a:t>-&gt;next != </a:t>
            </a:r>
            <a:r>
              <a:rPr lang="en-US" sz="2000" b="1" dirty="0" err="1">
                <a:solidFill>
                  <a:srgbClr val="002060"/>
                </a:solidFill>
              </a:rPr>
              <a:t>nullptr</a:t>
            </a:r>
            <a:r>
              <a:rPr lang="en-US" sz="2000" b="1" dirty="0">
                <a:solidFill>
                  <a:srgbClr val="002060"/>
                </a:solidFill>
              </a:rPr>
              <a:t>)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   </a:t>
            </a:r>
            <a:r>
              <a:rPr lang="en-US" sz="2000" b="1" dirty="0" err="1">
                <a:solidFill>
                  <a:srgbClr val="00B050"/>
                </a:solidFill>
              </a:rPr>
              <a:t>trNo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>
                <a:solidFill>
                  <a:srgbClr val="002060"/>
                </a:solidFill>
              </a:rPr>
              <a:t>-&gt; </a:t>
            </a:r>
            <a:r>
              <a:rPr lang="en-US" sz="2000" b="1" dirty="0">
                <a:solidFill>
                  <a:srgbClr val="FF0000"/>
                </a:solidFill>
              </a:rPr>
              <a:t>next </a:t>
            </a:r>
            <a:r>
              <a:rPr lang="en-US" sz="2000" b="1" dirty="0">
                <a:solidFill>
                  <a:srgbClr val="002060"/>
                </a:solidFill>
              </a:rPr>
              <a:t>-&gt; 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</a:t>
            </a:r>
            <a:r>
              <a:rPr lang="en-US" sz="2000" b="1" dirty="0" err="1"/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000" b="1" dirty="0" err="1"/>
              <a:t>trNo</a:t>
            </a:r>
            <a:r>
              <a:rPr lang="en-US" sz="2000" b="1" dirty="0"/>
              <a:t>-&gt;next = </a:t>
            </a:r>
            <a:r>
              <a:rPr lang="en-US" sz="2000" b="1" dirty="0" err="1"/>
              <a:t>newNode</a:t>
            </a:r>
            <a:r>
              <a:rPr lang="en-US" sz="2000" b="1" dirty="0"/>
              <a:t>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if (</a:t>
            </a:r>
            <a:r>
              <a:rPr lang="en-US" sz="2000" b="1" dirty="0" err="1">
                <a:solidFill>
                  <a:srgbClr val="002060"/>
                </a:solidFill>
              </a:rPr>
              <a:t>trNo</a:t>
            </a:r>
            <a:r>
              <a:rPr lang="en-US" sz="2000" b="1" dirty="0">
                <a:solidFill>
                  <a:srgbClr val="002060"/>
                </a:solidFill>
              </a:rPr>
              <a:t> == tail)     tail = </a:t>
            </a:r>
            <a:r>
              <a:rPr lang="en-US" sz="2000" b="1" dirty="0" err="1">
                <a:solidFill>
                  <a:srgbClr val="002060"/>
                </a:solidFill>
              </a:rPr>
              <a:t>newNode</a:t>
            </a:r>
            <a:r>
              <a:rPr lang="en-US" sz="2000" b="1" dirty="0">
                <a:solidFill>
                  <a:srgbClr val="002060"/>
                </a:solidFill>
              </a:rPr>
              <a:t>;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if (circular) {  tail-&gt;next = head;  head-&gt;</a:t>
            </a:r>
            <a:r>
              <a:rPr lang="en-US" sz="2000" b="1" dirty="0" err="1">
                <a:solidFill>
                  <a:srgbClr val="002060"/>
                </a:solidFill>
              </a:rPr>
              <a:t>prev</a:t>
            </a:r>
            <a:r>
              <a:rPr lang="en-US" sz="2000" b="1" dirty="0">
                <a:solidFill>
                  <a:srgbClr val="002060"/>
                </a:solidFill>
              </a:rPr>
              <a:t> = tail;  }   }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E648C79-63D9-2437-3C0A-05A2096FD46D}"/>
              </a:ext>
            </a:extLst>
          </p:cNvPr>
          <p:cNvGrpSpPr/>
          <p:nvPr/>
        </p:nvGrpSpPr>
        <p:grpSpPr>
          <a:xfrm>
            <a:off x="3479683" y="876558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4E57CBE8-B46D-E114-48AD-8AB961D3658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C1EF6962-41AC-5E5D-9442-31CBD758054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9826272-2B3A-CFC4-62EA-A808A4F81CFC}"/>
              </a:ext>
            </a:extLst>
          </p:cNvPr>
          <p:cNvGrpSpPr/>
          <p:nvPr/>
        </p:nvGrpSpPr>
        <p:grpSpPr>
          <a:xfrm>
            <a:off x="4991944" y="981898"/>
            <a:ext cx="1613003" cy="626102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817F314B-0CF3-EE04-4B48-7C79B60F03B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PK">
                <a:solidFill>
                  <a:srgbClr val="FF0000"/>
                </a:solidFill>
              </a:endParaRPr>
            </a:p>
          </p:txBody>
        </p:sp>
        <p:sp>
          <p:nvSpPr>
            <p:cNvPr id="117" name="Rectangle: Rounded Corners 4">
              <a:extLst>
                <a:ext uri="{FF2B5EF4-FFF2-40B4-BE49-F238E27FC236}">
                  <a16:creationId xmlns:a16="http://schemas.microsoft.com/office/drawing/2014/main" id="{5A54357C-7769-4F24-E3C0-C7F793E0DE34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600" b="1" dirty="0" err="1">
                  <a:solidFill>
                    <a:srgbClr val="FF0000"/>
                  </a:solidFill>
                </a:rPr>
                <a:t>trNo</a:t>
              </a:r>
              <a:endParaRPr lang="en-PK" sz="2600" b="1" kern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C5DC47D-CE39-778A-87D2-DA2E4996E9C2}"/>
              </a:ext>
            </a:extLst>
          </p:cNvPr>
          <p:cNvGrpSpPr/>
          <p:nvPr/>
        </p:nvGrpSpPr>
        <p:grpSpPr>
          <a:xfrm>
            <a:off x="5161626" y="141329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658AFA93-3F3F-9568-F196-7015DFA54DF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578E93CF-8D78-6663-E019-149AC72231E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1AE0284-63B7-B2E4-EFCC-56F61A35DFCB}"/>
              </a:ext>
            </a:extLst>
          </p:cNvPr>
          <p:cNvSpPr/>
          <p:nvPr/>
        </p:nvSpPr>
        <p:spPr>
          <a:xfrm>
            <a:off x="792970" y="1823800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3ACF9DE-2F0D-5E0B-BFDA-6DCA1DD6A597}"/>
              </a:ext>
            </a:extLst>
          </p:cNvPr>
          <p:cNvSpPr/>
          <p:nvPr/>
        </p:nvSpPr>
        <p:spPr>
          <a:xfrm>
            <a:off x="2084681" y="1829249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13DC560-6BB6-C51C-D34D-F51B94CDF9E7}"/>
              </a:ext>
            </a:extLst>
          </p:cNvPr>
          <p:cNvSpPr/>
          <p:nvPr/>
        </p:nvSpPr>
        <p:spPr>
          <a:xfrm>
            <a:off x="3621970" y="1822173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4E69E1D-0814-F814-C43E-8D53EE38A957}"/>
              </a:ext>
            </a:extLst>
          </p:cNvPr>
          <p:cNvSpPr/>
          <p:nvPr/>
        </p:nvSpPr>
        <p:spPr>
          <a:xfrm>
            <a:off x="4835075" y="1818901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C690AF3-F5A7-422B-D904-05BA894D67CF}"/>
              </a:ext>
            </a:extLst>
          </p:cNvPr>
          <p:cNvGrpSpPr/>
          <p:nvPr/>
        </p:nvGrpSpPr>
        <p:grpSpPr>
          <a:xfrm>
            <a:off x="5160693" y="141176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D08B2B5B-B43F-4992-F799-F1E17B33948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8" name="Rectangle: Rounded Corners 4">
              <a:extLst>
                <a:ext uri="{FF2B5EF4-FFF2-40B4-BE49-F238E27FC236}">
                  <a16:creationId xmlns:a16="http://schemas.microsoft.com/office/drawing/2014/main" id="{3FAF832F-50A2-3B2F-03B1-61CD5F1ABBB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2C81058-9195-2EF3-9ECB-DF3E009B25F3}"/>
              </a:ext>
            </a:extLst>
          </p:cNvPr>
          <p:cNvSpPr/>
          <p:nvPr/>
        </p:nvSpPr>
        <p:spPr>
          <a:xfrm>
            <a:off x="2091723" y="1827030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true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901DAE-CC4D-FB64-C0E9-E2E4E276960C}"/>
              </a:ext>
            </a:extLst>
          </p:cNvPr>
          <p:cNvSpPr/>
          <p:nvPr/>
        </p:nvSpPr>
        <p:spPr>
          <a:xfrm>
            <a:off x="860077" y="3055060"/>
            <a:ext cx="932731" cy="2720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9DCE1B-12BC-6C09-AA02-8C5F43F9F6E7}"/>
              </a:ext>
            </a:extLst>
          </p:cNvPr>
          <p:cNvSpPr/>
          <p:nvPr/>
        </p:nvSpPr>
        <p:spPr>
          <a:xfrm>
            <a:off x="3644208" y="3047294"/>
            <a:ext cx="539261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B5373-644F-1349-3240-72A0BADBB84E}"/>
              </a:ext>
            </a:extLst>
          </p:cNvPr>
          <p:cNvSpPr/>
          <p:nvPr/>
        </p:nvSpPr>
        <p:spPr>
          <a:xfrm>
            <a:off x="238598" y="2155336"/>
            <a:ext cx="2758100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9016B405-6806-90C1-83F0-FCC7920E3D85}"/>
              </a:ext>
            </a:extLst>
          </p:cNvPr>
          <p:cNvSpPr/>
          <p:nvPr/>
        </p:nvSpPr>
        <p:spPr>
          <a:xfrm>
            <a:off x="3122405" y="2152764"/>
            <a:ext cx="1820787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60CFAC9-0DFD-8DFA-2607-2D453D75832F}"/>
              </a:ext>
            </a:extLst>
          </p:cNvPr>
          <p:cNvSpPr/>
          <p:nvPr/>
        </p:nvSpPr>
        <p:spPr>
          <a:xfrm>
            <a:off x="4938870" y="2150545"/>
            <a:ext cx="843267" cy="259393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7EDD21B-A46F-A302-E1C3-A6E37C4606B2}"/>
              </a:ext>
            </a:extLst>
          </p:cNvPr>
          <p:cNvGrpSpPr/>
          <p:nvPr/>
        </p:nvGrpSpPr>
        <p:grpSpPr>
          <a:xfrm>
            <a:off x="2510348" y="3899647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5132660C-9A87-E0CC-4A48-76F6FDE53F9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4" name="Rectangle: Rounded Corners 4">
              <a:extLst>
                <a:ext uri="{FF2B5EF4-FFF2-40B4-BE49-F238E27FC236}">
                  <a16:creationId xmlns:a16="http://schemas.microsoft.com/office/drawing/2014/main" id="{8E2AB029-0AC3-9D55-7504-4BE0F948008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44</a:t>
              </a:r>
              <a:endPara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92ECFDB-493C-88F3-B17B-A5D6A194B088}"/>
              </a:ext>
            </a:extLst>
          </p:cNvPr>
          <p:cNvGrpSpPr/>
          <p:nvPr/>
        </p:nvGrpSpPr>
        <p:grpSpPr>
          <a:xfrm>
            <a:off x="7279746" y="3211728"/>
            <a:ext cx="4746183" cy="1250215"/>
            <a:chOff x="384141" y="1923907"/>
            <a:chExt cx="4746183" cy="1250215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18EA407-CDC4-ACE2-6803-8DB7A70AEB06}"/>
                </a:ext>
              </a:extLst>
            </p:cNvPr>
            <p:cNvGrpSpPr/>
            <p:nvPr/>
          </p:nvGrpSpPr>
          <p:grpSpPr>
            <a:xfrm>
              <a:off x="384141" y="1966410"/>
              <a:ext cx="4746183" cy="1207712"/>
              <a:chOff x="384141" y="1966410"/>
              <a:chExt cx="4746183" cy="1207712"/>
            </a:xfrm>
          </p:grpSpPr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1DAE40D6-6CCC-6C35-655A-5D7B9BE74DD8}"/>
                  </a:ext>
                </a:extLst>
              </p:cNvPr>
              <p:cNvGrpSpPr/>
              <p:nvPr/>
            </p:nvGrpSpPr>
            <p:grpSpPr>
              <a:xfrm>
                <a:off x="634841" y="1966410"/>
                <a:ext cx="3837846" cy="567248"/>
                <a:chOff x="1159468" y="935990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0B54C707-CF11-A3A4-D225-96362C4E596E}"/>
                    </a:ext>
                  </a:extLst>
                </p:cNvPr>
                <p:cNvSpPr/>
                <p:nvPr/>
              </p:nvSpPr>
              <p:spPr>
                <a:xfrm>
                  <a:off x="1159468" y="935990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: Rounded Corners 4">
                  <a:extLst>
                    <a:ext uri="{FF2B5EF4-FFF2-40B4-BE49-F238E27FC236}">
                      <a16:creationId xmlns:a16="http://schemas.microsoft.com/office/drawing/2014/main" id="{86777F6D-C6FC-DDE4-C89C-5DB8B4F98CC6}"/>
                    </a:ext>
                  </a:extLst>
                </p:cNvPr>
                <p:cNvSpPr txBox="1"/>
                <p:nvPr/>
              </p:nvSpPr>
              <p:spPr>
                <a:xfrm>
                  <a:off x="1167161" y="1200501"/>
                  <a:ext cx="1923723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3300" b="1" i="0" u="sng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newNnode</a:t>
                  </a:r>
                  <a:endParaRPr kumimoji="0" lang="en-PK" sz="33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DE29E81B-05CC-A761-A875-94ACA45B0E4D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1892337F-4D6F-F6F1-103A-D37BA5EED0B4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9CEB1643-999A-9907-6596-29465CFA2AC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Rectangle: Rounded Corners 4">
                  <a:extLst>
                    <a:ext uri="{FF2B5EF4-FFF2-40B4-BE49-F238E27FC236}">
                      <a16:creationId xmlns:a16="http://schemas.microsoft.com/office/drawing/2014/main" id="{4C14238B-B7F2-777B-5BFF-77928962329C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1F1C76B8-C80C-16D9-F19E-70FD9B23CD44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AD1DD46A-5985-EF15-9DCA-C0AA81B72C2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: Rounded Corners 4">
                  <a:extLst>
                    <a:ext uri="{FF2B5EF4-FFF2-40B4-BE49-F238E27FC236}">
                      <a16:creationId xmlns:a16="http://schemas.microsoft.com/office/drawing/2014/main" id="{1CA0A6B3-352D-9CC6-7F6D-85B81643E9C9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BE8D3FE7-358F-911C-E83B-608DB76996F9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24D27150-C00C-A957-0805-13B6DFA96DC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Rectangle: Rounded Corners 4">
                  <a:extLst>
                    <a:ext uri="{FF2B5EF4-FFF2-40B4-BE49-F238E27FC236}">
                      <a16:creationId xmlns:a16="http://schemas.microsoft.com/office/drawing/2014/main" id="{D6367F0C-653C-2F9D-7DB0-79E4967B1EE4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0F8F171A-8D42-2F61-BE38-256845A23DD5}"/>
                </a:ext>
              </a:extLst>
            </p:cNvPr>
            <p:cNvGrpSpPr/>
            <p:nvPr/>
          </p:nvGrpSpPr>
          <p:grpSpPr>
            <a:xfrm>
              <a:off x="2156214" y="1923907"/>
              <a:ext cx="1218527" cy="279814"/>
              <a:chOff x="1159467" y="980832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31F74516-0C5C-8C29-3D62-D34B983646B8}"/>
                  </a:ext>
                </a:extLst>
              </p:cNvPr>
              <p:cNvSpPr/>
              <p:nvPr/>
            </p:nvSpPr>
            <p:spPr>
              <a:xfrm>
                <a:off x="1159467" y="980832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2" name="Rectangle: Rounded Corners 4">
                <a:extLst>
                  <a:ext uri="{FF2B5EF4-FFF2-40B4-BE49-F238E27FC236}">
                    <a16:creationId xmlns:a16="http://schemas.microsoft.com/office/drawing/2014/main" id="{7FAA3A8B-B8B9-84DF-4380-C1B02E9E3F29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9C723E2-723A-9068-15EE-C1D7A2B60893}"/>
              </a:ext>
            </a:extLst>
          </p:cNvPr>
          <p:cNvGrpSpPr/>
          <p:nvPr/>
        </p:nvGrpSpPr>
        <p:grpSpPr>
          <a:xfrm>
            <a:off x="9721990" y="4052458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6AC995D1-5AB8-6CFF-B24F-732EE829A85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8" name="Rectangle: Rounded Corners 4">
              <a:extLst>
                <a:ext uri="{FF2B5EF4-FFF2-40B4-BE49-F238E27FC236}">
                  <a16:creationId xmlns:a16="http://schemas.microsoft.com/office/drawing/2014/main" id="{94C668F8-947B-68E6-FD36-E7EEFF8644D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44</a:t>
              </a:r>
              <a:endPara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07FEEDE-FA24-BDEF-13EC-0505A2678A83}"/>
              </a:ext>
            </a:extLst>
          </p:cNvPr>
          <p:cNvGrpSpPr/>
          <p:nvPr/>
        </p:nvGrpSpPr>
        <p:grpSpPr>
          <a:xfrm>
            <a:off x="8011641" y="4027288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386246C2-5C89-C711-0602-923F16072C2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1" name="Rectangle: Rounded Corners 4">
              <a:extLst>
                <a:ext uri="{FF2B5EF4-FFF2-40B4-BE49-F238E27FC236}">
                  <a16:creationId xmlns:a16="http://schemas.microsoft.com/office/drawing/2014/main" id="{4A24C7FF-B803-020D-7DE0-B35F83328D1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4E2E72A-BCED-AD0B-3219-EF4D7B792F75}"/>
              </a:ext>
            </a:extLst>
          </p:cNvPr>
          <p:cNvGrpSpPr/>
          <p:nvPr/>
        </p:nvGrpSpPr>
        <p:grpSpPr>
          <a:xfrm>
            <a:off x="11031517" y="4034352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2E803D0A-6907-2EE7-50A8-EA7EE9C3191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4" name="Rectangle: Rounded Corners 4">
              <a:extLst>
                <a:ext uri="{FF2B5EF4-FFF2-40B4-BE49-F238E27FC236}">
                  <a16:creationId xmlns:a16="http://schemas.microsoft.com/office/drawing/2014/main" id="{D70A28B1-32B2-0C87-B43C-47AEA8D886F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F21B260-8ACC-9EA6-845D-413BECAE46C3}"/>
              </a:ext>
            </a:extLst>
          </p:cNvPr>
          <p:cNvGrpSpPr/>
          <p:nvPr/>
        </p:nvGrpSpPr>
        <p:grpSpPr>
          <a:xfrm>
            <a:off x="11020688" y="4034211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61D2A145-6E79-C1BC-4A0C-ADCACC7ECD9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7" name="Rectangle: Rounded Corners 4">
              <a:extLst>
                <a:ext uri="{FF2B5EF4-FFF2-40B4-BE49-F238E27FC236}">
                  <a16:creationId xmlns:a16="http://schemas.microsoft.com/office/drawing/2014/main" id="{FAE7A6D1-0C0D-18C4-DFFD-3AF774FB5FE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E2591E4-6D19-FCE1-FE16-CF56DF995DBE}"/>
              </a:ext>
            </a:extLst>
          </p:cNvPr>
          <p:cNvGrpSpPr/>
          <p:nvPr/>
        </p:nvGrpSpPr>
        <p:grpSpPr>
          <a:xfrm>
            <a:off x="8011920" y="4025158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D2D76627-BEBE-B37B-4455-BB56C603D86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0" name="Rectangle: Rounded Corners 4">
              <a:extLst>
                <a:ext uri="{FF2B5EF4-FFF2-40B4-BE49-F238E27FC236}">
                  <a16:creationId xmlns:a16="http://schemas.microsoft.com/office/drawing/2014/main" id="{AC93854E-11D5-E0F0-5938-60A6F8B2F21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AA98B26-13A5-7A9D-DF20-F289650B1B17}"/>
              </a:ext>
            </a:extLst>
          </p:cNvPr>
          <p:cNvGrpSpPr/>
          <p:nvPr/>
        </p:nvGrpSpPr>
        <p:grpSpPr>
          <a:xfrm>
            <a:off x="7948314" y="5002971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9329261E-069E-0082-FDF8-309F61F13C2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6" name="Rectangle: Rounded Corners 4">
              <a:extLst>
                <a:ext uri="{FF2B5EF4-FFF2-40B4-BE49-F238E27FC236}">
                  <a16:creationId xmlns:a16="http://schemas.microsoft.com/office/drawing/2014/main" id="{68F3AE8A-798C-196C-8E91-53BF27F08C8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2F3AF23-03D3-E00F-2AE2-D5ED7DDE31D0}"/>
              </a:ext>
            </a:extLst>
          </p:cNvPr>
          <p:cNvGrpSpPr/>
          <p:nvPr/>
        </p:nvGrpSpPr>
        <p:grpSpPr>
          <a:xfrm>
            <a:off x="10984476" y="2521204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628BB130-BC6C-38F9-6596-F4B3C0030B4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9" name="Rectangle: Rounded Corners 4">
              <a:extLst>
                <a:ext uri="{FF2B5EF4-FFF2-40B4-BE49-F238E27FC236}">
                  <a16:creationId xmlns:a16="http://schemas.microsoft.com/office/drawing/2014/main" id="{F77C2905-FA34-9ED0-6C5B-8790052C8AD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55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4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06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75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75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7" dur="2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2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7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7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7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75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25" grpId="0" animBg="1"/>
      <p:bldP spid="129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76" grpId="0" animBg="1"/>
      <p:bldP spid="76" grpId="1" animBg="1"/>
      <p:bldP spid="88" grpId="0" animBg="1"/>
      <p:bldP spid="88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9ACBF-3F10-0A1E-6ACA-0B09EB4D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F9DCDFC-7587-DFFF-7EE7-7CDA24A85D91}"/>
              </a:ext>
            </a:extLst>
          </p:cNvPr>
          <p:cNvGrpSpPr/>
          <p:nvPr/>
        </p:nvGrpSpPr>
        <p:grpSpPr>
          <a:xfrm>
            <a:off x="6264766" y="42618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F7AB416-CD7A-6399-3BF9-448CBF614E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AAD688A8-F5CD-FA69-25A0-9D8DBFF61BC8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4526D3-0A2F-DF16-655E-966FF038E60D}"/>
              </a:ext>
            </a:extLst>
          </p:cNvPr>
          <p:cNvGrpSpPr/>
          <p:nvPr/>
        </p:nvGrpSpPr>
        <p:grpSpPr>
          <a:xfrm>
            <a:off x="5525325" y="515561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451B7D1-2348-E869-DA84-3919DD3BEFA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314E180E-FF09-CCE5-CACF-2B3E448FF8D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2DA1EB-9DE9-4921-8F63-28529D63BD9D}"/>
              </a:ext>
            </a:extLst>
          </p:cNvPr>
          <p:cNvGrpSpPr/>
          <p:nvPr/>
        </p:nvGrpSpPr>
        <p:grpSpPr>
          <a:xfrm>
            <a:off x="5559143" y="573476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02CBFF5-19FC-9080-E26F-891DA7D720B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57C8646E-8E05-918C-66D5-1FD69AB17DF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D657D6-DC84-A31F-AA4A-04F4A82D3F1D}"/>
              </a:ext>
            </a:extLst>
          </p:cNvPr>
          <p:cNvGrpSpPr/>
          <p:nvPr/>
        </p:nvGrpSpPr>
        <p:grpSpPr>
          <a:xfrm>
            <a:off x="7260486" y="2052279"/>
            <a:ext cx="4746183" cy="898838"/>
            <a:chOff x="411300" y="2320549"/>
            <a:chExt cx="4746183" cy="89883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5CFC7CF-EBEB-63B1-0E66-C8ECCBA9509A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23A1A38D-78BA-FD0D-CC32-C53AF195A0A3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48324A7-CAA2-8F46-E370-2A1F2011A755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9F5D30AE-C4C1-7606-D17C-AD8E8E8F576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: Rounded Corners 4">
                  <a:extLst>
                    <a:ext uri="{FF2B5EF4-FFF2-40B4-BE49-F238E27FC236}">
                      <a16:creationId xmlns:a16="http://schemas.microsoft.com/office/drawing/2014/main" id="{52032E95-0B07-21B9-CB5B-0564DE0B9FFE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F1E13EE-20A8-07C5-9704-B00DBA0BFCE5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8A4C2301-5334-EDC3-0E53-1B9BA3BE231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: Rounded Corners 4">
                  <a:extLst>
                    <a:ext uri="{FF2B5EF4-FFF2-40B4-BE49-F238E27FC236}">
                      <a16:creationId xmlns:a16="http://schemas.microsoft.com/office/drawing/2014/main" id="{3C21D805-B416-054F-B6A9-E4039EDB22B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F646E6B-511E-3E4A-3821-1B8B9C7CA16C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BBDD6C66-408A-FF0A-DBE6-97636326E67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: Rounded Corners 4">
                  <a:extLst>
                    <a:ext uri="{FF2B5EF4-FFF2-40B4-BE49-F238E27FC236}">
                      <a16:creationId xmlns:a16="http://schemas.microsoft.com/office/drawing/2014/main" id="{23FEDD16-3C81-13CA-3759-C2D78B071D98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17CEAC-9EAA-76F4-6EAC-AB203C764612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40B6966-1BFC-2A98-807C-6B11EB3A3B14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8" name="Rectangle: Rounded Corners 4">
                <a:extLst>
                  <a:ext uri="{FF2B5EF4-FFF2-40B4-BE49-F238E27FC236}">
                    <a16:creationId xmlns:a16="http://schemas.microsoft.com/office/drawing/2014/main" id="{BBD498D4-1CC4-C5E5-28B8-FF406C1E093A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B0FA09-4371-A2EC-E12D-9AD70365A1C9}"/>
              </a:ext>
            </a:extLst>
          </p:cNvPr>
          <p:cNvGrpSpPr/>
          <p:nvPr/>
        </p:nvGrpSpPr>
        <p:grpSpPr>
          <a:xfrm>
            <a:off x="9709330" y="247593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19A651A-7195-92B1-B2FC-4A15F7894EE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1" name="Rectangle: Rounded Corners 4">
              <a:extLst>
                <a:ext uri="{FF2B5EF4-FFF2-40B4-BE49-F238E27FC236}">
                  <a16:creationId xmlns:a16="http://schemas.microsoft.com/office/drawing/2014/main" id="{5B3FF8FC-7399-0F6A-87C6-B081F1CBB2F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06FEE48-0E0A-12DF-C708-09ECA2B1473A}"/>
              </a:ext>
            </a:extLst>
          </p:cNvPr>
          <p:cNvGrpSpPr/>
          <p:nvPr/>
        </p:nvGrpSpPr>
        <p:grpSpPr>
          <a:xfrm>
            <a:off x="8011883" y="246803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5B9A500-B370-9A59-4F45-D538E0A8A2E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A39D0186-C00B-14A0-AD97-E104551B111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77190CC-77C4-B3ED-31D5-193B641E7FE2}"/>
              </a:ext>
            </a:extLst>
          </p:cNvPr>
          <p:cNvGrpSpPr/>
          <p:nvPr/>
        </p:nvGrpSpPr>
        <p:grpSpPr>
          <a:xfrm>
            <a:off x="11026559" y="248015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EE54E7E-2A69-51C7-0813-292423D8F9E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636BF683-A379-B153-B1BA-271DA19C73A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407BC0-6648-DA87-6EFD-62FB07F20B24}"/>
              </a:ext>
            </a:extLst>
          </p:cNvPr>
          <p:cNvGrpSpPr/>
          <p:nvPr/>
        </p:nvGrpSpPr>
        <p:grpSpPr>
          <a:xfrm>
            <a:off x="7281215" y="1015712"/>
            <a:ext cx="4746183" cy="915245"/>
            <a:chOff x="411300" y="2304142"/>
            <a:chExt cx="4746183" cy="91524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D470460-2508-8CEC-61D3-1F8A0B436B8F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B06DC907-1BDA-F58F-3280-DF35A7BC5543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B39FE89-6585-0CBA-5BB6-56109A424E50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D3F1B142-CEF4-C3AE-C175-C57F0BFCF59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: Rounded Corners 4">
                  <a:extLst>
                    <a:ext uri="{FF2B5EF4-FFF2-40B4-BE49-F238E27FC236}">
                      <a16:creationId xmlns:a16="http://schemas.microsoft.com/office/drawing/2014/main" id="{7DB6E39D-A2DE-5A29-D9DE-2A1F41A7A206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5AFEBBC-E42A-28BD-2DBF-BDEC8A0E15D8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C37679D4-98F7-6161-3805-418C22A0568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Rectangle: Rounded Corners 4">
                  <a:extLst>
                    <a:ext uri="{FF2B5EF4-FFF2-40B4-BE49-F238E27FC236}">
                      <a16:creationId xmlns:a16="http://schemas.microsoft.com/office/drawing/2014/main" id="{7D82BA8B-4894-4AAE-8885-3496E87D522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FA6626AF-70FE-FE59-95F5-71314826205F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67910487-9516-589A-2C5B-B0CEB2798D9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Rectangle: Rounded Corners 4">
                  <a:extLst>
                    <a:ext uri="{FF2B5EF4-FFF2-40B4-BE49-F238E27FC236}">
                      <a16:creationId xmlns:a16="http://schemas.microsoft.com/office/drawing/2014/main" id="{ED1F6EBE-1C54-F111-88C2-5A8E0D6E9CC0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4F797FC-7EB9-1259-65BB-8C271658BEA1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081EDF6-503E-5890-C1A5-D5748024748D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2" name="Rectangle: Rounded Corners 4">
                <a:extLst>
                  <a:ext uri="{FF2B5EF4-FFF2-40B4-BE49-F238E27FC236}">
                    <a16:creationId xmlns:a16="http://schemas.microsoft.com/office/drawing/2014/main" id="{AC3EC77F-63B1-A687-D065-1A8C47D74615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445C2C0-1B07-2921-8E13-11606054D2E4}"/>
              </a:ext>
            </a:extLst>
          </p:cNvPr>
          <p:cNvGrpSpPr/>
          <p:nvPr/>
        </p:nvGrpSpPr>
        <p:grpSpPr>
          <a:xfrm>
            <a:off x="9690519" y="1462434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73811F9-C4CE-61CE-97F8-16DFBAADFD4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E748018B-6062-E20A-C9BE-89281D6F3C9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F3102E-48D6-41AB-D9B9-BE9538390644}"/>
              </a:ext>
            </a:extLst>
          </p:cNvPr>
          <p:cNvGrpSpPr/>
          <p:nvPr/>
        </p:nvGrpSpPr>
        <p:grpSpPr>
          <a:xfrm>
            <a:off x="7985655" y="147312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92D4DBF8-D95C-CCAF-66B9-C1469DEB9C6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8" name="Rectangle: Rounded Corners 4">
              <a:extLst>
                <a:ext uri="{FF2B5EF4-FFF2-40B4-BE49-F238E27FC236}">
                  <a16:creationId xmlns:a16="http://schemas.microsoft.com/office/drawing/2014/main" id="{48D48B73-2B22-2ACC-4B40-F838F4031ED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F3E685F-049F-E686-5893-08592B11CEEB}"/>
              </a:ext>
            </a:extLst>
          </p:cNvPr>
          <p:cNvGrpSpPr/>
          <p:nvPr/>
        </p:nvGrpSpPr>
        <p:grpSpPr>
          <a:xfrm>
            <a:off x="10991278" y="146714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8278D71E-F1C8-4972-4415-8277A068061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7554856F-6F1A-7F07-5B2F-E8A5E63313D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77FCF36-0DE1-1B91-5122-3D6577D7F11C}"/>
              </a:ext>
            </a:extLst>
          </p:cNvPr>
          <p:cNvGrpSpPr/>
          <p:nvPr/>
        </p:nvGrpSpPr>
        <p:grpSpPr>
          <a:xfrm>
            <a:off x="10980337" y="1473452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88962AB-AD14-509C-9466-89402CFBD5F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634294AF-B67C-CA77-9CEE-B7B7C1638EC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79974A7-9594-BA4E-51E2-17B8FAE2EAAE}"/>
              </a:ext>
            </a:extLst>
          </p:cNvPr>
          <p:cNvGrpSpPr/>
          <p:nvPr/>
        </p:nvGrpSpPr>
        <p:grpSpPr>
          <a:xfrm>
            <a:off x="7971290" y="246751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8C0E560-ED23-A254-FEAE-49171AC096C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AEE3C52D-40FB-2B1E-E79A-05CC68BE443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B73A96A-5D9B-4C2B-8A2C-EFFF842B2451}"/>
              </a:ext>
            </a:extLst>
          </p:cNvPr>
          <p:cNvGrpSpPr/>
          <p:nvPr/>
        </p:nvGrpSpPr>
        <p:grpSpPr>
          <a:xfrm>
            <a:off x="6500427" y="5714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A13E416-EA7B-6F10-1B73-70A60C4418B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0" name="Rectangle: Rounded Corners 4">
              <a:extLst>
                <a:ext uri="{FF2B5EF4-FFF2-40B4-BE49-F238E27FC236}">
                  <a16:creationId xmlns:a16="http://schemas.microsoft.com/office/drawing/2014/main" id="{6F091C3C-A1E0-56CF-84A2-9CA8CC1A66A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7B8AF92-E4C0-DC02-F212-ADC429D066A5}"/>
              </a:ext>
            </a:extLst>
          </p:cNvPr>
          <p:cNvGrpSpPr/>
          <p:nvPr/>
        </p:nvGrpSpPr>
        <p:grpSpPr>
          <a:xfrm>
            <a:off x="7248974" y="4056083"/>
            <a:ext cx="4746183" cy="888079"/>
            <a:chOff x="411300" y="2331308"/>
            <a:chExt cx="4746183" cy="888079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D0A295D-A781-03B6-733B-10A25917F0EB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8E6DA18E-4B36-A8A5-21F9-1CC7F20BF014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0849FC76-A5D2-B1D1-BFD0-F6E0B8EDE5A3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5" name="Rectangle: Rounded Corners 84">
                  <a:extLst>
                    <a:ext uri="{FF2B5EF4-FFF2-40B4-BE49-F238E27FC236}">
                      <a16:creationId xmlns:a16="http://schemas.microsoft.com/office/drawing/2014/main" id="{F7E23C33-EF54-79A5-E989-7FA50EB0939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Rounded Corners 4">
                  <a:extLst>
                    <a:ext uri="{FF2B5EF4-FFF2-40B4-BE49-F238E27FC236}">
                      <a16:creationId xmlns:a16="http://schemas.microsoft.com/office/drawing/2014/main" id="{8A30A2C4-52C3-C474-30A6-2696FC12A12F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3215B18D-FCEC-D3EB-71AD-ADC370175DD4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808A1675-8E41-D9CE-8A34-6412192136C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4">
                  <a:extLst>
                    <a:ext uri="{FF2B5EF4-FFF2-40B4-BE49-F238E27FC236}">
                      <a16:creationId xmlns:a16="http://schemas.microsoft.com/office/drawing/2014/main" id="{9C535A0D-67B8-E0FC-23F9-CE83D5DFC9D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A9886B4-D638-F9BF-A136-7DDEF33B1D41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1637356B-B2AF-505C-C4CA-901DD16F596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4">
                  <a:extLst>
                    <a:ext uri="{FF2B5EF4-FFF2-40B4-BE49-F238E27FC236}">
                      <a16:creationId xmlns:a16="http://schemas.microsoft.com/office/drawing/2014/main" id="{D34F271D-87D4-C198-16DC-FBF36E9F6401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7B933C14-0B13-A344-A328-F1FA0191BE1E}"/>
                </a:ext>
              </a:extLst>
            </p:cNvPr>
            <p:cNvGrpSpPr/>
            <p:nvPr/>
          </p:nvGrpSpPr>
          <p:grpSpPr>
            <a:xfrm>
              <a:off x="463213" y="2331308"/>
              <a:ext cx="1323249" cy="279814"/>
              <a:chOff x="-1821155" y="2972061"/>
              <a:chExt cx="2329653" cy="1367630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0E80282B-9962-6FE4-A982-103B5772882F}"/>
                  </a:ext>
                </a:extLst>
              </p:cNvPr>
              <p:cNvSpPr/>
              <p:nvPr/>
            </p:nvSpPr>
            <p:spPr>
              <a:xfrm>
                <a:off x="-1821155" y="2972061"/>
                <a:ext cx="2329653" cy="1367630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4">
                <a:extLst>
                  <a:ext uri="{FF2B5EF4-FFF2-40B4-BE49-F238E27FC236}">
                    <a16:creationId xmlns:a16="http://schemas.microsoft.com/office/drawing/2014/main" id="{22DCEC67-0B3D-A759-872F-9176CE251F64}"/>
                  </a:ext>
                </a:extLst>
              </p:cNvPr>
              <p:cNvSpPr txBox="1"/>
              <p:nvPr/>
            </p:nvSpPr>
            <p:spPr>
              <a:xfrm>
                <a:off x="-1682337" y="3055703"/>
                <a:ext cx="2039246" cy="1151235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4F63D20-13FC-DA5E-BDA5-803F2580A086}"/>
              </a:ext>
            </a:extLst>
          </p:cNvPr>
          <p:cNvGrpSpPr/>
          <p:nvPr/>
        </p:nvGrpSpPr>
        <p:grpSpPr>
          <a:xfrm>
            <a:off x="9689509" y="447780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154ADED6-7BBB-B6E1-98EF-7CCD259B74C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0E0C8F4A-9BB7-F5FC-63C6-4A86810CAF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A0172CC-A0FC-D03C-FC79-015BE65C1AB2}"/>
              </a:ext>
            </a:extLst>
          </p:cNvPr>
          <p:cNvGrpSpPr/>
          <p:nvPr/>
        </p:nvGrpSpPr>
        <p:grpSpPr>
          <a:xfrm>
            <a:off x="7973956" y="446989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E63FFA98-5357-B488-F2C3-C5375B0C49C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80F8870A-02B7-9D9A-599D-3BCE574B120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D8124C5-BD47-6989-8681-9115B3B5D3E3}"/>
              </a:ext>
            </a:extLst>
          </p:cNvPr>
          <p:cNvGrpSpPr/>
          <p:nvPr/>
        </p:nvGrpSpPr>
        <p:grpSpPr>
          <a:xfrm>
            <a:off x="10961472" y="4491070"/>
            <a:ext cx="105247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1FF05162-5C97-A770-8516-B5FE21474A4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7" name="Rectangle: Rounded Corners 4">
              <a:extLst>
                <a:ext uri="{FF2B5EF4-FFF2-40B4-BE49-F238E27FC236}">
                  <a16:creationId xmlns:a16="http://schemas.microsoft.com/office/drawing/2014/main" id="{0A9D3618-F1EE-192D-AC40-93C684FF52C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6818088-B21D-00ED-255E-65D2014FD205}"/>
              </a:ext>
            </a:extLst>
          </p:cNvPr>
          <p:cNvGrpSpPr/>
          <p:nvPr/>
        </p:nvGrpSpPr>
        <p:grpSpPr>
          <a:xfrm>
            <a:off x="11020688" y="247888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A895C56F-A5A9-C00E-D5AC-B3213A9FAAD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BAB531C8-B712-10A8-3C74-86017BBD889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63317B1-17E9-1BF2-1CD2-AEBA6948221A}"/>
              </a:ext>
            </a:extLst>
          </p:cNvPr>
          <p:cNvGrpSpPr/>
          <p:nvPr/>
        </p:nvGrpSpPr>
        <p:grpSpPr>
          <a:xfrm>
            <a:off x="7952265" y="4470186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53A3F72-C9CB-B2B3-CAFF-241B6AEBF3D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3" name="Rectangle: Rounded Corners 4">
              <a:extLst>
                <a:ext uri="{FF2B5EF4-FFF2-40B4-BE49-F238E27FC236}">
                  <a16:creationId xmlns:a16="http://schemas.microsoft.com/office/drawing/2014/main" id="{DB2DA772-1E4F-9176-F842-D6BA81FC07C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3CEB50D-370A-836D-6EA4-B56C0A3CC57D}"/>
              </a:ext>
            </a:extLst>
          </p:cNvPr>
          <p:cNvGrpSpPr/>
          <p:nvPr/>
        </p:nvGrpSpPr>
        <p:grpSpPr>
          <a:xfrm>
            <a:off x="5559143" y="573475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544AD674-C347-2239-5043-F815E753839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6" name="Rectangle: Rounded Corners 4">
              <a:extLst>
                <a:ext uri="{FF2B5EF4-FFF2-40B4-BE49-F238E27FC236}">
                  <a16:creationId xmlns:a16="http://schemas.microsoft.com/office/drawing/2014/main" id="{2253176F-65B1-BDB0-CCA9-A710984C203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41678CCF-EF8D-A4DC-CB73-D1675EBF82E7}"/>
              </a:ext>
            </a:extLst>
          </p:cNvPr>
          <p:cNvSpPr txBox="1"/>
          <p:nvPr/>
        </p:nvSpPr>
        <p:spPr>
          <a:xfrm>
            <a:off x="-31215" y="-120304"/>
            <a:ext cx="6576870" cy="735586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void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insertionAfterValue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 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(!head) {cout &lt;&lt; "\n List is empty. \n"; return;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cout &lt;&lt; "\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nEnter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value after which you wish to insert new node = ";  cin &gt;&gt;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afterVal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Node*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head;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bool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66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isFound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 = false, circular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66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isCircular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highlight>
                  <a:srgbClr val="0000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(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-&gt;data ==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afterVal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 {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isFound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true; break;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-&gt;next;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} while (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!=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nullptr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&amp;&amp;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 circular ?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!= head  :  true )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);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(!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isFound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{cout &lt;&lt; "Value not present in the list";  return;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cout &lt;&lt; “\n Value found, enter data value for the new node = ";    cin &gt;&gt;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Node*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new Node(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-&gt;next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-&gt;next;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-&gt;next !=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nullptr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next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-&gt;next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trNo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== tail)     tail =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newNode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(circular) {   tail-&gt;next = head;   head-&gt;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prev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 tail;   }   } 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B080592-3B91-500C-6B9D-510FFCC986DE}"/>
              </a:ext>
            </a:extLst>
          </p:cNvPr>
          <p:cNvGrpSpPr/>
          <p:nvPr/>
        </p:nvGrpSpPr>
        <p:grpSpPr>
          <a:xfrm>
            <a:off x="3517007" y="867227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C2DB743A-EFA4-9551-E398-62BE1FBD3D1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0" name="Rectangle: Rounded Corners 4">
              <a:extLst>
                <a:ext uri="{FF2B5EF4-FFF2-40B4-BE49-F238E27FC236}">
                  <a16:creationId xmlns:a16="http://schemas.microsoft.com/office/drawing/2014/main" id="{5310965F-9DB2-791F-0289-E5718315840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0A567D7-28D4-7CC5-C7AE-2EDC5ED65897}"/>
              </a:ext>
            </a:extLst>
          </p:cNvPr>
          <p:cNvGrpSpPr/>
          <p:nvPr/>
        </p:nvGrpSpPr>
        <p:grpSpPr>
          <a:xfrm>
            <a:off x="5008285" y="2776165"/>
            <a:ext cx="1613003" cy="626102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4C4265F-E3EA-6E15-9387-CE5A666DE86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7" name="Rectangle: Rounded Corners 4">
              <a:extLst>
                <a:ext uri="{FF2B5EF4-FFF2-40B4-BE49-F238E27FC236}">
                  <a16:creationId xmlns:a16="http://schemas.microsoft.com/office/drawing/2014/main" id="{E5D409DB-DA99-232D-0B76-DB0F4D884AFE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77143EC-48CC-2056-C52B-0887F0ACAADA}"/>
              </a:ext>
            </a:extLst>
          </p:cNvPr>
          <p:cNvGrpSpPr/>
          <p:nvPr/>
        </p:nvGrpSpPr>
        <p:grpSpPr>
          <a:xfrm>
            <a:off x="5193051" y="323172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A37E8293-C986-FBE0-1534-5F56F5BFF0A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A22770FD-1A74-2424-3AC0-FAC5D49771A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D778A29-68AE-00F8-2054-DCCF80375E7A}"/>
              </a:ext>
            </a:extLst>
          </p:cNvPr>
          <p:cNvSpPr/>
          <p:nvPr/>
        </p:nvSpPr>
        <p:spPr>
          <a:xfrm>
            <a:off x="103170" y="1485623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06F5294-B167-D6F4-F6C2-D5670A19BF8B}"/>
              </a:ext>
            </a:extLst>
          </p:cNvPr>
          <p:cNvSpPr/>
          <p:nvPr/>
        </p:nvSpPr>
        <p:spPr>
          <a:xfrm>
            <a:off x="1394881" y="1491072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1DDE579-019F-F44E-B636-9CDF5F63021F}"/>
              </a:ext>
            </a:extLst>
          </p:cNvPr>
          <p:cNvSpPr/>
          <p:nvPr/>
        </p:nvSpPr>
        <p:spPr>
          <a:xfrm>
            <a:off x="2685986" y="1472607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C10E32F-BC41-15BE-DD5D-2BE51A5E06C9}"/>
              </a:ext>
            </a:extLst>
          </p:cNvPr>
          <p:cNvSpPr/>
          <p:nvPr/>
        </p:nvSpPr>
        <p:spPr>
          <a:xfrm>
            <a:off x="3899091" y="1469335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2B1523F-A463-3497-EDA0-08AB09348E00}"/>
              </a:ext>
            </a:extLst>
          </p:cNvPr>
          <p:cNvGrpSpPr/>
          <p:nvPr/>
        </p:nvGrpSpPr>
        <p:grpSpPr>
          <a:xfrm>
            <a:off x="5183998" y="324077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BDA586F2-B1A8-0439-F94F-20AA78EDD4C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8" name="Rectangle: Rounded Corners 4">
              <a:extLst>
                <a:ext uri="{FF2B5EF4-FFF2-40B4-BE49-F238E27FC236}">
                  <a16:creationId xmlns:a16="http://schemas.microsoft.com/office/drawing/2014/main" id="{EA84D86F-0611-6B64-9310-166299BAB0C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2A980A-64E7-1DD7-E012-2E8F310D9751}"/>
              </a:ext>
            </a:extLst>
          </p:cNvPr>
          <p:cNvSpPr/>
          <p:nvPr/>
        </p:nvSpPr>
        <p:spPr>
          <a:xfrm>
            <a:off x="860077" y="3316606"/>
            <a:ext cx="932731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E12290-EAC5-9948-FBDA-85325A01E173}"/>
              </a:ext>
            </a:extLst>
          </p:cNvPr>
          <p:cNvSpPr/>
          <p:nvPr/>
        </p:nvSpPr>
        <p:spPr>
          <a:xfrm>
            <a:off x="1960268" y="3308840"/>
            <a:ext cx="1498155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57B7DA-2427-B813-CB2D-337B06F88002}"/>
              </a:ext>
            </a:extLst>
          </p:cNvPr>
          <p:cNvSpPr/>
          <p:nvPr/>
        </p:nvSpPr>
        <p:spPr>
          <a:xfrm>
            <a:off x="238598" y="2416882"/>
            <a:ext cx="2758100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4569491-2C88-ABD2-7103-7871828706C8}"/>
              </a:ext>
            </a:extLst>
          </p:cNvPr>
          <p:cNvSpPr/>
          <p:nvPr/>
        </p:nvSpPr>
        <p:spPr>
          <a:xfrm>
            <a:off x="232727" y="2688963"/>
            <a:ext cx="2157388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108298B-127F-8077-BF6C-40B3FA97DF0F}"/>
              </a:ext>
            </a:extLst>
          </p:cNvPr>
          <p:cNvGrpSpPr/>
          <p:nvPr/>
        </p:nvGrpSpPr>
        <p:grpSpPr>
          <a:xfrm>
            <a:off x="2510348" y="4161193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F1A49AB-46B0-E322-B161-DB15E23A8F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4" name="Rectangle: Rounded Corners 4">
              <a:extLst>
                <a:ext uri="{FF2B5EF4-FFF2-40B4-BE49-F238E27FC236}">
                  <a16:creationId xmlns:a16="http://schemas.microsoft.com/office/drawing/2014/main" id="{2CD47702-2010-66F6-83CB-1A6BA000557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BE4912-75FA-25B2-C40C-1C3E1D429AF0}"/>
              </a:ext>
            </a:extLst>
          </p:cNvPr>
          <p:cNvGrpSpPr/>
          <p:nvPr/>
        </p:nvGrpSpPr>
        <p:grpSpPr>
          <a:xfrm>
            <a:off x="7279746" y="3048781"/>
            <a:ext cx="4746183" cy="915235"/>
            <a:chOff x="384141" y="2258887"/>
            <a:chExt cx="4746183" cy="915235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DAC4B1E-006D-B954-5413-E43C3294FB3B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DDB72F85-3268-A0B4-A1C9-1BDAB351F01C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BE6F06E0-A6A9-FB5F-3E28-DA3E4AC75F4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2" name="Rectangle: Rounded Corners 141">
                  <a:extLst>
                    <a:ext uri="{FF2B5EF4-FFF2-40B4-BE49-F238E27FC236}">
                      <a16:creationId xmlns:a16="http://schemas.microsoft.com/office/drawing/2014/main" id="{3B85E6CE-502F-F0C9-6E79-47DE2B7A26A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Rectangle: Rounded Corners 4">
                  <a:extLst>
                    <a:ext uri="{FF2B5EF4-FFF2-40B4-BE49-F238E27FC236}">
                      <a16:creationId xmlns:a16="http://schemas.microsoft.com/office/drawing/2014/main" id="{1945D828-60A3-9E9F-C4DA-9843C2633EA7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CBBFB748-6573-2C50-F66A-C6A8772C2BAF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0" name="Rectangle: Rounded Corners 139">
                  <a:extLst>
                    <a:ext uri="{FF2B5EF4-FFF2-40B4-BE49-F238E27FC236}">
                      <a16:creationId xmlns:a16="http://schemas.microsoft.com/office/drawing/2014/main" id="{88D6803C-AAD5-0DD1-3C68-25643052CA6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Rectangle: Rounded Corners 4">
                  <a:extLst>
                    <a:ext uri="{FF2B5EF4-FFF2-40B4-BE49-F238E27FC236}">
                      <a16:creationId xmlns:a16="http://schemas.microsoft.com/office/drawing/2014/main" id="{1EA11C3C-35FF-9E15-55AA-B74AB749C273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52160FAF-C0D3-4835-65B2-B5A39CC2EB5B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38" name="Rectangle: Rounded Corners 137">
                  <a:extLst>
                    <a:ext uri="{FF2B5EF4-FFF2-40B4-BE49-F238E27FC236}">
                      <a16:creationId xmlns:a16="http://schemas.microsoft.com/office/drawing/2014/main" id="{C441BA57-BFCD-86F0-757B-721553DE533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Rectangle: Rounded Corners 4">
                  <a:extLst>
                    <a:ext uri="{FF2B5EF4-FFF2-40B4-BE49-F238E27FC236}">
                      <a16:creationId xmlns:a16="http://schemas.microsoft.com/office/drawing/2014/main" id="{39FAA18A-A991-6D00-052E-6E9592CAF38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75AD111-7D3E-6FBE-2721-A014B8ABEDB9}"/>
                </a:ext>
              </a:extLst>
            </p:cNvPr>
            <p:cNvGrpSpPr/>
            <p:nvPr/>
          </p:nvGrpSpPr>
          <p:grpSpPr>
            <a:xfrm>
              <a:off x="417960" y="2258887"/>
              <a:ext cx="1218525" cy="279814"/>
              <a:chOff x="-1900821" y="2618095"/>
              <a:chExt cx="2145281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F1A2502A-CDA4-3491-31C5-A941123F9C82}"/>
                  </a:ext>
                </a:extLst>
              </p:cNvPr>
              <p:cNvSpPr/>
              <p:nvPr/>
            </p:nvSpPr>
            <p:spPr>
              <a:xfrm>
                <a:off x="-1900821" y="261809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2" name="Rectangle: Rounded Corners 4">
                <a:extLst>
                  <a:ext uri="{FF2B5EF4-FFF2-40B4-BE49-F238E27FC236}">
                    <a16:creationId xmlns:a16="http://schemas.microsoft.com/office/drawing/2014/main" id="{1A2C4EF1-4E21-D6B2-AB7E-7EB3D3A6DED1}"/>
                  </a:ext>
                </a:extLst>
              </p:cNvPr>
              <p:cNvSpPr txBox="1"/>
              <p:nvPr/>
            </p:nvSpPr>
            <p:spPr>
              <a:xfrm>
                <a:off x="-1857682" y="2701752"/>
                <a:ext cx="2039248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A133C5E-AE73-86C8-D13A-02A01DAABC4C}"/>
              </a:ext>
            </a:extLst>
          </p:cNvPr>
          <p:cNvGrpSpPr/>
          <p:nvPr/>
        </p:nvGrpSpPr>
        <p:grpSpPr>
          <a:xfrm>
            <a:off x="9721990" y="355453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A272D42-9996-0E5C-8DBF-293E61CDD4E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8" name="Rectangle: Rounded Corners 4">
              <a:extLst>
                <a:ext uri="{FF2B5EF4-FFF2-40B4-BE49-F238E27FC236}">
                  <a16:creationId xmlns:a16="http://schemas.microsoft.com/office/drawing/2014/main" id="{2A1D6CCA-2F46-E584-EF5A-13AC8CD9BFB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9742342-2E3B-60FF-F6FE-2FD04FB544F2}"/>
              </a:ext>
            </a:extLst>
          </p:cNvPr>
          <p:cNvGrpSpPr/>
          <p:nvPr/>
        </p:nvGrpSpPr>
        <p:grpSpPr>
          <a:xfrm>
            <a:off x="8011641" y="352936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91A43DE8-6646-979B-F91D-1B568036124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1" name="Rectangle: Rounded Corners 4">
              <a:extLst>
                <a:ext uri="{FF2B5EF4-FFF2-40B4-BE49-F238E27FC236}">
                  <a16:creationId xmlns:a16="http://schemas.microsoft.com/office/drawing/2014/main" id="{BD4E19BF-9D4C-94EC-8FE0-A14DDE22AA8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A78352C-46D7-0764-7FB4-EAFFBF6FEEBA}"/>
              </a:ext>
            </a:extLst>
          </p:cNvPr>
          <p:cNvGrpSpPr/>
          <p:nvPr/>
        </p:nvGrpSpPr>
        <p:grpSpPr>
          <a:xfrm>
            <a:off x="11031517" y="353642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FD53B696-DFAC-052E-8F00-D2161374445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4" name="Rectangle: Rounded Corners 4">
              <a:extLst>
                <a:ext uri="{FF2B5EF4-FFF2-40B4-BE49-F238E27FC236}">
                  <a16:creationId xmlns:a16="http://schemas.microsoft.com/office/drawing/2014/main" id="{B7200BF1-2DBF-D4E3-107C-4F969F9D53C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081B71A-6F6B-018B-D249-48AF5102E677}"/>
              </a:ext>
            </a:extLst>
          </p:cNvPr>
          <p:cNvGrpSpPr/>
          <p:nvPr/>
        </p:nvGrpSpPr>
        <p:grpSpPr>
          <a:xfrm>
            <a:off x="11020688" y="3536284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674AE5DF-03EC-2816-F4D8-6CF512FC754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7" name="Rectangle: Rounded Corners 4">
              <a:extLst>
                <a:ext uri="{FF2B5EF4-FFF2-40B4-BE49-F238E27FC236}">
                  <a16:creationId xmlns:a16="http://schemas.microsoft.com/office/drawing/2014/main" id="{EF188AED-A9DF-3A6F-B6CD-11B689DC376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5D4E0CE2-570D-8225-BB47-3FD544418E2C}"/>
              </a:ext>
            </a:extLst>
          </p:cNvPr>
          <p:cNvGrpSpPr/>
          <p:nvPr/>
        </p:nvGrpSpPr>
        <p:grpSpPr>
          <a:xfrm>
            <a:off x="8011920" y="3527231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3A076F47-B148-7F8C-DBFE-76D3F1AF531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0" name="Rectangle: Rounded Corners 4">
              <a:extLst>
                <a:ext uri="{FF2B5EF4-FFF2-40B4-BE49-F238E27FC236}">
                  <a16:creationId xmlns:a16="http://schemas.microsoft.com/office/drawing/2014/main" id="{B1D50FD9-437A-C8A4-FF61-3EB641B436B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7DD4DFC-37C3-11AF-9EEC-D0371076335F}"/>
              </a:ext>
            </a:extLst>
          </p:cNvPr>
          <p:cNvGrpSpPr/>
          <p:nvPr/>
        </p:nvGrpSpPr>
        <p:grpSpPr>
          <a:xfrm>
            <a:off x="7948314" y="4468832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2A018ED0-4AFE-B82B-BA16-E5D4C02D5CB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6" name="Rectangle: Rounded Corners 4">
              <a:extLst>
                <a:ext uri="{FF2B5EF4-FFF2-40B4-BE49-F238E27FC236}">
                  <a16:creationId xmlns:a16="http://schemas.microsoft.com/office/drawing/2014/main" id="{EBF8E44C-FEBD-5771-85B5-C17CE88A127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2868EDC-FDC3-6CFE-C413-E2577782BF18}"/>
              </a:ext>
            </a:extLst>
          </p:cNvPr>
          <p:cNvGrpSpPr/>
          <p:nvPr/>
        </p:nvGrpSpPr>
        <p:grpSpPr>
          <a:xfrm>
            <a:off x="10984476" y="2475939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263A1312-FB5D-87D3-3064-161A03D6BFF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9" name="Rectangle: Rounded Corners 4">
              <a:extLst>
                <a:ext uri="{FF2B5EF4-FFF2-40B4-BE49-F238E27FC236}">
                  <a16:creationId xmlns:a16="http://schemas.microsoft.com/office/drawing/2014/main" id="{A475211F-11AF-040F-8608-8A60D115B33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9BC2576-14BB-2C94-D2BA-2BA29366F937}"/>
              </a:ext>
            </a:extLst>
          </p:cNvPr>
          <p:cNvGrpSpPr/>
          <p:nvPr/>
        </p:nvGrpSpPr>
        <p:grpSpPr>
          <a:xfrm>
            <a:off x="5183186" y="323172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1163C13F-5ECF-9E64-EE4B-DB7C017A7E6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2" name="Rectangle: Rounded Corners 4">
              <a:extLst>
                <a:ext uri="{FF2B5EF4-FFF2-40B4-BE49-F238E27FC236}">
                  <a16:creationId xmlns:a16="http://schemas.microsoft.com/office/drawing/2014/main" id="{DC630C26-9CE8-65A9-318F-F48F6EC7ED5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6F5B8853-F14A-CBED-9FE4-E70CAF98AC4A}"/>
              </a:ext>
            </a:extLst>
          </p:cNvPr>
          <p:cNvSpPr/>
          <p:nvPr/>
        </p:nvSpPr>
        <p:spPr>
          <a:xfrm>
            <a:off x="1000167" y="2996592"/>
            <a:ext cx="1878834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CD45F35-E609-2432-782C-5429C5888E13}"/>
              </a:ext>
            </a:extLst>
          </p:cNvPr>
          <p:cNvSpPr/>
          <p:nvPr/>
        </p:nvSpPr>
        <p:spPr>
          <a:xfrm>
            <a:off x="851245" y="3323083"/>
            <a:ext cx="932731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F5EC6CF6-ED02-8DAA-4D30-9C5228E4403B}"/>
              </a:ext>
            </a:extLst>
          </p:cNvPr>
          <p:cNvSpPr/>
          <p:nvPr/>
        </p:nvSpPr>
        <p:spPr>
          <a:xfrm>
            <a:off x="1944074" y="3286727"/>
            <a:ext cx="1498155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5E79042A-FE3A-511C-2F66-8E1CD94AF7D6}"/>
              </a:ext>
            </a:extLst>
          </p:cNvPr>
          <p:cNvSpPr/>
          <p:nvPr/>
        </p:nvSpPr>
        <p:spPr>
          <a:xfrm>
            <a:off x="231522" y="2415752"/>
            <a:ext cx="2758100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D1078B97-F410-2674-3A6C-BFE6186A862A}"/>
              </a:ext>
            </a:extLst>
          </p:cNvPr>
          <p:cNvSpPr/>
          <p:nvPr/>
        </p:nvSpPr>
        <p:spPr>
          <a:xfrm>
            <a:off x="226306" y="2686387"/>
            <a:ext cx="2157388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E740625-C948-5B81-1978-04DC0F81441A}"/>
              </a:ext>
            </a:extLst>
          </p:cNvPr>
          <p:cNvGrpSpPr/>
          <p:nvPr/>
        </p:nvGrpSpPr>
        <p:grpSpPr>
          <a:xfrm>
            <a:off x="5174360" y="3210602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5" name="Rectangle: Rounded Corners 174">
              <a:extLst>
                <a:ext uri="{FF2B5EF4-FFF2-40B4-BE49-F238E27FC236}">
                  <a16:creationId xmlns:a16="http://schemas.microsoft.com/office/drawing/2014/main" id="{FF2E13D6-7B95-52C9-C288-E6AAFC13FA8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6" name="Rectangle: Rounded Corners 4">
              <a:extLst>
                <a:ext uri="{FF2B5EF4-FFF2-40B4-BE49-F238E27FC236}">
                  <a16:creationId xmlns:a16="http://schemas.microsoft.com/office/drawing/2014/main" id="{1411A301-0DA0-C609-41EE-27F9BBA7CAC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9E375379-C80C-513D-D13F-FF8FEE6E7EBE}"/>
              </a:ext>
            </a:extLst>
          </p:cNvPr>
          <p:cNvSpPr/>
          <p:nvPr/>
        </p:nvSpPr>
        <p:spPr>
          <a:xfrm>
            <a:off x="962442" y="3004143"/>
            <a:ext cx="1878834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26332020-04BB-4DDE-076D-C964A5A103F6}"/>
              </a:ext>
            </a:extLst>
          </p:cNvPr>
          <p:cNvSpPr/>
          <p:nvPr/>
        </p:nvSpPr>
        <p:spPr>
          <a:xfrm>
            <a:off x="848323" y="3320825"/>
            <a:ext cx="932731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CC4DCEE7-64A4-89C2-AE94-D1EF5CBC0A70}"/>
              </a:ext>
            </a:extLst>
          </p:cNvPr>
          <p:cNvSpPr/>
          <p:nvPr/>
        </p:nvSpPr>
        <p:spPr>
          <a:xfrm>
            <a:off x="1951215" y="3314029"/>
            <a:ext cx="1498155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66AFC573-59D8-78D5-57F1-876E3299FABF}"/>
              </a:ext>
            </a:extLst>
          </p:cNvPr>
          <p:cNvSpPr/>
          <p:nvPr/>
        </p:nvSpPr>
        <p:spPr>
          <a:xfrm>
            <a:off x="210169" y="2415300"/>
            <a:ext cx="2758100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297E49BA-3F15-16AC-38F8-92D9C8B389EB}"/>
              </a:ext>
            </a:extLst>
          </p:cNvPr>
          <p:cNvSpPr/>
          <p:nvPr/>
        </p:nvSpPr>
        <p:spPr>
          <a:xfrm>
            <a:off x="3151726" y="2415299"/>
            <a:ext cx="1782413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EB08FB85-06F6-3E1F-0DCE-9062F2213D42}"/>
              </a:ext>
            </a:extLst>
          </p:cNvPr>
          <p:cNvSpPr/>
          <p:nvPr/>
        </p:nvSpPr>
        <p:spPr>
          <a:xfrm>
            <a:off x="1383017" y="1488807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5E32DDFD-8BBD-8F25-40FA-D2F19B2F8D0D}"/>
              </a:ext>
            </a:extLst>
          </p:cNvPr>
          <p:cNvSpPr/>
          <p:nvPr/>
        </p:nvSpPr>
        <p:spPr>
          <a:xfrm>
            <a:off x="4925086" y="2415238"/>
            <a:ext cx="850392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EA5388E-1B34-B6EF-FE34-3C5B77D789FC}"/>
              </a:ext>
            </a:extLst>
          </p:cNvPr>
          <p:cNvGrpSpPr/>
          <p:nvPr/>
        </p:nvGrpSpPr>
        <p:grpSpPr>
          <a:xfrm>
            <a:off x="7325013" y="5112958"/>
            <a:ext cx="4746183" cy="1250215"/>
            <a:chOff x="384141" y="1923907"/>
            <a:chExt cx="4746183" cy="1250215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81CE3470-1983-4CF5-4479-E1CC9B09B2FC}"/>
                </a:ext>
              </a:extLst>
            </p:cNvPr>
            <p:cNvGrpSpPr/>
            <p:nvPr/>
          </p:nvGrpSpPr>
          <p:grpSpPr>
            <a:xfrm>
              <a:off x="384141" y="1966410"/>
              <a:ext cx="4746183" cy="1207712"/>
              <a:chOff x="384141" y="1966410"/>
              <a:chExt cx="4746183" cy="1207712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9F2D4A6E-045B-22AF-B55B-CAB05F04B1DF}"/>
                  </a:ext>
                </a:extLst>
              </p:cNvPr>
              <p:cNvGrpSpPr/>
              <p:nvPr/>
            </p:nvGrpSpPr>
            <p:grpSpPr>
              <a:xfrm>
                <a:off x="634841" y="1966410"/>
                <a:ext cx="3837846" cy="567248"/>
                <a:chOff x="1159468" y="935990"/>
                <a:chExt cx="1966950" cy="1367627"/>
              </a:xfrm>
              <a:solidFill>
                <a:srgbClr val="00B05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00" name="Rectangle: Rounded Corners 199">
                  <a:extLst>
                    <a:ext uri="{FF2B5EF4-FFF2-40B4-BE49-F238E27FC236}">
                      <a16:creationId xmlns:a16="http://schemas.microsoft.com/office/drawing/2014/main" id="{9BF67926-6DA8-E2A7-A18B-5F16EAD636C3}"/>
                    </a:ext>
                  </a:extLst>
                </p:cNvPr>
                <p:cNvSpPr/>
                <p:nvPr/>
              </p:nvSpPr>
              <p:spPr>
                <a:xfrm>
                  <a:off x="1159468" y="935990"/>
                  <a:ext cx="1966950" cy="1367627"/>
                </a:xfrm>
                <a:prstGeom prst="roundRect">
                  <a:avLst>
                    <a:gd name="adj" fmla="val 16670"/>
                  </a:avLst>
                </a:prstGeom>
                <a:solidFill>
                  <a:srgbClr val="FFC000"/>
                </a:solidFill>
                <a:sp3d prstMaterial="plastic">
                  <a:bevelT w="120900" h="88900"/>
                  <a:bevelB w="88900" h="31750" prst="angle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3">
                  <a:schemeClr val="accent3">
                    <a:hueOff val="8502047"/>
                    <a:satOff val="-8328"/>
                    <a:lumOff val="5490"/>
                    <a:alphaOff val="0"/>
                  </a:schemeClr>
                </a:fillRef>
                <a:effectRef idx="2">
                  <a:schemeClr val="accent3">
                    <a:hueOff val="8502047"/>
                    <a:satOff val="-8328"/>
                    <a:lumOff val="549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anchor="t"/>
                <a:lstStyle/>
                <a:p>
                  <a:pPr marL="342900" marR="0" lvl="0" indent="-34290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Pct val="200000"/>
                    <a:buFontTx/>
                    <a:buBlip>
                      <a:blip r:embed="rId2"/>
                    </a:buBlip>
                    <a:tabLst/>
                    <a:defRPr/>
                  </a:pPr>
                  <a:endParaRPr kumimoji="0" lang="en-PK" sz="4000" b="0" i="0" u="none" strike="noStrike" kern="1200" cap="none" spc="0" normalizeH="0" baseline="0" noProof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: Rounded Corners 4">
                  <a:extLst>
                    <a:ext uri="{FF2B5EF4-FFF2-40B4-BE49-F238E27FC236}">
                      <a16:creationId xmlns:a16="http://schemas.microsoft.com/office/drawing/2014/main" id="{A9634391-86CE-1388-CD87-8D614F40D9D0}"/>
                    </a:ext>
                  </a:extLst>
                </p:cNvPr>
                <p:cNvSpPr txBox="1"/>
                <p:nvPr/>
              </p:nvSpPr>
              <p:spPr>
                <a:xfrm>
                  <a:off x="1167161" y="1200501"/>
                  <a:ext cx="1923723" cy="1051983"/>
                </a:xfrm>
                <a:prstGeom prst="rect">
                  <a:avLst/>
                </a:prstGeom>
                <a:solidFill>
                  <a:srgbClr val="FFC000"/>
                </a:solidFill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99060" tIns="99060" rIns="99060" bIns="99060" numCol="1" spcCol="1270" anchor="t" anchorCtr="0">
                  <a:noAutofit/>
                </a:bodyPr>
                <a:lstStyle/>
                <a:p>
                  <a:pPr marL="457200" marR="0" lvl="0" indent="-45720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Pct val="300000"/>
                    <a:buFontTx/>
                    <a:buBlip>
                      <a:blip r:embed="rId2"/>
                    </a:buBlip>
                    <a:tabLst/>
                    <a:defRPr/>
                  </a:pPr>
                  <a:r>
                    <a:rPr kumimoji="0" lang="en-US" sz="3300" b="1" i="0" u="sng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newNnode</a:t>
                  </a:r>
                  <a:endParaRPr kumimoji="0" lang="en-PK" sz="33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25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0" name="Rectangle: Rounded Corners 189">
                <a:extLst>
                  <a:ext uri="{FF2B5EF4-FFF2-40B4-BE49-F238E27FC236}">
                    <a16:creationId xmlns:a16="http://schemas.microsoft.com/office/drawing/2014/main" id="{3F957140-EE6E-80F5-8D57-0CADD55DFC53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5D2149B4-7F12-25A4-284D-033F2B38887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98" name="Rectangle: Rounded Corners 197">
                  <a:extLst>
                    <a:ext uri="{FF2B5EF4-FFF2-40B4-BE49-F238E27FC236}">
                      <a16:creationId xmlns:a16="http://schemas.microsoft.com/office/drawing/2014/main" id="{5BCBFF6A-ABCB-3ACB-0158-C83AE4BA5C0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: Rounded Corners 4">
                  <a:extLst>
                    <a:ext uri="{FF2B5EF4-FFF2-40B4-BE49-F238E27FC236}">
                      <a16:creationId xmlns:a16="http://schemas.microsoft.com/office/drawing/2014/main" id="{C2960C33-E3B4-CD13-D192-997B862BDD18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ECA7EE91-618F-31CC-D148-CB12480E17FB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96" name="Rectangle: Rounded Corners 195">
                  <a:extLst>
                    <a:ext uri="{FF2B5EF4-FFF2-40B4-BE49-F238E27FC236}">
                      <a16:creationId xmlns:a16="http://schemas.microsoft.com/office/drawing/2014/main" id="{88E9D921-B3EF-2DA4-77FA-727A5908DDB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Rectangle: Rounded Corners 4">
                  <a:extLst>
                    <a:ext uri="{FF2B5EF4-FFF2-40B4-BE49-F238E27FC236}">
                      <a16:creationId xmlns:a16="http://schemas.microsoft.com/office/drawing/2014/main" id="{CD6493D9-13E2-0179-757B-C5F48F713E7E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5063764E-7372-A047-8743-FF5D9B0C6547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94" name="Rectangle: Rounded Corners 193">
                  <a:extLst>
                    <a:ext uri="{FF2B5EF4-FFF2-40B4-BE49-F238E27FC236}">
                      <a16:creationId xmlns:a16="http://schemas.microsoft.com/office/drawing/2014/main" id="{6ADAEBEB-0879-A223-36BA-D2DA0576BFE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Rectangle: Rounded Corners 4">
                  <a:extLst>
                    <a:ext uri="{FF2B5EF4-FFF2-40B4-BE49-F238E27FC236}">
                      <a16:creationId xmlns:a16="http://schemas.microsoft.com/office/drawing/2014/main" id="{5DC99417-0807-236B-97EF-337A662D9EFF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54256F30-002A-C677-6719-614E35E8AF2F}"/>
                </a:ext>
              </a:extLst>
            </p:cNvPr>
            <p:cNvGrpSpPr/>
            <p:nvPr/>
          </p:nvGrpSpPr>
          <p:grpSpPr>
            <a:xfrm>
              <a:off x="2156214" y="1923907"/>
              <a:ext cx="1218527" cy="279814"/>
              <a:chOff x="1159467" y="980832"/>
              <a:chExt cx="2145283" cy="1367627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87" name="Rectangle: Rounded Corners 186">
                <a:extLst>
                  <a:ext uri="{FF2B5EF4-FFF2-40B4-BE49-F238E27FC236}">
                    <a16:creationId xmlns:a16="http://schemas.microsoft.com/office/drawing/2014/main" id="{97CFD137-B619-0947-14D3-93FC635919DA}"/>
                  </a:ext>
                </a:extLst>
              </p:cNvPr>
              <p:cNvSpPr/>
              <p:nvPr/>
            </p:nvSpPr>
            <p:spPr>
              <a:xfrm>
                <a:off x="1159467" y="980832"/>
                <a:ext cx="2145283" cy="1367627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88" name="Rectangle: Rounded Corners 4">
                <a:extLst>
                  <a:ext uri="{FF2B5EF4-FFF2-40B4-BE49-F238E27FC236}">
                    <a16:creationId xmlns:a16="http://schemas.microsoft.com/office/drawing/2014/main" id="{21FD517F-E386-CB67-BB43-70B28CD32DD3}"/>
                  </a:ext>
                </a:extLst>
              </p:cNvPr>
              <p:cNvSpPr txBox="1"/>
              <p:nvPr/>
            </p:nvSpPr>
            <p:spPr>
              <a:xfrm>
                <a:off x="1202638" y="1108731"/>
                <a:ext cx="2039245" cy="1151232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0x786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385C6A6-8084-215F-2183-7AE820BEE607}"/>
              </a:ext>
            </a:extLst>
          </p:cNvPr>
          <p:cNvGrpSpPr/>
          <p:nvPr/>
        </p:nvGrpSpPr>
        <p:grpSpPr>
          <a:xfrm>
            <a:off x="8073554" y="5943038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3" name="Rectangle: Rounded Corners 202">
              <a:extLst>
                <a:ext uri="{FF2B5EF4-FFF2-40B4-BE49-F238E27FC236}">
                  <a16:creationId xmlns:a16="http://schemas.microsoft.com/office/drawing/2014/main" id="{1770C867-BEF4-136E-AFB3-15445F32493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4" name="Rectangle: Rounded Corners 4">
              <a:extLst>
                <a:ext uri="{FF2B5EF4-FFF2-40B4-BE49-F238E27FC236}">
                  <a16:creationId xmlns:a16="http://schemas.microsoft.com/office/drawing/2014/main" id="{0F6208FE-50C2-49AD-43C9-057C61895BF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15DD3C4-38A2-B297-4B11-A280B343480F}"/>
              </a:ext>
            </a:extLst>
          </p:cNvPr>
          <p:cNvGrpSpPr/>
          <p:nvPr/>
        </p:nvGrpSpPr>
        <p:grpSpPr>
          <a:xfrm>
            <a:off x="9769717" y="596427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6" name="Rectangle: Rounded Corners 205">
              <a:extLst>
                <a:ext uri="{FF2B5EF4-FFF2-40B4-BE49-F238E27FC236}">
                  <a16:creationId xmlns:a16="http://schemas.microsoft.com/office/drawing/2014/main" id="{D12C9224-CC3F-E35E-B60E-A35FE293112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7" name="Rectangle: Rounded Corners 4">
              <a:extLst>
                <a:ext uri="{FF2B5EF4-FFF2-40B4-BE49-F238E27FC236}">
                  <a16:creationId xmlns:a16="http://schemas.microsoft.com/office/drawing/2014/main" id="{EA8CF739-9B63-797B-5653-1CE01D932C9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9876DBF1-78E2-CE35-5DEB-CE8E9A086B5C}"/>
              </a:ext>
            </a:extLst>
          </p:cNvPr>
          <p:cNvGrpSpPr/>
          <p:nvPr/>
        </p:nvGrpSpPr>
        <p:grpSpPr>
          <a:xfrm>
            <a:off x="11065963" y="5932474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9" name="Rectangle: Rounded Corners 208">
              <a:extLst>
                <a:ext uri="{FF2B5EF4-FFF2-40B4-BE49-F238E27FC236}">
                  <a16:creationId xmlns:a16="http://schemas.microsoft.com/office/drawing/2014/main" id="{24637D9E-AF0B-BC08-D9FC-A9E1AD4264C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0" name="Rectangle: Rounded Corners 4">
              <a:extLst>
                <a:ext uri="{FF2B5EF4-FFF2-40B4-BE49-F238E27FC236}">
                  <a16:creationId xmlns:a16="http://schemas.microsoft.com/office/drawing/2014/main" id="{78160A4E-44B3-F445-4282-A453B3F5AD2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F219A694-F037-4F09-2216-114D2D3FEFDA}"/>
              </a:ext>
            </a:extLst>
          </p:cNvPr>
          <p:cNvGrpSpPr/>
          <p:nvPr/>
        </p:nvGrpSpPr>
        <p:grpSpPr>
          <a:xfrm>
            <a:off x="11065963" y="5932475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2" name="Rectangle: Rounded Corners 211">
              <a:extLst>
                <a:ext uri="{FF2B5EF4-FFF2-40B4-BE49-F238E27FC236}">
                  <a16:creationId xmlns:a16="http://schemas.microsoft.com/office/drawing/2014/main" id="{77692FD7-79A6-2FF5-F5A2-F9CC10FE8C5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3" name="Rectangle: Rounded Corners 4">
              <a:extLst>
                <a:ext uri="{FF2B5EF4-FFF2-40B4-BE49-F238E27FC236}">
                  <a16:creationId xmlns:a16="http://schemas.microsoft.com/office/drawing/2014/main" id="{43028D59-C712-2CC6-F2F8-E7A4B3F8833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D2344D8-6F9B-DF44-0D01-9E952086A002}"/>
              </a:ext>
            </a:extLst>
          </p:cNvPr>
          <p:cNvGrpSpPr/>
          <p:nvPr/>
        </p:nvGrpSpPr>
        <p:grpSpPr>
          <a:xfrm>
            <a:off x="8053619" y="5950612"/>
            <a:ext cx="109038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CD21B67E-879D-8269-C9DB-415F39B0093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6" name="Rectangle: Rounded Corners 4">
              <a:extLst>
                <a:ext uri="{FF2B5EF4-FFF2-40B4-BE49-F238E27FC236}">
                  <a16:creationId xmlns:a16="http://schemas.microsoft.com/office/drawing/2014/main" id="{557A8C92-BD2B-3E9B-A65C-5094BF003FB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3402A89-F3F0-64E6-2276-FFB4F0D66060}"/>
              </a:ext>
            </a:extLst>
          </p:cNvPr>
          <p:cNvGrpSpPr/>
          <p:nvPr/>
        </p:nvGrpSpPr>
        <p:grpSpPr>
          <a:xfrm>
            <a:off x="7979684" y="1485743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id="{0EFBFB14-87AC-41B2-A442-BE84D06D718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9" name="Rectangle: Rounded Corners 4">
              <a:extLst>
                <a:ext uri="{FF2B5EF4-FFF2-40B4-BE49-F238E27FC236}">
                  <a16:creationId xmlns:a16="http://schemas.microsoft.com/office/drawing/2014/main" id="{AECA4E4C-84E4-C0DF-B682-FC89B876CF0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869C291C-8B3F-F572-4080-F20F56B7FB69}"/>
              </a:ext>
            </a:extLst>
          </p:cNvPr>
          <p:cNvGrpSpPr/>
          <p:nvPr/>
        </p:nvGrpSpPr>
        <p:grpSpPr>
          <a:xfrm>
            <a:off x="10967818" y="4499131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1" name="Rectangle: Rounded Corners 220">
              <a:extLst>
                <a:ext uri="{FF2B5EF4-FFF2-40B4-BE49-F238E27FC236}">
                  <a16:creationId xmlns:a16="http://schemas.microsoft.com/office/drawing/2014/main" id="{EBE5711F-4C72-0C34-0D33-816F01676EB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2" name="Rectangle: Rounded Corners 4">
              <a:extLst>
                <a:ext uri="{FF2B5EF4-FFF2-40B4-BE49-F238E27FC236}">
                  <a16:creationId xmlns:a16="http://schemas.microsoft.com/office/drawing/2014/main" id="{8DD6008F-CE46-48E7-3E28-DDE2E68370C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ED8E5A7-E60E-55B8-65AF-ADBB150B3126}"/>
              </a:ext>
            </a:extLst>
          </p:cNvPr>
          <p:cNvGrpSpPr/>
          <p:nvPr/>
        </p:nvGrpSpPr>
        <p:grpSpPr>
          <a:xfrm>
            <a:off x="5552921" y="573787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663C4825-F20B-1F64-CA27-016C042DC7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5" name="Rectangle: Rounded Corners 4">
              <a:extLst>
                <a:ext uri="{FF2B5EF4-FFF2-40B4-BE49-F238E27FC236}">
                  <a16:creationId xmlns:a16="http://schemas.microsoft.com/office/drawing/2014/main" id="{20CC1038-17F3-8B12-9691-D74E9921900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F008F510-7B4B-C154-DBBB-DC4FEEF39558}"/>
              </a:ext>
            </a:extLst>
          </p:cNvPr>
          <p:cNvGrpSpPr/>
          <p:nvPr/>
        </p:nvGrpSpPr>
        <p:grpSpPr>
          <a:xfrm>
            <a:off x="11033098" y="5938875"/>
            <a:ext cx="1227326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7" name="Rectangle: Rounded Corners 226">
              <a:extLst>
                <a:ext uri="{FF2B5EF4-FFF2-40B4-BE49-F238E27FC236}">
                  <a16:creationId xmlns:a16="http://schemas.microsoft.com/office/drawing/2014/main" id="{1B5FE4B2-924D-AC44-5275-DFF764C6262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8" name="Rectangle: Rounded Corners 4">
              <a:extLst>
                <a:ext uri="{FF2B5EF4-FFF2-40B4-BE49-F238E27FC236}">
                  <a16:creationId xmlns:a16="http://schemas.microsoft.com/office/drawing/2014/main" id="{038DBFEC-01DB-7190-F72D-F2D2CA23CB0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61E05EF3-8135-1095-7C84-A69EA1BF9B39}"/>
              </a:ext>
            </a:extLst>
          </p:cNvPr>
          <p:cNvSpPr/>
          <p:nvPr/>
        </p:nvSpPr>
        <p:spPr>
          <a:xfrm>
            <a:off x="1480437" y="6575872"/>
            <a:ext cx="2215041" cy="26358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AC582F2B-15AE-8516-BD12-A2735D446261}"/>
              </a:ext>
            </a:extLst>
          </p:cNvPr>
          <p:cNvSpPr/>
          <p:nvPr/>
        </p:nvSpPr>
        <p:spPr>
          <a:xfrm>
            <a:off x="3692338" y="6566758"/>
            <a:ext cx="2083140" cy="27208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29998E0-19EA-741F-CACE-43E25D35B6E9}"/>
              </a:ext>
            </a:extLst>
          </p:cNvPr>
          <p:cNvGrpSpPr/>
          <p:nvPr/>
        </p:nvGrpSpPr>
        <p:grpSpPr>
          <a:xfrm>
            <a:off x="7973463" y="1479523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73FB1C10-9596-96FC-637F-66E3A51CED9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6" name="Rectangle: Rounded Corners 4">
              <a:extLst>
                <a:ext uri="{FF2B5EF4-FFF2-40B4-BE49-F238E27FC236}">
                  <a16:creationId xmlns:a16="http://schemas.microsoft.com/office/drawing/2014/main" id="{180DE015-7D7F-C0BC-CB83-F881291374D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557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4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2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0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4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0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0" dur="2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6" dur="2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6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6" dur="2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6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6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2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0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1000" fill="hold"/>
                                        <p:tgtEl>
                                          <p:spTgt spid="1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1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6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1000"/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1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18" dur="2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3"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8"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3"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1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000"/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1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7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7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1000"/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6" dur="1000" fill="hold"/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1000" fill="hold"/>
                                        <p:tgtEl>
                                          <p:spTgt spid="1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1000"/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1000" fill="hold"/>
                                        <p:tgtEl>
                                          <p:spTgt spid="1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9" dur="75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0" dur="75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1000"/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1000" fill="hold"/>
                                        <p:tgtEl>
                                          <p:spTgt spid="1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7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3" dur="7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1000"/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9" dur="1000" fill="hold"/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1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6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1000"/>
                                        <p:tgtEl>
                                          <p:spTgt spid="1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1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10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8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3" dur="75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4" dur="75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8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4" dur="2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75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75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25" grpId="0" animBg="1"/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76" grpId="0" animBg="1"/>
      <p:bldP spid="76" grpId="1" animBg="1"/>
      <p:bldP spid="163" grpId="0" animBg="1"/>
      <p:bldP spid="163" grpId="1" animBg="1"/>
      <p:bldP spid="170" grpId="0" animBg="1"/>
      <p:bldP spid="170" grpId="1" animBg="1"/>
      <p:bldP spid="171" grpId="0" animBg="1"/>
      <p:bldP spid="171" grpId="1" animBg="1"/>
      <p:bldP spid="172" grpId="0" animBg="1"/>
      <p:bldP spid="172" grpId="1" animBg="1"/>
      <p:bldP spid="173" grpId="0" animBg="1"/>
      <p:bldP spid="173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  <p:bldP spid="180" grpId="0" animBg="1"/>
      <p:bldP spid="180" grpId="1" animBg="1"/>
      <p:bldP spid="181" grpId="0" animBg="1"/>
      <p:bldP spid="181" grpId="1" animBg="1"/>
      <p:bldP spid="182" grpId="0" animBg="1"/>
      <p:bldP spid="183" grpId="0" animBg="1"/>
      <p:bldP spid="183" grpId="1" animBg="1"/>
      <p:bldP spid="229" grpId="0" animBg="1"/>
      <p:bldP spid="229" grpId="1" animBg="1"/>
      <p:bldP spid="230" grpId="0" animBg="1"/>
      <p:bldP spid="23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DE923C-365F-DE0D-AD1C-E9F1AC2C9CB8}"/>
              </a:ext>
            </a:extLst>
          </p:cNvPr>
          <p:cNvSpPr txBox="1"/>
          <p:nvPr/>
        </p:nvSpPr>
        <p:spPr>
          <a:xfrm>
            <a:off x="-24020" y="142126"/>
            <a:ext cx="6629395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void </a:t>
            </a:r>
            <a:r>
              <a:rPr lang="en-US" sz="2000" dirty="0" err="1"/>
              <a:t>deleteByValue</a:t>
            </a:r>
            <a:r>
              <a:rPr lang="en-US" sz="2000" dirty="0"/>
              <a:t>( ) {</a:t>
            </a:r>
          </a:p>
          <a:p>
            <a:r>
              <a:rPr lang="en-US" sz="2000" dirty="0"/>
              <a:t>if (!head) {cout &lt;&lt; "\n List is empty.\n"; return; }</a:t>
            </a:r>
          </a:p>
          <a:p>
            <a:r>
              <a:rPr lang="en-US" sz="2000" dirty="0"/>
              <a:t>cout &lt;&lt; "Enter the value of the node you wish to delete: ";</a:t>
            </a:r>
          </a:p>
          <a:p>
            <a:r>
              <a:rPr lang="en-US" sz="2000" b="1" dirty="0"/>
              <a:t>cin &gt;&gt; </a:t>
            </a:r>
            <a:r>
              <a:rPr lang="en-US" sz="2000" b="1" dirty="0" err="1"/>
              <a:t>val</a:t>
            </a:r>
            <a:r>
              <a:rPr lang="en-US" sz="2000" b="1" dirty="0"/>
              <a:t>;</a:t>
            </a:r>
          </a:p>
          <a:p>
            <a:r>
              <a:rPr lang="en-US" sz="2000" b="1" dirty="0"/>
              <a:t>Node* </a:t>
            </a:r>
            <a:r>
              <a:rPr lang="en-US" sz="2000" b="1" dirty="0" err="1"/>
              <a:t>trNo</a:t>
            </a:r>
            <a:r>
              <a:rPr lang="en-US" sz="2000" b="1" dirty="0"/>
              <a:t> = head; </a:t>
            </a:r>
          </a:p>
          <a:p>
            <a:r>
              <a:rPr lang="en-US" sz="2000" b="1" dirty="0"/>
              <a:t>bool </a:t>
            </a:r>
            <a:r>
              <a:rPr lang="en-US" sz="2000" b="1" dirty="0" err="1"/>
              <a:t>isFound</a:t>
            </a:r>
            <a:r>
              <a:rPr lang="en-US" sz="2000" b="1" dirty="0"/>
              <a:t> = false, circular = </a:t>
            </a:r>
            <a:r>
              <a:rPr lang="en-US" sz="2000" b="1" dirty="0" err="1"/>
              <a:t>isCircular</a:t>
            </a:r>
            <a:r>
              <a:rPr lang="en-US" sz="2000" b="1" dirty="0"/>
              <a:t>( );</a:t>
            </a:r>
          </a:p>
          <a:p>
            <a:r>
              <a:rPr lang="en-US" sz="2000" b="1" dirty="0"/>
              <a:t>do {  </a:t>
            </a:r>
          </a:p>
          <a:p>
            <a:r>
              <a:rPr lang="en-US" sz="2000" b="1" dirty="0"/>
              <a:t>       if (</a:t>
            </a:r>
            <a:r>
              <a:rPr lang="en-US" sz="2000" b="1" dirty="0" err="1"/>
              <a:t>trNo</a:t>
            </a:r>
            <a:r>
              <a:rPr lang="en-US" sz="2000" b="1" dirty="0"/>
              <a:t>-&gt;data == </a:t>
            </a:r>
            <a:r>
              <a:rPr lang="en-US" sz="2000" b="1" dirty="0" err="1"/>
              <a:t>val</a:t>
            </a:r>
            <a:r>
              <a:rPr lang="en-US" sz="2000" b="1" dirty="0"/>
              <a:t>) {  </a:t>
            </a:r>
            <a:r>
              <a:rPr lang="en-US" sz="2000" b="1" dirty="0" err="1"/>
              <a:t>isFound</a:t>
            </a:r>
            <a:r>
              <a:rPr lang="en-US" sz="2000" b="1" dirty="0"/>
              <a:t> = true;  break;  }</a:t>
            </a:r>
          </a:p>
          <a:p>
            <a:r>
              <a:rPr lang="en-US" sz="2000" b="1" dirty="0"/>
              <a:t>        </a:t>
            </a:r>
            <a:r>
              <a:rPr lang="en-US" sz="2000" b="1" dirty="0" err="1"/>
              <a:t>trNo</a:t>
            </a:r>
            <a:r>
              <a:rPr lang="en-US" sz="2000" b="1" dirty="0"/>
              <a:t> = </a:t>
            </a:r>
            <a:r>
              <a:rPr lang="en-US" sz="2000" b="1" dirty="0" err="1"/>
              <a:t>trNo</a:t>
            </a:r>
            <a:r>
              <a:rPr lang="en-US" sz="2000" b="1" dirty="0"/>
              <a:t>-&gt;next;</a:t>
            </a:r>
          </a:p>
          <a:p>
            <a:r>
              <a:rPr lang="en-US" sz="2000" b="1" dirty="0"/>
              <a:t>    } while ( (</a:t>
            </a:r>
            <a:r>
              <a:rPr lang="en-US" sz="2000" b="1" dirty="0" err="1"/>
              <a:t>trNo</a:t>
            </a:r>
            <a:r>
              <a:rPr lang="en-US" sz="2000" b="1" dirty="0"/>
              <a:t> != </a:t>
            </a:r>
            <a:r>
              <a:rPr lang="en-US" sz="2000" b="1" dirty="0" err="1"/>
              <a:t>nullptr</a:t>
            </a:r>
            <a:r>
              <a:rPr lang="en-US" sz="2000" b="1" dirty="0"/>
              <a:t>) &amp;&amp; </a:t>
            </a:r>
          </a:p>
          <a:p>
            <a:r>
              <a:rPr lang="en-US" sz="2000" b="1" dirty="0"/>
              <a:t>    ( circular  ?  </a:t>
            </a:r>
            <a:r>
              <a:rPr lang="en-US" sz="2000" b="1" dirty="0" err="1"/>
              <a:t>trNo</a:t>
            </a:r>
            <a:r>
              <a:rPr lang="en-US" sz="2000" b="1" dirty="0"/>
              <a:t>  !=  head  :  true  ) );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if (!</a:t>
            </a:r>
            <a:r>
              <a:rPr lang="en-US" sz="2000" dirty="0" err="1">
                <a:solidFill>
                  <a:srgbClr val="FF0000"/>
                </a:solidFill>
              </a:rPr>
              <a:t>isFound</a:t>
            </a:r>
            <a:r>
              <a:rPr lang="en-US" sz="2000" dirty="0">
                <a:solidFill>
                  <a:srgbClr val="FF0000"/>
                </a:solidFill>
              </a:rPr>
              <a:t>) {  cout &lt;&lt; "Value not present";   return;   }</a:t>
            </a:r>
          </a:p>
          <a:p>
            <a:r>
              <a:rPr lang="en-US" sz="2000" dirty="0"/>
              <a:t>    // Case 1: Single Node in List</a:t>
            </a:r>
          </a:p>
          <a:p>
            <a:r>
              <a:rPr lang="en-US" sz="2000" dirty="0"/>
              <a:t>    </a:t>
            </a:r>
            <a:r>
              <a:rPr lang="en-US" sz="2000" b="1" dirty="0"/>
              <a:t>if (head == tail &amp;&amp; head-&gt;data == </a:t>
            </a:r>
            <a:r>
              <a:rPr lang="en-US" sz="2000" b="1" dirty="0" err="1"/>
              <a:t>val</a:t>
            </a:r>
            <a:r>
              <a:rPr lang="en-US" sz="2000" b="1" dirty="0"/>
              <a:t>)  {</a:t>
            </a:r>
          </a:p>
          <a:p>
            <a:r>
              <a:rPr lang="en-US" sz="2000" b="1" dirty="0"/>
              <a:t>        delete head;</a:t>
            </a:r>
          </a:p>
          <a:p>
            <a:r>
              <a:rPr lang="en-US" sz="2000" b="1" dirty="0"/>
              <a:t>        head = tail = </a:t>
            </a:r>
            <a:r>
              <a:rPr lang="en-US" sz="2000" b="1" dirty="0" err="1"/>
              <a:t>nullptr</a:t>
            </a:r>
            <a:r>
              <a:rPr lang="en-US" sz="2000" b="1" dirty="0"/>
              <a:t>;        </a:t>
            </a:r>
            <a:r>
              <a:rPr lang="en-US" sz="2000" b="1" dirty="0">
                <a:solidFill>
                  <a:srgbClr val="FF0000"/>
                </a:solidFill>
              </a:rPr>
              <a:t>return;</a:t>
            </a:r>
            <a:r>
              <a:rPr lang="en-US" sz="2000" b="1" dirty="0"/>
              <a:t>    }</a:t>
            </a:r>
          </a:p>
          <a:p>
            <a:r>
              <a:rPr lang="en-US" sz="2000" dirty="0"/>
              <a:t>    // Case 2: Deleting Head Node</a:t>
            </a:r>
            <a:r>
              <a:rPr lang="en-US" sz="2000" b="1" dirty="0"/>
              <a:t>:</a:t>
            </a:r>
            <a:r>
              <a:rPr lang="en-US" sz="2000" dirty="0"/>
              <a:t>              </a:t>
            </a:r>
            <a:r>
              <a:rPr lang="en-US" sz="2000" b="1" dirty="0"/>
              <a:t>if (</a:t>
            </a:r>
            <a:r>
              <a:rPr lang="en-US" sz="2000" b="1" dirty="0" err="1"/>
              <a:t>trNo</a:t>
            </a:r>
            <a:r>
              <a:rPr lang="en-US" sz="2000" b="1" dirty="0"/>
              <a:t> == head) { }</a:t>
            </a:r>
          </a:p>
          <a:p>
            <a:r>
              <a:rPr lang="en-US" sz="2000" dirty="0"/>
              <a:t>    // Case 3: Deleting  Tail Node</a:t>
            </a:r>
            <a:r>
              <a:rPr lang="en-US" sz="2000" b="1" dirty="0"/>
              <a:t> :</a:t>
            </a:r>
            <a:r>
              <a:rPr lang="en-US" sz="2000" dirty="0"/>
              <a:t>          </a:t>
            </a:r>
            <a:r>
              <a:rPr lang="en-US" sz="2000" b="1" dirty="0"/>
              <a:t>else if (</a:t>
            </a:r>
            <a:r>
              <a:rPr lang="en-US" sz="2000" b="1" dirty="0" err="1"/>
              <a:t>trNo</a:t>
            </a:r>
            <a:r>
              <a:rPr lang="en-US" sz="2000" b="1" dirty="0"/>
              <a:t> == tail) { }</a:t>
            </a:r>
          </a:p>
          <a:p>
            <a:r>
              <a:rPr lang="en-US" sz="2000" dirty="0"/>
              <a:t>    // Case 4: Deleting Intermediate Node</a:t>
            </a:r>
            <a:r>
              <a:rPr lang="en-US" sz="2000" b="1" dirty="0"/>
              <a:t> :</a:t>
            </a:r>
            <a:r>
              <a:rPr lang="en-US" sz="2000" dirty="0"/>
              <a:t>                     </a:t>
            </a:r>
            <a:r>
              <a:rPr lang="en-US" sz="2000" b="1" dirty="0"/>
              <a:t>else   { }</a:t>
            </a:r>
          </a:p>
          <a:p>
            <a:r>
              <a:rPr lang="en-US" sz="2000" dirty="0"/>
              <a:t>    delete </a:t>
            </a:r>
            <a:r>
              <a:rPr lang="en-US" sz="2000" dirty="0" err="1"/>
              <a:t>trNo</a:t>
            </a:r>
            <a:r>
              <a:rPr lang="en-US" sz="2000" dirty="0"/>
              <a:t>; </a:t>
            </a:r>
          </a:p>
          <a:p>
            <a:r>
              <a:rPr lang="en-US" sz="2000" dirty="0"/>
              <a:t>  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664030-9034-E396-0EDA-C6C4845D5E04}"/>
              </a:ext>
            </a:extLst>
          </p:cNvPr>
          <p:cNvGrpSpPr/>
          <p:nvPr/>
        </p:nvGrpSpPr>
        <p:grpSpPr>
          <a:xfrm>
            <a:off x="6826077" y="709751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C2A17E0-BC67-D09A-38BB-455F1E072C5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AD3AA519-8CF4-F7E2-FF26-19CD634C8DCE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CD6F41-41D8-DCD8-C8EA-F00B833FC0FA}"/>
              </a:ext>
            </a:extLst>
          </p:cNvPr>
          <p:cNvGrpSpPr/>
          <p:nvPr/>
        </p:nvGrpSpPr>
        <p:grpSpPr>
          <a:xfrm>
            <a:off x="7105040" y="1231206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F400614-4FA2-BE5F-CB94-93BBB4A6114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C76AFF2F-9D24-F093-BD77-C648D0A4F89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04703A-445B-6DAA-2E35-7762EC717EEA}"/>
              </a:ext>
            </a:extLst>
          </p:cNvPr>
          <p:cNvGrpSpPr/>
          <p:nvPr/>
        </p:nvGrpSpPr>
        <p:grpSpPr>
          <a:xfrm>
            <a:off x="6991608" y="429553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3F6A55C-1808-FF70-0BEC-ECFACBEDEB1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6760D3BF-D012-3627-6DE0-5C3ABCCF2441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69BF14-EA7A-FB46-A112-2211C4081A7C}"/>
              </a:ext>
            </a:extLst>
          </p:cNvPr>
          <p:cNvGrpSpPr/>
          <p:nvPr/>
        </p:nvGrpSpPr>
        <p:grpSpPr>
          <a:xfrm>
            <a:off x="7025426" y="483509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B03DDB6-EF3C-A6B1-CEA5-994E3A18FB1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" name="Rectangle: Rounded Corners 4">
              <a:extLst>
                <a:ext uri="{FF2B5EF4-FFF2-40B4-BE49-F238E27FC236}">
                  <a16:creationId xmlns:a16="http://schemas.microsoft.com/office/drawing/2014/main" id="{DA4743E8-1C95-EE61-E322-4D3DCBE8671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F66F91-9E04-5C67-E351-B15AB77345D9}"/>
              </a:ext>
            </a:extLst>
          </p:cNvPr>
          <p:cNvGrpSpPr/>
          <p:nvPr/>
        </p:nvGrpSpPr>
        <p:grpSpPr>
          <a:xfrm>
            <a:off x="7129849" y="2210755"/>
            <a:ext cx="4746183" cy="915245"/>
            <a:chOff x="411300" y="2304142"/>
            <a:chExt cx="4746183" cy="91524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3C4495D-A208-DA9C-853A-3FD21D7A8051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BCC3BEF-C7E4-687A-A117-D38CA6C8B636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F746765-A214-B60D-8A50-0C77F47A4506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FAC75B6F-B37B-CA1D-5655-C37E699BAFE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: Rounded Corners 4">
                  <a:extLst>
                    <a:ext uri="{FF2B5EF4-FFF2-40B4-BE49-F238E27FC236}">
                      <a16:creationId xmlns:a16="http://schemas.microsoft.com/office/drawing/2014/main" id="{FB24DEA9-C2E1-146C-D67A-AEF1A14487E8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20440F6-565E-2584-4C81-213F4A24598B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C81BAFDB-A955-FA52-43C5-35242822E75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: Rounded Corners 4">
                  <a:extLst>
                    <a:ext uri="{FF2B5EF4-FFF2-40B4-BE49-F238E27FC236}">
                      <a16:creationId xmlns:a16="http://schemas.microsoft.com/office/drawing/2014/main" id="{B775150A-DA35-C549-0644-D7A05CF44D73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6339269-6146-C609-AAA0-31432B114F90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D52ACAC7-D48E-4045-758D-21212ADE45A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: Rounded Corners 4">
                  <a:extLst>
                    <a:ext uri="{FF2B5EF4-FFF2-40B4-BE49-F238E27FC236}">
                      <a16:creationId xmlns:a16="http://schemas.microsoft.com/office/drawing/2014/main" id="{24C36EB6-B4EE-27B5-D753-8EAF9F03027A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A0BD0A7-774A-D130-097D-4C90625B8A3C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406F1A2-D4A9-ADF4-44C7-735C18E0AAEC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4">
                <a:extLst>
                  <a:ext uri="{FF2B5EF4-FFF2-40B4-BE49-F238E27FC236}">
                    <a16:creationId xmlns:a16="http://schemas.microsoft.com/office/drawing/2014/main" id="{F5BF9DB9-EB52-98E5-A195-55BEE8436082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195834-DB3D-C2C2-CB0C-A279C17F9011}"/>
              </a:ext>
            </a:extLst>
          </p:cNvPr>
          <p:cNvGrpSpPr/>
          <p:nvPr/>
        </p:nvGrpSpPr>
        <p:grpSpPr>
          <a:xfrm>
            <a:off x="9560564" y="2637427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1BE11A5-B3F0-0010-38A5-16F49D6ED34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85E77657-5D54-A22B-7DD2-DA278540CD7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7380A51-72F0-A2E0-6722-488E5C2C2616}"/>
              </a:ext>
            </a:extLst>
          </p:cNvPr>
          <p:cNvGrpSpPr/>
          <p:nvPr/>
        </p:nvGrpSpPr>
        <p:grpSpPr>
          <a:xfrm>
            <a:off x="7863117" y="2629518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42C13F1-730E-3A97-2E57-D4AFE896AC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E0950458-302E-E8FB-97B5-FF73A1B3F69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1C79F3B-CB41-4D7F-F3AA-4B84439CEF20}"/>
              </a:ext>
            </a:extLst>
          </p:cNvPr>
          <p:cNvGrpSpPr/>
          <p:nvPr/>
        </p:nvGrpSpPr>
        <p:grpSpPr>
          <a:xfrm>
            <a:off x="10877793" y="265069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3A349A57-124A-ECD5-6407-473A6E2D40F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3" name="Rectangle: Rounded Corners 4">
              <a:extLst>
                <a:ext uri="{FF2B5EF4-FFF2-40B4-BE49-F238E27FC236}">
                  <a16:creationId xmlns:a16="http://schemas.microsoft.com/office/drawing/2014/main" id="{F3EAED10-6A8C-A028-D1DC-8D8140A8D7F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D48103B-6D0F-D9A9-0CD3-BB35ECCF654A}"/>
              </a:ext>
            </a:extLst>
          </p:cNvPr>
          <p:cNvGrpSpPr/>
          <p:nvPr/>
        </p:nvGrpSpPr>
        <p:grpSpPr>
          <a:xfrm>
            <a:off x="1280801" y="1130339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C1A4F4C-A13E-519D-003E-62E4C778C3F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6" name="Rectangle: Rounded Corners 4">
              <a:extLst>
                <a:ext uri="{FF2B5EF4-FFF2-40B4-BE49-F238E27FC236}">
                  <a16:creationId xmlns:a16="http://schemas.microsoft.com/office/drawing/2014/main" id="{BBBB2C42-11C0-361A-7FF8-7D6FA1A95EE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11</a:t>
              </a:r>
              <a:endPara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D738A08-9144-B25B-68E5-CCBC774B7800}"/>
              </a:ext>
            </a:extLst>
          </p:cNvPr>
          <p:cNvGrpSpPr/>
          <p:nvPr/>
        </p:nvGrpSpPr>
        <p:grpSpPr>
          <a:xfrm>
            <a:off x="4435627" y="2749325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EBE4F93-D864-1A06-4285-9E843054C89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" name="Rectangle: Rounded Corners 4">
              <a:extLst>
                <a:ext uri="{FF2B5EF4-FFF2-40B4-BE49-F238E27FC236}">
                  <a16:creationId xmlns:a16="http://schemas.microsoft.com/office/drawing/2014/main" id="{FA36C4F9-7FEA-B569-7C1F-39729A56C26F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B8FC6F3-2134-4379-CF44-8A2A11A1BA8D}"/>
              </a:ext>
            </a:extLst>
          </p:cNvPr>
          <p:cNvGrpSpPr/>
          <p:nvPr/>
        </p:nvGrpSpPr>
        <p:grpSpPr>
          <a:xfrm>
            <a:off x="4638154" y="304091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441CA5F-60D3-9F90-3DCC-E80C6590BD5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2" name="Rectangle: Rounded Corners 4">
              <a:extLst>
                <a:ext uri="{FF2B5EF4-FFF2-40B4-BE49-F238E27FC236}">
                  <a16:creationId xmlns:a16="http://schemas.microsoft.com/office/drawing/2014/main" id="{2995D72B-A656-8842-406E-604F35404EE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A849089F-0A41-C8EC-CFFF-B46A9253F9C2}"/>
              </a:ext>
            </a:extLst>
          </p:cNvPr>
          <p:cNvSpPr/>
          <p:nvPr/>
        </p:nvSpPr>
        <p:spPr>
          <a:xfrm>
            <a:off x="4156346" y="1111732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1D3F75-CB04-B32D-4830-24C6468C7253}"/>
              </a:ext>
            </a:extLst>
          </p:cNvPr>
          <p:cNvSpPr/>
          <p:nvPr/>
        </p:nvSpPr>
        <p:spPr>
          <a:xfrm>
            <a:off x="5448057" y="1117181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444445-9FA1-0173-E212-CC1345FFEA03}"/>
              </a:ext>
            </a:extLst>
          </p:cNvPr>
          <p:cNvSpPr/>
          <p:nvPr/>
        </p:nvSpPr>
        <p:spPr>
          <a:xfrm>
            <a:off x="4221923" y="1446774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711BD33-AB12-561F-AFED-AB836292F6F2}"/>
              </a:ext>
            </a:extLst>
          </p:cNvPr>
          <p:cNvSpPr/>
          <p:nvPr/>
        </p:nvSpPr>
        <p:spPr>
          <a:xfrm>
            <a:off x="5435028" y="1443502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noProof="0" dirty="0">
                <a:solidFill>
                  <a:srgbClr val="000000"/>
                </a:solidFill>
                <a:latin typeface="Franklin Gothic Book"/>
              </a:rPr>
              <a:t>false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B552BA1-B60D-C37D-67A7-D5E6A99E3A1D}"/>
              </a:ext>
            </a:extLst>
          </p:cNvPr>
          <p:cNvSpPr/>
          <p:nvPr/>
        </p:nvSpPr>
        <p:spPr>
          <a:xfrm>
            <a:off x="5439874" y="1127380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F68612B-B9B1-FF9C-AB56-DABA5D12FCEC}"/>
              </a:ext>
            </a:extLst>
          </p:cNvPr>
          <p:cNvGrpSpPr/>
          <p:nvPr/>
        </p:nvGrpSpPr>
        <p:grpSpPr>
          <a:xfrm>
            <a:off x="7087495" y="124610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24F7707-F18E-3558-DFEF-956CBA90F1F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FF9B3543-1EF9-0773-F94F-F7323D34EFD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9A71640-B1C0-A5F4-43C5-D6A3F4EAC878}"/>
              </a:ext>
            </a:extLst>
          </p:cNvPr>
          <p:cNvGrpSpPr/>
          <p:nvPr/>
        </p:nvGrpSpPr>
        <p:grpSpPr>
          <a:xfrm>
            <a:off x="7024854" y="4851981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0E4B644-E8F5-B345-AB69-BA1CD456866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F285CEB2-756A-55F3-A8C5-E4271AA9637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912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5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0AAA3A-B646-599F-25D1-2DC967EC6378}"/>
              </a:ext>
            </a:extLst>
          </p:cNvPr>
          <p:cNvSpPr txBox="1"/>
          <p:nvPr/>
        </p:nvSpPr>
        <p:spPr>
          <a:xfrm>
            <a:off x="116021" y="114582"/>
            <a:ext cx="7091127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() {</a:t>
            </a:r>
          </a:p>
          <a:p>
            <a:r>
              <a:rPr lang="en-US" dirty="0"/>
              <a:t>if (!head) {cout &lt;&lt; "\n List is empty.\n"; return; }</a:t>
            </a:r>
          </a:p>
          <a:p>
            <a:r>
              <a:rPr lang="en-US" dirty="0"/>
              <a:t>cout &lt;&lt; "\</a:t>
            </a:r>
            <a:r>
              <a:rPr lang="en-US" dirty="0" err="1"/>
              <a:t>nEnter</a:t>
            </a:r>
            <a:r>
              <a:rPr lang="en-US" dirty="0"/>
              <a:t> the value of the node you wish to delete: "; </a:t>
            </a:r>
            <a:r>
              <a:rPr lang="en-US" b="1" dirty="0"/>
              <a:t>cin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Node* </a:t>
            </a:r>
            <a:r>
              <a:rPr lang="en-US" b="1" dirty="0" err="1"/>
              <a:t>trNo</a:t>
            </a:r>
            <a:r>
              <a:rPr lang="en-US" b="1" dirty="0"/>
              <a:t> = head; </a:t>
            </a:r>
          </a:p>
          <a:p>
            <a:r>
              <a:rPr lang="en-US" b="1" dirty="0"/>
              <a:t>bool </a:t>
            </a:r>
            <a:r>
              <a:rPr lang="en-US" b="1" dirty="0" err="1"/>
              <a:t>isFound</a:t>
            </a:r>
            <a:r>
              <a:rPr lang="en-US" b="1" dirty="0"/>
              <a:t> = false, circular = </a:t>
            </a:r>
            <a:r>
              <a:rPr lang="en-US" b="1" dirty="0" err="1"/>
              <a:t>isCircular</a:t>
            </a:r>
            <a:r>
              <a:rPr lang="en-US" b="1" dirty="0"/>
              <a:t>( );</a:t>
            </a:r>
          </a:p>
          <a:p>
            <a:r>
              <a:rPr lang="en-US" b="1" dirty="0"/>
              <a:t>do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trNo</a:t>
            </a:r>
            <a:r>
              <a:rPr lang="en-US" b="1" dirty="0"/>
              <a:t>-&gt;data ==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  <a:r>
              <a:rPr lang="en-US" b="1" dirty="0" err="1"/>
              <a:t>isFound</a:t>
            </a:r>
            <a:r>
              <a:rPr lang="en-US" b="1" dirty="0"/>
              <a:t> = true; break; }</a:t>
            </a:r>
          </a:p>
          <a:p>
            <a:r>
              <a:rPr lang="en-US" dirty="0"/>
              <a:t>        </a:t>
            </a:r>
            <a:r>
              <a:rPr lang="en-US" b="1" dirty="0" err="1"/>
              <a:t>trNo</a:t>
            </a:r>
            <a:r>
              <a:rPr lang="en-US" b="1" dirty="0"/>
              <a:t> = </a:t>
            </a:r>
            <a:r>
              <a:rPr lang="en-US" b="1" dirty="0" err="1"/>
              <a:t>trNo</a:t>
            </a:r>
            <a:r>
              <a:rPr lang="en-US" b="1" dirty="0"/>
              <a:t>-&gt;next;</a:t>
            </a:r>
          </a:p>
          <a:p>
            <a:r>
              <a:rPr lang="en-US" b="1" dirty="0"/>
              <a:t>    } while ((</a:t>
            </a:r>
            <a:r>
              <a:rPr lang="en-US" b="1" dirty="0" err="1"/>
              <a:t>trNo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) &amp;&amp; (circular ? </a:t>
            </a:r>
            <a:r>
              <a:rPr lang="en-US" b="1" dirty="0" err="1"/>
              <a:t>trNo</a:t>
            </a:r>
            <a:r>
              <a:rPr lang="en-US" b="1" dirty="0"/>
              <a:t> != head : true));</a:t>
            </a:r>
          </a:p>
          <a:p>
            <a:r>
              <a:rPr lang="en-US" dirty="0">
                <a:solidFill>
                  <a:srgbClr val="FF0000"/>
                </a:solidFill>
              </a:rPr>
              <a:t>if (!</a:t>
            </a:r>
            <a:r>
              <a:rPr lang="en-US" dirty="0" err="1">
                <a:solidFill>
                  <a:srgbClr val="FF0000"/>
                </a:solidFill>
              </a:rPr>
              <a:t>isFound</a:t>
            </a:r>
            <a:r>
              <a:rPr lang="en-US" dirty="0">
                <a:solidFill>
                  <a:srgbClr val="FF0000"/>
                </a:solidFill>
              </a:rPr>
              <a:t>) {  cout &lt;&lt; "\</a:t>
            </a:r>
            <a:r>
              <a:rPr lang="en-US" dirty="0" err="1">
                <a:solidFill>
                  <a:srgbClr val="FF0000"/>
                </a:solidFill>
              </a:rPr>
              <a:t>nValue</a:t>
            </a:r>
            <a:r>
              <a:rPr lang="en-US" dirty="0">
                <a:solidFill>
                  <a:srgbClr val="FF0000"/>
                </a:solidFill>
              </a:rPr>
              <a:t> not present\n";   return;    }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if (head == tail &amp;&amp; head-&gt;data ==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val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) {delete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head;head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=tail=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nullptr;return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;}</a:t>
            </a:r>
          </a:p>
          <a:p>
            <a:r>
              <a:rPr lang="en-US" dirty="0"/>
              <a:t>    // Case 2: Deleting the Head Node</a:t>
            </a:r>
          </a:p>
          <a:p>
            <a:r>
              <a:rPr lang="en-US" b="1" dirty="0"/>
              <a:t>    if (</a:t>
            </a:r>
            <a:r>
              <a:rPr lang="en-US" b="1" dirty="0" err="1"/>
              <a:t>trNo</a:t>
            </a:r>
            <a:r>
              <a:rPr lang="en-US" b="1" dirty="0"/>
              <a:t> == head) {</a:t>
            </a:r>
          </a:p>
          <a:p>
            <a:r>
              <a:rPr lang="en-US" b="1" dirty="0"/>
              <a:t>        head = head-&gt;next;</a:t>
            </a:r>
          </a:p>
          <a:p>
            <a:r>
              <a:rPr lang="en-US" b="1" dirty="0"/>
              <a:t>        head -&gt; </a:t>
            </a:r>
            <a:r>
              <a:rPr lang="en-US" b="1" dirty="0" err="1"/>
              <a:t>prev</a:t>
            </a:r>
            <a:r>
              <a:rPr lang="en-US" b="1" dirty="0"/>
              <a:t>  =  circular  ?  tail  :  </a:t>
            </a:r>
            <a:r>
              <a:rPr lang="en-US" b="1" dirty="0" err="1"/>
              <a:t>nullptr</a:t>
            </a:r>
            <a:r>
              <a:rPr lang="en-US" b="1" dirty="0"/>
              <a:t> ;</a:t>
            </a:r>
          </a:p>
          <a:p>
            <a:r>
              <a:rPr lang="en-US" b="1" dirty="0"/>
              <a:t>        if (circular) tail-&gt;next = head;</a:t>
            </a:r>
          </a:p>
          <a:p>
            <a:r>
              <a:rPr lang="en-US" b="1" dirty="0"/>
              <a:t>    }</a:t>
            </a:r>
          </a:p>
          <a:p>
            <a:r>
              <a:rPr lang="en-US" dirty="0"/>
              <a:t>// Case 3: Deleting Tail Node: </a:t>
            </a:r>
            <a:r>
              <a:rPr lang="en-US" b="1" dirty="0"/>
              <a:t>else if (</a:t>
            </a:r>
            <a:r>
              <a:rPr lang="en-US" b="1" dirty="0" err="1"/>
              <a:t>trNo</a:t>
            </a:r>
            <a:r>
              <a:rPr lang="en-US" b="1" dirty="0"/>
              <a:t> == tail) { }</a:t>
            </a:r>
          </a:p>
          <a:p>
            <a:r>
              <a:rPr lang="en-US" dirty="0"/>
              <a:t>// Case 4: Deleting an Intermediate Node</a:t>
            </a:r>
            <a:r>
              <a:rPr lang="en-US" b="1" dirty="0"/>
              <a:t>: else { }</a:t>
            </a:r>
          </a:p>
          <a:p>
            <a:r>
              <a:rPr lang="en-US" b="1" dirty="0"/>
              <a:t>    delete </a:t>
            </a:r>
            <a:r>
              <a:rPr lang="en-US" b="1" dirty="0" err="1"/>
              <a:t>trNo</a:t>
            </a:r>
            <a:r>
              <a:rPr lang="en-US" b="1" dirty="0"/>
              <a:t>;</a:t>
            </a:r>
          </a:p>
          <a:p>
            <a:r>
              <a:rPr lang="en-US" b="1" dirty="0"/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994B8-4CC6-3A1F-A57A-6735961E2963}"/>
              </a:ext>
            </a:extLst>
          </p:cNvPr>
          <p:cNvGrpSpPr/>
          <p:nvPr/>
        </p:nvGrpSpPr>
        <p:grpSpPr>
          <a:xfrm>
            <a:off x="7835275" y="33655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5659E0-9E87-2020-28C7-5F47542E671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5D883BF2-33F5-8BAB-5A1E-38364A6B91BD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044EBE-A0FC-874C-00E0-1C388E6C29F1}"/>
              </a:ext>
            </a:extLst>
          </p:cNvPr>
          <p:cNvGrpSpPr/>
          <p:nvPr/>
        </p:nvGrpSpPr>
        <p:grpSpPr>
          <a:xfrm>
            <a:off x="8114238" y="85801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632EAE6-8A76-91ED-CB89-A406B431BD9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DA41007D-FFE0-E123-4667-327DB8A653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22724C-98F4-6C2A-3F87-BD06DAD99EC3}"/>
              </a:ext>
            </a:extLst>
          </p:cNvPr>
          <p:cNvGrpSpPr/>
          <p:nvPr/>
        </p:nvGrpSpPr>
        <p:grpSpPr>
          <a:xfrm>
            <a:off x="7527617" y="425026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230CF53-6B97-BD8E-A2A8-1885DB19ADA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6C6E657E-C93C-8B81-6364-35056F3915A4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D31586E-7DB3-454B-3017-9E45456ADF79}"/>
              </a:ext>
            </a:extLst>
          </p:cNvPr>
          <p:cNvGrpSpPr/>
          <p:nvPr/>
        </p:nvGrpSpPr>
        <p:grpSpPr>
          <a:xfrm>
            <a:off x="7561435" y="478982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A62532-2905-FA9C-AFD0-3DEB516D668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59490B79-247A-3807-3E08-D448E7C62D6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E0C0848-9FCD-44D2-1808-C8320E0D77BF}"/>
              </a:ext>
            </a:extLst>
          </p:cNvPr>
          <p:cNvGrpSpPr/>
          <p:nvPr/>
        </p:nvGrpSpPr>
        <p:grpSpPr>
          <a:xfrm>
            <a:off x="7252944" y="1419523"/>
            <a:ext cx="4746183" cy="915245"/>
            <a:chOff x="411300" y="2304142"/>
            <a:chExt cx="4746183" cy="91524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7AF45EC-4470-A56B-1268-ABB5A1C5F4D0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5F36E7D-75F7-2C40-364A-63B2C8DB94B2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8B329DE-5E9A-D9CF-DD82-22033B7E170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82C791F6-4B3E-0280-16CA-4EC85F6AC6D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: Rounded Corners 4">
                  <a:extLst>
                    <a:ext uri="{FF2B5EF4-FFF2-40B4-BE49-F238E27FC236}">
                      <a16:creationId xmlns:a16="http://schemas.microsoft.com/office/drawing/2014/main" id="{B413301D-1DB4-C77B-05C1-0635342526F7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FF18D08-F3B5-F9A3-81A1-0A102D7E1C10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A4F62423-07E1-1330-B099-EB2014847CF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: Rounded Corners 4">
                  <a:extLst>
                    <a:ext uri="{FF2B5EF4-FFF2-40B4-BE49-F238E27FC236}">
                      <a16:creationId xmlns:a16="http://schemas.microsoft.com/office/drawing/2014/main" id="{9216E7F6-78C1-D908-9925-D861DEB38F96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BE3CAFB-4C34-34A5-BB0B-9A942D6B96B2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450CDCCF-2FAD-5173-C59E-E2E5A6D7283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: Rounded Corners 4">
                  <a:extLst>
                    <a:ext uri="{FF2B5EF4-FFF2-40B4-BE49-F238E27FC236}">
                      <a16:creationId xmlns:a16="http://schemas.microsoft.com/office/drawing/2014/main" id="{E996B903-205E-7F0E-F345-063CB13B27E1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9A5725D-E02B-0BC0-9756-B5FB1ABCC697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F7FAD9C-6F98-A103-2638-6D8619181CFC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4CD07FBE-EFD0-07A4-0F87-A73E488B3076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3DDA7CC-4677-8676-F28E-7A38F614340B}"/>
              </a:ext>
            </a:extLst>
          </p:cNvPr>
          <p:cNvGrpSpPr/>
          <p:nvPr/>
        </p:nvGrpSpPr>
        <p:grpSpPr>
          <a:xfrm>
            <a:off x="9683659" y="1846195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E041F79-2340-F619-9BFC-680F83E7F46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E6976D6B-43C9-1E48-C70B-7621743437E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FA60363-06DE-0214-A9EE-9CDE7EF45230}"/>
              </a:ext>
            </a:extLst>
          </p:cNvPr>
          <p:cNvGrpSpPr/>
          <p:nvPr/>
        </p:nvGrpSpPr>
        <p:grpSpPr>
          <a:xfrm>
            <a:off x="7986212" y="183828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3BB7AAA-98FC-18F6-ADAE-A4D9ABFCAAE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90E5E4F5-6EDF-AE01-E741-C8F9A606B91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4281E3-95A5-0A07-2A2A-27AB691A53B8}"/>
              </a:ext>
            </a:extLst>
          </p:cNvPr>
          <p:cNvGrpSpPr/>
          <p:nvPr/>
        </p:nvGrpSpPr>
        <p:grpSpPr>
          <a:xfrm>
            <a:off x="10973728" y="1859465"/>
            <a:ext cx="104383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9C85F4F-FFB6-DBF4-D4B8-84518BAD135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88D830A0-7BD1-800E-5A42-BCD917E450B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CBB710F-D002-0026-9F9E-1C609DF1A77A}"/>
              </a:ext>
            </a:extLst>
          </p:cNvPr>
          <p:cNvGrpSpPr/>
          <p:nvPr/>
        </p:nvGrpSpPr>
        <p:grpSpPr>
          <a:xfrm>
            <a:off x="7260486" y="2423466"/>
            <a:ext cx="4746183" cy="898838"/>
            <a:chOff x="411300" y="2320549"/>
            <a:chExt cx="4746183" cy="89883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664749B-99AA-A1B5-94F5-7E264ECA4421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6E340B3-D556-44FF-EF5D-6D54A913149C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395C5172-85FB-76A1-1694-15164AC39AD2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833C2B42-C981-FE80-D814-F551BD77250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4">
                  <a:extLst>
                    <a:ext uri="{FF2B5EF4-FFF2-40B4-BE49-F238E27FC236}">
                      <a16:creationId xmlns:a16="http://schemas.microsoft.com/office/drawing/2014/main" id="{932B22C2-D2DE-6C36-8179-BFCBB2F2FC1E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065ABCC-4B7B-1806-36B5-2DFFD184B382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766E141A-E2D0-5DF6-E75F-99603899CF0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4">
                  <a:extLst>
                    <a:ext uri="{FF2B5EF4-FFF2-40B4-BE49-F238E27FC236}">
                      <a16:creationId xmlns:a16="http://schemas.microsoft.com/office/drawing/2014/main" id="{1E1736BE-A8FF-6C3F-B14A-667111F943FA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D4F3D20-9862-9ACD-378D-23E67DBB3CEE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DD944719-1537-4EC1-7279-79EFCCC086C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: Rounded Corners 4">
                  <a:extLst>
                    <a:ext uri="{FF2B5EF4-FFF2-40B4-BE49-F238E27FC236}">
                      <a16:creationId xmlns:a16="http://schemas.microsoft.com/office/drawing/2014/main" id="{00D91231-AA55-CFDA-BBAC-027652054E42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3272D91-083A-913B-9D4E-88C446BFE730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FD33BDDF-B91A-8C2F-9BD0-D74DA7F087D2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2" name="Rectangle: Rounded Corners 4">
                <a:extLst>
                  <a:ext uri="{FF2B5EF4-FFF2-40B4-BE49-F238E27FC236}">
                    <a16:creationId xmlns:a16="http://schemas.microsoft.com/office/drawing/2014/main" id="{4A085A4D-B644-152F-70E4-DA0FA792C7D6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3F3CAD8-CEDE-B5A8-1401-78EFB7FABEE3}"/>
              </a:ext>
            </a:extLst>
          </p:cNvPr>
          <p:cNvGrpSpPr/>
          <p:nvPr/>
        </p:nvGrpSpPr>
        <p:grpSpPr>
          <a:xfrm>
            <a:off x="9709330" y="284712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4BB17B6D-4715-730E-F403-E7DA0EC700D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975B3C0D-CD7C-FD07-8071-5074714D606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E6CF74D-5415-C86E-524C-DA37686A5D82}"/>
              </a:ext>
            </a:extLst>
          </p:cNvPr>
          <p:cNvGrpSpPr/>
          <p:nvPr/>
        </p:nvGrpSpPr>
        <p:grpSpPr>
          <a:xfrm>
            <a:off x="11026559" y="285134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3993A4D9-26E1-FC70-0D2D-AA3E851927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1" name="Rectangle: Rounded Corners 4">
              <a:extLst>
                <a:ext uri="{FF2B5EF4-FFF2-40B4-BE49-F238E27FC236}">
                  <a16:creationId xmlns:a16="http://schemas.microsoft.com/office/drawing/2014/main" id="{549E0053-FFCA-0237-A0A4-FF49D8C75E1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4C96E34-87C3-EAA4-EDEF-256A27C83FA0}"/>
              </a:ext>
            </a:extLst>
          </p:cNvPr>
          <p:cNvGrpSpPr/>
          <p:nvPr/>
        </p:nvGrpSpPr>
        <p:grpSpPr>
          <a:xfrm>
            <a:off x="7965669" y="284775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E05E361D-F1AD-AA4E-1B1A-BB7838B0B2E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4" name="Rectangle: Rounded Corners 4">
              <a:extLst>
                <a:ext uri="{FF2B5EF4-FFF2-40B4-BE49-F238E27FC236}">
                  <a16:creationId xmlns:a16="http://schemas.microsoft.com/office/drawing/2014/main" id="{6AA655B2-D8BB-4C19-7FF7-E502158043C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BD92894-9DA4-35AE-887E-968E59B8BDE8}"/>
              </a:ext>
            </a:extLst>
          </p:cNvPr>
          <p:cNvGrpSpPr/>
          <p:nvPr/>
        </p:nvGrpSpPr>
        <p:grpSpPr>
          <a:xfrm>
            <a:off x="5258528" y="1808932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6F299E3A-5094-8A5B-445D-F37EE9D8B3E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251ADC32-BC22-4AAE-25EB-1E438C617613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879A9DD-1482-7832-DAAD-32746CBF9A62}"/>
              </a:ext>
            </a:extLst>
          </p:cNvPr>
          <p:cNvGrpSpPr/>
          <p:nvPr/>
        </p:nvGrpSpPr>
        <p:grpSpPr>
          <a:xfrm>
            <a:off x="5461055" y="210052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CE1E3A9-A390-2E33-6980-801C71909E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CCE37976-7A15-A834-464E-7AE600E553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921B0196-256D-1567-72FA-3C44B2E3FD2F}"/>
              </a:ext>
            </a:extLst>
          </p:cNvPr>
          <p:cNvSpPr/>
          <p:nvPr/>
        </p:nvSpPr>
        <p:spPr>
          <a:xfrm>
            <a:off x="4935957" y="1041370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742A1B1-DDA4-B8BD-A416-66C5232A099F}"/>
              </a:ext>
            </a:extLst>
          </p:cNvPr>
          <p:cNvSpPr/>
          <p:nvPr/>
        </p:nvSpPr>
        <p:spPr>
          <a:xfrm>
            <a:off x="6227668" y="1046819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B06F863-3C20-9AA8-A073-FC6473138626}"/>
              </a:ext>
            </a:extLst>
          </p:cNvPr>
          <p:cNvSpPr/>
          <p:nvPr/>
        </p:nvSpPr>
        <p:spPr>
          <a:xfrm>
            <a:off x="5001534" y="1376412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3ACDAF6-775F-5720-E98B-6DD90CA30389}"/>
              </a:ext>
            </a:extLst>
          </p:cNvPr>
          <p:cNvSpPr/>
          <p:nvPr/>
        </p:nvSpPr>
        <p:spPr>
          <a:xfrm>
            <a:off x="6214639" y="1373140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noProof="0" dirty="0">
                <a:solidFill>
                  <a:srgbClr val="000000"/>
                </a:solidFill>
                <a:latin typeface="Franklin Gothic Book"/>
              </a:rPr>
              <a:t>false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39C61D8-5F5F-C26D-E45D-B5D1211C937B}"/>
              </a:ext>
            </a:extLst>
          </p:cNvPr>
          <p:cNvGrpSpPr/>
          <p:nvPr/>
        </p:nvGrpSpPr>
        <p:grpSpPr>
          <a:xfrm>
            <a:off x="6316231" y="408206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98BF3AA5-C42C-7007-EA5C-BFF40D4F81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E1EA3C1D-AFF1-EE3F-ADB1-4BE66225F50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11</a:t>
              </a:r>
              <a:endPara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4D8E37F5-1AEA-DEFA-88C5-0792EE2A3EF6}"/>
              </a:ext>
            </a:extLst>
          </p:cNvPr>
          <p:cNvSpPr/>
          <p:nvPr/>
        </p:nvSpPr>
        <p:spPr>
          <a:xfrm>
            <a:off x="6228294" y="105372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DFFBA88-83E5-6DB3-46B8-B229CCE65008}"/>
              </a:ext>
            </a:extLst>
          </p:cNvPr>
          <p:cNvGrpSpPr/>
          <p:nvPr/>
        </p:nvGrpSpPr>
        <p:grpSpPr>
          <a:xfrm>
            <a:off x="8111957" y="85652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9C7E6AC6-FE13-1E8C-5620-07B58D6A0AF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9C3E0DF8-B3C2-A062-8ED6-1D7F1B7A31F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B1BAA37-45C3-832F-CD66-704865125680}"/>
              </a:ext>
            </a:extLst>
          </p:cNvPr>
          <p:cNvGrpSpPr/>
          <p:nvPr/>
        </p:nvGrpSpPr>
        <p:grpSpPr>
          <a:xfrm>
            <a:off x="7966963" y="2863173"/>
            <a:ext cx="106577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9BBB8140-8662-BD14-5F3E-FF8864A1886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1" name="Rectangle: Rounded Corners 4">
              <a:extLst>
                <a:ext uri="{FF2B5EF4-FFF2-40B4-BE49-F238E27FC236}">
                  <a16:creationId xmlns:a16="http://schemas.microsoft.com/office/drawing/2014/main" id="{03BF8233-B7DD-60B3-6E9B-2049881CF0A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95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0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  <p:bldP spid="90" grpId="0" animBg="1"/>
      <p:bldP spid="9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B2DC-6E24-96BD-C6F7-8EFD0459A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DF7AC2-14AE-16E2-A27B-E9718F559D6B}"/>
              </a:ext>
            </a:extLst>
          </p:cNvPr>
          <p:cNvSpPr txBox="1"/>
          <p:nvPr/>
        </p:nvSpPr>
        <p:spPr>
          <a:xfrm>
            <a:off x="116021" y="114582"/>
            <a:ext cx="7091127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() {</a:t>
            </a:r>
          </a:p>
          <a:p>
            <a:r>
              <a:rPr lang="en-US" dirty="0"/>
              <a:t>if (!head) {cout &lt;&lt; "\n List is empty.\n"; return; }</a:t>
            </a:r>
          </a:p>
          <a:p>
            <a:r>
              <a:rPr lang="en-US" dirty="0"/>
              <a:t>cout &lt;&lt; "\</a:t>
            </a:r>
            <a:r>
              <a:rPr lang="en-US" dirty="0" err="1"/>
              <a:t>nEnter</a:t>
            </a:r>
            <a:r>
              <a:rPr lang="en-US" dirty="0"/>
              <a:t> the value of the node you wish to delete: "; </a:t>
            </a:r>
            <a:r>
              <a:rPr lang="en-US" b="1" dirty="0"/>
              <a:t>cin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Node* </a:t>
            </a:r>
            <a:r>
              <a:rPr lang="en-US" b="1" dirty="0" err="1"/>
              <a:t>trNo</a:t>
            </a:r>
            <a:r>
              <a:rPr lang="en-US" b="1" dirty="0"/>
              <a:t> = head; </a:t>
            </a:r>
          </a:p>
          <a:p>
            <a:r>
              <a:rPr lang="en-US" b="1" dirty="0"/>
              <a:t>bool </a:t>
            </a:r>
            <a:r>
              <a:rPr lang="en-US" b="1" dirty="0" err="1"/>
              <a:t>isFound</a:t>
            </a:r>
            <a:r>
              <a:rPr lang="en-US" b="1" dirty="0"/>
              <a:t> = false, circular = </a:t>
            </a:r>
            <a:r>
              <a:rPr lang="en-US" b="1" dirty="0" err="1"/>
              <a:t>isCircular</a:t>
            </a:r>
            <a:r>
              <a:rPr lang="en-US" b="1" dirty="0"/>
              <a:t>( );</a:t>
            </a:r>
          </a:p>
          <a:p>
            <a:r>
              <a:rPr lang="en-US" b="1" dirty="0"/>
              <a:t>do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trNo</a:t>
            </a:r>
            <a:r>
              <a:rPr lang="en-US" b="1" dirty="0"/>
              <a:t>-&gt;data ==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  <a:r>
              <a:rPr lang="en-US" b="1" dirty="0" err="1"/>
              <a:t>isFound</a:t>
            </a:r>
            <a:r>
              <a:rPr lang="en-US" b="1" dirty="0"/>
              <a:t> = true; break; }</a:t>
            </a:r>
          </a:p>
          <a:p>
            <a:r>
              <a:rPr lang="en-US" dirty="0"/>
              <a:t>        </a:t>
            </a:r>
            <a:r>
              <a:rPr lang="en-US" b="1" dirty="0" err="1"/>
              <a:t>trNo</a:t>
            </a:r>
            <a:r>
              <a:rPr lang="en-US" b="1" dirty="0"/>
              <a:t> = </a:t>
            </a:r>
            <a:r>
              <a:rPr lang="en-US" b="1" dirty="0" err="1"/>
              <a:t>trNo</a:t>
            </a:r>
            <a:r>
              <a:rPr lang="en-US" b="1" dirty="0"/>
              <a:t>-&gt;next;</a:t>
            </a:r>
          </a:p>
          <a:p>
            <a:r>
              <a:rPr lang="en-US" b="1" dirty="0"/>
              <a:t>    } while ((</a:t>
            </a:r>
            <a:r>
              <a:rPr lang="en-US" b="1" dirty="0" err="1"/>
              <a:t>trNo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) &amp;&amp; (circular ? </a:t>
            </a:r>
            <a:r>
              <a:rPr lang="en-US" b="1" dirty="0" err="1"/>
              <a:t>trNo</a:t>
            </a:r>
            <a:r>
              <a:rPr lang="en-US" b="1" dirty="0"/>
              <a:t> != head : true));</a:t>
            </a:r>
          </a:p>
          <a:p>
            <a:r>
              <a:rPr lang="en-US" dirty="0">
                <a:solidFill>
                  <a:srgbClr val="FF0000"/>
                </a:solidFill>
              </a:rPr>
              <a:t>if (!</a:t>
            </a:r>
            <a:r>
              <a:rPr lang="en-US" dirty="0" err="1">
                <a:solidFill>
                  <a:srgbClr val="FF0000"/>
                </a:solidFill>
              </a:rPr>
              <a:t>isFound</a:t>
            </a:r>
            <a:r>
              <a:rPr lang="en-US" dirty="0">
                <a:solidFill>
                  <a:srgbClr val="FF0000"/>
                </a:solidFill>
              </a:rPr>
              <a:t>) {  cout &lt;&lt; "\</a:t>
            </a:r>
            <a:r>
              <a:rPr lang="en-US" dirty="0" err="1">
                <a:solidFill>
                  <a:srgbClr val="FF0000"/>
                </a:solidFill>
              </a:rPr>
              <a:t>nValue</a:t>
            </a:r>
            <a:r>
              <a:rPr lang="en-US" dirty="0">
                <a:solidFill>
                  <a:srgbClr val="FF0000"/>
                </a:solidFill>
              </a:rPr>
              <a:t> not present\n";   return;    }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if (head == tail &amp;&amp; head-&gt;data ==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val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) {delete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head;head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=tail=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nullptr;return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;}</a:t>
            </a:r>
          </a:p>
          <a:p>
            <a:r>
              <a:rPr lang="en-US" dirty="0"/>
              <a:t>    // Case 2: Deleting the Head Node</a:t>
            </a:r>
          </a:p>
          <a:p>
            <a:r>
              <a:rPr lang="en-US" b="1" dirty="0"/>
              <a:t>   if (</a:t>
            </a:r>
            <a:r>
              <a:rPr lang="en-US" b="1" dirty="0" err="1"/>
              <a:t>trNo</a:t>
            </a:r>
            <a:r>
              <a:rPr lang="en-US" b="1" dirty="0"/>
              <a:t> == head) {</a:t>
            </a:r>
          </a:p>
          <a:p>
            <a:r>
              <a:rPr lang="en-US" b="1" dirty="0"/>
              <a:t>        head = head-&gt;next;</a:t>
            </a:r>
          </a:p>
          <a:p>
            <a:r>
              <a:rPr lang="en-US" b="1" dirty="0"/>
              <a:t>        head -&gt; </a:t>
            </a:r>
            <a:r>
              <a:rPr lang="en-US" b="1" dirty="0" err="1"/>
              <a:t>prev</a:t>
            </a:r>
            <a:r>
              <a:rPr lang="en-US" b="1" dirty="0"/>
              <a:t>  =  circular  ?  tail  :  </a:t>
            </a:r>
            <a:r>
              <a:rPr lang="en-US" b="1" dirty="0" err="1"/>
              <a:t>nullptr</a:t>
            </a:r>
            <a:r>
              <a:rPr lang="en-US" b="1" dirty="0"/>
              <a:t> ;</a:t>
            </a:r>
          </a:p>
          <a:p>
            <a:r>
              <a:rPr lang="en-US" b="1" dirty="0"/>
              <a:t>        if (circular) tail-&gt;next = head;</a:t>
            </a:r>
          </a:p>
          <a:p>
            <a:r>
              <a:rPr lang="en-US" b="1" dirty="0"/>
              <a:t>    }</a:t>
            </a:r>
          </a:p>
          <a:p>
            <a:r>
              <a:rPr lang="en-US" dirty="0"/>
              <a:t>// Case 3: Deleting Tail Node: </a:t>
            </a:r>
            <a:r>
              <a:rPr lang="en-US" b="1" dirty="0"/>
              <a:t>else if (</a:t>
            </a:r>
            <a:r>
              <a:rPr lang="en-US" b="1" dirty="0" err="1"/>
              <a:t>trNo</a:t>
            </a:r>
            <a:r>
              <a:rPr lang="en-US" b="1" dirty="0"/>
              <a:t> == tail) { }</a:t>
            </a:r>
          </a:p>
          <a:p>
            <a:r>
              <a:rPr lang="en-US" dirty="0"/>
              <a:t>// Case 4: Deleting an Intermediate Node</a:t>
            </a:r>
            <a:r>
              <a:rPr lang="en-US" b="1" dirty="0"/>
              <a:t>: else { }</a:t>
            </a:r>
          </a:p>
          <a:p>
            <a:r>
              <a:rPr lang="en-US" b="1" dirty="0"/>
              <a:t>    delete </a:t>
            </a:r>
            <a:r>
              <a:rPr lang="en-US" b="1" dirty="0" err="1"/>
              <a:t>trNo</a:t>
            </a:r>
            <a:r>
              <a:rPr lang="en-US" b="1" dirty="0"/>
              <a:t>;</a:t>
            </a:r>
          </a:p>
          <a:p>
            <a:r>
              <a:rPr lang="en-US" b="1" dirty="0"/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C5C2DB-D878-A350-F483-F86B59DC281C}"/>
              </a:ext>
            </a:extLst>
          </p:cNvPr>
          <p:cNvGrpSpPr/>
          <p:nvPr/>
        </p:nvGrpSpPr>
        <p:grpSpPr>
          <a:xfrm>
            <a:off x="7835275" y="33655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BF2B2D6-E2A8-C2A3-9A66-9A5D0382B4B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75A904D-E4D9-BE45-34B9-6917643D1C6E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C14AF-40C7-3466-17CC-EAC336688DEF}"/>
              </a:ext>
            </a:extLst>
          </p:cNvPr>
          <p:cNvGrpSpPr/>
          <p:nvPr/>
        </p:nvGrpSpPr>
        <p:grpSpPr>
          <a:xfrm>
            <a:off x="8114238" y="85801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78BC64C-FD2C-80F7-1DE4-6D375CF6E60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394F5448-CDF0-4F41-697A-F1B50726C72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9CBA52-0CEA-7B04-95FC-9A123453E378}"/>
              </a:ext>
            </a:extLst>
          </p:cNvPr>
          <p:cNvGrpSpPr/>
          <p:nvPr/>
        </p:nvGrpSpPr>
        <p:grpSpPr>
          <a:xfrm>
            <a:off x="7916908" y="403298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6F8490B-A04F-D075-6307-47D1A7D4CC6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48952434-9642-B74C-93E9-2AC8E71AB537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9D6355-058A-CF63-779A-2EF58A5DE8AF}"/>
              </a:ext>
            </a:extLst>
          </p:cNvPr>
          <p:cNvGrpSpPr/>
          <p:nvPr/>
        </p:nvGrpSpPr>
        <p:grpSpPr>
          <a:xfrm>
            <a:off x="7950726" y="457254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1AD82D7-60BF-51D7-8FA0-12F4EEC3632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87C0FE3F-5978-6B7A-114A-97F8EE58302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C5C7A41-8F43-E48E-9C01-8A4843A6B7B0}"/>
              </a:ext>
            </a:extLst>
          </p:cNvPr>
          <p:cNvGrpSpPr/>
          <p:nvPr/>
        </p:nvGrpSpPr>
        <p:grpSpPr>
          <a:xfrm>
            <a:off x="7252944" y="1419523"/>
            <a:ext cx="4746183" cy="915245"/>
            <a:chOff x="411300" y="2304142"/>
            <a:chExt cx="4746183" cy="91524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DD3C5C5-A543-82D4-818B-9E0A6C3E694A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753FE61E-CE0A-7A8A-A7DE-93735EB3A299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8AE0DEA-36A7-6276-6129-5FFB9EBE04F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77B52A3C-1511-788C-3C5A-0BAA1CC2129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: Rounded Corners 4">
                  <a:extLst>
                    <a:ext uri="{FF2B5EF4-FFF2-40B4-BE49-F238E27FC236}">
                      <a16:creationId xmlns:a16="http://schemas.microsoft.com/office/drawing/2014/main" id="{4C178340-CC65-4A3E-0338-813C5A6DB282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F9D9205-CECD-849D-5E33-7411637B4768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BA87D72D-6ED9-6315-A7F4-40F68B1A442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: Rounded Corners 4">
                  <a:extLst>
                    <a:ext uri="{FF2B5EF4-FFF2-40B4-BE49-F238E27FC236}">
                      <a16:creationId xmlns:a16="http://schemas.microsoft.com/office/drawing/2014/main" id="{AE645041-FEEA-9304-7A1F-D81276149F8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4EF0B4-A33B-ED6C-7796-EC2154CA48FE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8E58234E-08B2-D037-1BB0-D56622E6E24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: Rounded Corners 4">
                  <a:extLst>
                    <a:ext uri="{FF2B5EF4-FFF2-40B4-BE49-F238E27FC236}">
                      <a16:creationId xmlns:a16="http://schemas.microsoft.com/office/drawing/2014/main" id="{4BA5CDF4-F583-FBBB-2ECF-352639FDFE18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7A306A3-9FC1-0E96-2DF7-716AD59A8227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D5B0E4BC-22D9-092F-B7E2-85F2469E2049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2" name="Rectangle: Rounded Corners 4">
                <a:extLst>
                  <a:ext uri="{FF2B5EF4-FFF2-40B4-BE49-F238E27FC236}">
                    <a16:creationId xmlns:a16="http://schemas.microsoft.com/office/drawing/2014/main" id="{A75762E2-1B07-CB5A-FA8B-8DAB244B351A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041F9F-4739-2F27-92BF-F8B8D0CEEDB5}"/>
              </a:ext>
            </a:extLst>
          </p:cNvPr>
          <p:cNvGrpSpPr/>
          <p:nvPr/>
        </p:nvGrpSpPr>
        <p:grpSpPr>
          <a:xfrm>
            <a:off x="9683659" y="1846195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81FC5CE-474F-4CCF-2E9B-713032D7705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465D4D96-FAE5-B3A7-3C0F-FC4C08ABE39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8FAEF1-827E-B5DA-E9E4-0D5A31F2BA4B}"/>
              </a:ext>
            </a:extLst>
          </p:cNvPr>
          <p:cNvGrpSpPr/>
          <p:nvPr/>
        </p:nvGrpSpPr>
        <p:grpSpPr>
          <a:xfrm>
            <a:off x="7949999" y="1856392"/>
            <a:ext cx="103647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AD645C0-F1FE-C61A-E0C6-79722240DF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1038BC92-EC41-45E6-834C-74CDCB247F5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B80D34D-DBCB-4B4F-A037-A91D7BAE4A43}"/>
              </a:ext>
            </a:extLst>
          </p:cNvPr>
          <p:cNvGrpSpPr/>
          <p:nvPr/>
        </p:nvGrpSpPr>
        <p:grpSpPr>
          <a:xfrm>
            <a:off x="10973728" y="1859465"/>
            <a:ext cx="104383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BE80248-7A1D-24F7-931B-DAC3C76F4BF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1" name="Rectangle: Rounded Corners 4">
              <a:extLst>
                <a:ext uri="{FF2B5EF4-FFF2-40B4-BE49-F238E27FC236}">
                  <a16:creationId xmlns:a16="http://schemas.microsoft.com/office/drawing/2014/main" id="{E441DEBC-11B3-4960-93CB-6FB47F1E9CA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80207FD-F3D6-B9A4-F4CF-899358E68292}"/>
              </a:ext>
            </a:extLst>
          </p:cNvPr>
          <p:cNvGrpSpPr/>
          <p:nvPr/>
        </p:nvGrpSpPr>
        <p:grpSpPr>
          <a:xfrm>
            <a:off x="7260486" y="2423466"/>
            <a:ext cx="4746183" cy="898838"/>
            <a:chOff x="411300" y="2320549"/>
            <a:chExt cx="4746183" cy="898838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651958B-DC53-34F3-A54E-4FBD30007E45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B39103C6-7ECB-97DD-A080-A13DE7B55139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A368682-B328-B70B-4A83-06633B0567C8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61" name="Rectangle: Rounded Corners 60">
                  <a:extLst>
                    <a:ext uri="{FF2B5EF4-FFF2-40B4-BE49-F238E27FC236}">
                      <a16:creationId xmlns:a16="http://schemas.microsoft.com/office/drawing/2014/main" id="{BB1A5F48-08DE-39B3-E92A-3D670C15CB1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Rectangle: Rounded Corners 4">
                  <a:extLst>
                    <a:ext uri="{FF2B5EF4-FFF2-40B4-BE49-F238E27FC236}">
                      <a16:creationId xmlns:a16="http://schemas.microsoft.com/office/drawing/2014/main" id="{26379955-CCB3-C71D-9D8A-EEF3172E26B2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F43B0AC-991E-1D37-48DA-AFC50A05357F}"/>
                  </a:ext>
                </a:extLst>
              </p:cNvPr>
              <p:cNvGrpSpPr/>
              <p:nvPr/>
            </p:nvGrpSpPr>
            <p:grpSpPr>
              <a:xfrm>
                <a:off x="3440744" y="2736531"/>
                <a:ext cx="1544541" cy="371558"/>
                <a:chOff x="1121745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9" name="Rectangle: Rounded Corners 58">
                  <a:extLst>
                    <a:ext uri="{FF2B5EF4-FFF2-40B4-BE49-F238E27FC236}">
                      <a16:creationId xmlns:a16="http://schemas.microsoft.com/office/drawing/2014/main" id="{49B9015E-F70A-4A43-63B9-AFC8C1EE2445}"/>
                    </a:ext>
                  </a:extLst>
                </p:cNvPr>
                <p:cNvSpPr/>
                <p:nvPr/>
              </p:nvSpPr>
              <p:spPr>
                <a:xfrm>
                  <a:off x="1121745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: Rounded Corners 4">
                  <a:extLst>
                    <a:ext uri="{FF2B5EF4-FFF2-40B4-BE49-F238E27FC236}">
                      <a16:creationId xmlns:a16="http://schemas.microsoft.com/office/drawing/2014/main" id="{9B609CE0-A372-B7A9-DF3D-0A4CEF2C5648}"/>
                    </a:ext>
                  </a:extLst>
                </p:cNvPr>
                <p:cNvSpPr txBox="1"/>
                <p:nvPr/>
              </p:nvSpPr>
              <p:spPr>
                <a:xfrm>
                  <a:off x="1126673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4F9C4E2-6D6D-938F-E145-885A015904BA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60D95447-A550-72E4-F370-88E9889808E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Rectangle: Rounded Corners 4">
                  <a:extLst>
                    <a:ext uri="{FF2B5EF4-FFF2-40B4-BE49-F238E27FC236}">
                      <a16:creationId xmlns:a16="http://schemas.microsoft.com/office/drawing/2014/main" id="{B5D5E1D6-A8F9-1895-579C-B3A238C3378B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B3DBA5D6-2C48-ED85-CFAF-5969EBF4C61E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E7B963D2-6A3F-1E6C-43F5-A87E1B550C15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52" name="Rectangle: Rounded Corners 4">
                <a:extLst>
                  <a:ext uri="{FF2B5EF4-FFF2-40B4-BE49-F238E27FC236}">
                    <a16:creationId xmlns:a16="http://schemas.microsoft.com/office/drawing/2014/main" id="{39E69FA2-E35F-5B84-605B-B9A292CA99E9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21814F5-2ADB-28E3-6040-9730561032BB}"/>
              </a:ext>
            </a:extLst>
          </p:cNvPr>
          <p:cNvGrpSpPr/>
          <p:nvPr/>
        </p:nvGrpSpPr>
        <p:grpSpPr>
          <a:xfrm>
            <a:off x="9664065" y="284712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80A828F-3E64-F494-3464-C321F8C8DD4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31F2319E-D40F-CBCC-1D7E-412ACA99F9F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36F9573-A5CB-C0E9-26EF-C69A6E991814}"/>
              </a:ext>
            </a:extLst>
          </p:cNvPr>
          <p:cNvGrpSpPr/>
          <p:nvPr/>
        </p:nvGrpSpPr>
        <p:grpSpPr>
          <a:xfrm>
            <a:off x="10926976" y="2851343"/>
            <a:ext cx="103344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E3FCDE82-7CCF-D4CE-D3FE-817C867ED97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1" name="Rectangle: Rounded Corners 4">
              <a:extLst>
                <a:ext uri="{FF2B5EF4-FFF2-40B4-BE49-F238E27FC236}">
                  <a16:creationId xmlns:a16="http://schemas.microsoft.com/office/drawing/2014/main" id="{9FA16F68-80B8-E89A-B234-3196A14596B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E28018B-F3B2-5840-0F09-0EA4EB2320AE}"/>
              </a:ext>
            </a:extLst>
          </p:cNvPr>
          <p:cNvGrpSpPr/>
          <p:nvPr/>
        </p:nvGrpSpPr>
        <p:grpSpPr>
          <a:xfrm>
            <a:off x="7965669" y="284775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5775510-6982-9097-348E-27333A7E337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4" name="Rectangle: Rounded Corners 4">
              <a:extLst>
                <a:ext uri="{FF2B5EF4-FFF2-40B4-BE49-F238E27FC236}">
                  <a16:creationId xmlns:a16="http://schemas.microsoft.com/office/drawing/2014/main" id="{FA4E6BA6-0BC0-C587-9327-5E7DEB1AAF3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464F446-C5A6-2EC7-BB0C-5E3B69A401D4}"/>
              </a:ext>
            </a:extLst>
          </p:cNvPr>
          <p:cNvGrpSpPr/>
          <p:nvPr/>
        </p:nvGrpSpPr>
        <p:grpSpPr>
          <a:xfrm>
            <a:off x="5258528" y="1808932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D0131C1-5D80-C7C1-D5DF-25AE898384D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7B3C274F-338D-33D8-51E2-B14B3C2426CA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B1BE713-0870-B87B-6B00-56DC4DD2BE76}"/>
              </a:ext>
            </a:extLst>
          </p:cNvPr>
          <p:cNvGrpSpPr/>
          <p:nvPr/>
        </p:nvGrpSpPr>
        <p:grpSpPr>
          <a:xfrm>
            <a:off x="5461055" y="210052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6DFEE61A-E25E-2AE4-4C1C-839E15B1859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8C1DCD8F-E4E0-7BCE-CA46-67A1C7A885F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54D03343-8446-9FB5-AAEF-2A0C2E8311BE}"/>
              </a:ext>
            </a:extLst>
          </p:cNvPr>
          <p:cNvSpPr/>
          <p:nvPr/>
        </p:nvSpPr>
        <p:spPr>
          <a:xfrm>
            <a:off x="4935957" y="1041370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6E1C878-7F79-ECC4-0DDE-3E7E233099C7}"/>
              </a:ext>
            </a:extLst>
          </p:cNvPr>
          <p:cNvSpPr/>
          <p:nvPr/>
        </p:nvSpPr>
        <p:spPr>
          <a:xfrm>
            <a:off x="6227668" y="1046819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2EA4A29-877C-E051-DE87-ADA7AA134572}"/>
              </a:ext>
            </a:extLst>
          </p:cNvPr>
          <p:cNvSpPr/>
          <p:nvPr/>
        </p:nvSpPr>
        <p:spPr>
          <a:xfrm>
            <a:off x="5001534" y="1376412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A1119D2-36F9-891C-11A8-F63F71753EED}"/>
              </a:ext>
            </a:extLst>
          </p:cNvPr>
          <p:cNvSpPr/>
          <p:nvPr/>
        </p:nvSpPr>
        <p:spPr>
          <a:xfrm>
            <a:off x="6214639" y="1373140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494E090-B426-1539-239B-4868A714D7D4}"/>
              </a:ext>
            </a:extLst>
          </p:cNvPr>
          <p:cNvGrpSpPr/>
          <p:nvPr/>
        </p:nvGrpSpPr>
        <p:grpSpPr>
          <a:xfrm>
            <a:off x="6316231" y="408206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F04AF0C9-BAA7-572C-56D9-C01AE77A7BE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A506CE36-D25F-4E30-1DA9-EFA79E36B9B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kern="0" dirty="0">
                  <a:solidFill>
                    <a:srgbClr val="FFFFFF"/>
                  </a:solidFill>
                  <a:latin typeface="Franklin Gothic Book"/>
                </a:rPr>
                <a:t>11</a:t>
              </a:r>
              <a:endPara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95" name="Rectangle 94">
            <a:extLst>
              <a:ext uri="{FF2B5EF4-FFF2-40B4-BE49-F238E27FC236}">
                <a16:creationId xmlns:a16="http://schemas.microsoft.com/office/drawing/2014/main" id="{4DA94F64-34BC-6899-5BA1-21261DD1C4C5}"/>
              </a:ext>
            </a:extLst>
          </p:cNvPr>
          <p:cNvSpPr/>
          <p:nvPr/>
        </p:nvSpPr>
        <p:spPr>
          <a:xfrm>
            <a:off x="6228294" y="105372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AA1C293-3F4D-8576-821C-0017CA4C2055}"/>
              </a:ext>
            </a:extLst>
          </p:cNvPr>
          <p:cNvGrpSpPr/>
          <p:nvPr/>
        </p:nvGrpSpPr>
        <p:grpSpPr>
          <a:xfrm>
            <a:off x="8111957" y="85652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CF85557C-2295-A085-0CD9-56BDD3C195F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A29E3955-3A3D-D9F7-95B8-9C0526FC0E6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6BCA0F0-BC88-40B5-6355-546A8BE5DF91}"/>
              </a:ext>
            </a:extLst>
          </p:cNvPr>
          <p:cNvGrpSpPr/>
          <p:nvPr/>
        </p:nvGrpSpPr>
        <p:grpSpPr>
          <a:xfrm>
            <a:off x="7918835" y="2863173"/>
            <a:ext cx="117080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16A06D13-CA77-E787-8D8D-5F65D44A29A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1" name="Rectangle: Rounded Corners 4">
              <a:extLst>
                <a:ext uri="{FF2B5EF4-FFF2-40B4-BE49-F238E27FC236}">
                  <a16:creationId xmlns:a16="http://schemas.microsoft.com/office/drawing/2014/main" id="{0F9D9274-01AB-6FD6-ABAA-407AADBE83F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6CF7598-2EFF-95C4-938E-C984C8E3C090}"/>
              </a:ext>
            </a:extLst>
          </p:cNvPr>
          <p:cNvGrpSpPr/>
          <p:nvPr/>
        </p:nvGrpSpPr>
        <p:grpSpPr>
          <a:xfrm>
            <a:off x="10946019" y="2883296"/>
            <a:ext cx="117080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F81D4AD-3683-6A48-2F65-09A2B219647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7DFA5F8D-BDDB-6467-2F74-07468A3EA8C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68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2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25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 animBg="1"/>
      <p:bldP spid="90" grpId="0" animBg="1"/>
      <p:bldP spid="9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46B768-CE21-539C-DC6E-9A5B57F8439F}"/>
              </a:ext>
            </a:extLst>
          </p:cNvPr>
          <p:cNvSpPr txBox="1"/>
          <p:nvPr/>
        </p:nvSpPr>
        <p:spPr>
          <a:xfrm>
            <a:off x="79219" y="454253"/>
            <a:ext cx="649019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() {</a:t>
            </a:r>
          </a:p>
          <a:p>
            <a:r>
              <a:rPr lang="en-US" dirty="0"/>
              <a:t>if (!head) {cout &lt;&lt; "\n List is empty.\n"; return; }</a:t>
            </a:r>
          </a:p>
          <a:p>
            <a:r>
              <a:rPr lang="en-US" b="1" dirty="0"/>
              <a:t>cout &lt;&lt; "\</a:t>
            </a:r>
            <a:r>
              <a:rPr lang="en-US" b="1" dirty="0" err="1"/>
              <a:t>nEnter</a:t>
            </a:r>
            <a:r>
              <a:rPr lang="en-US" b="1" dirty="0"/>
              <a:t> the value of the node you wish to delete: ";</a:t>
            </a:r>
          </a:p>
          <a:p>
            <a:r>
              <a:rPr lang="en-US" b="1" dirty="0" err="1"/>
              <a:t>cin</a:t>
            </a:r>
            <a:r>
              <a:rPr lang="en-US" b="1" dirty="0"/>
              <a:t>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Node* </a:t>
            </a:r>
            <a:r>
              <a:rPr lang="en-US" b="1" dirty="0" err="1"/>
              <a:t>trNo</a:t>
            </a:r>
            <a:r>
              <a:rPr lang="en-US" b="1" dirty="0"/>
              <a:t> = head;</a:t>
            </a:r>
          </a:p>
          <a:p>
            <a:r>
              <a:rPr lang="en-US" b="1" dirty="0"/>
              <a:t> bool </a:t>
            </a:r>
            <a:r>
              <a:rPr lang="en-US" b="1" dirty="0" err="1"/>
              <a:t>isFound</a:t>
            </a:r>
            <a:r>
              <a:rPr lang="en-US" b="1" dirty="0"/>
              <a:t> = false, circular = </a:t>
            </a:r>
            <a:r>
              <a:rPr lang="en-US" b="1" dirty="0" err="1"/>
              <a:t>isCircular</a:t>
            </a:r>
            <a:r>
              <a:rPr lang="en-US" b="1" dirty="0"/>
              <a:t>();</a:t>
            </a:r>
          </a:p>
          <a:p>
            <a:r>
              <a:rPr lang="en-US" b="1" dirty="0"/>
              <a:t>do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trNo</a:t>
            </a:r>
            <a:r>
              <a:rPr lang="en-US" b="1" dirty="0"/>
              <a:t>-&gt;data ==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  <a:r>
              <a:rPr lang="en-US" b="1" dirty="0" err="1"/>
              <a:t>isFound</a:t>
            </a:r>
            <a:r>
              <a:rPr lang="en-US" b="1" dirty="0"/>
              <a:t> = true;  break; }</a:t>
            </a:r>
          </a:p>
          <a:p>
            <a:r>
              <a:rPr lang="en-US" b="1" dirty="0"/>
              <a:t>        </a:t>
            </a:r>
            <a:r>
              <a:rPr lang="en-US" b="1" dirty="0" err="1"/>
              <a:t>trNo</a:t>
            </a:r>
            <a:r>
              <a:rPr lang="en-US" b="1" dirty="0"/>
              <a:t> = </a:t>
            </a:r>
            <a:r>
              <a:rPr lang="en-US" b="1" dirty="0" err="1"/>
              <a:t>trNo</a:t>
            </a:r>
            <a:r>
              <a:rPr lang="en-US" b="1" dirty="0"/>
              <a:t>-&gt;next;</a:t>
            </a:r>
          </a:p>
          <a:p>
            <a:r>
              <a:rPr lang="en-US" b="1" dirty="0"/>
              <a:t>    } while (   ( </a:t>
            </a:r>
            <a:r>
              <a:rPr lang="en-US" b="1" dirty="0" err="1"/>
              <a:t>trNo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)      &amp;&amp; </a:t>
            </a:r>
          </a:p>
          <a:p>
            <a:r>
              <a:rPr lang="en-US" b="1" dirty="0"/>
              <a:t>                         (  circular  ?   </a:t>
            </a:r>
            <a:r>
              <a:rPr lang="en-US" b="1" dirty="0" err="1"/>
              <a:t>trNo</a:t>
            </a:r>
            <a:r>
              <a:rPr lang="en-US" b="1" dirty="0"/>
              <a:t> != head  :  true  )    );</a:t>
            </a:r>
          </a:p>
          <a:p>
            <a:r>
              <a:rPr lang="en-US" dirty="0"/>
              <a:t>if (!</a:t>
            </a:r>
            <a:r>
              <a:rPr lang="en-US" dirty="0" err="1"/>
              <a:t>isFound</a:t>
            </a:r>
            <a:r>
              <a:rPr lang="en-US" dirty="0"/>
              <a:t>) { cout &lt;&lt; "\</a:t>
            </a:r>
            <a:r>
              <a:rPr lang="en-US" dirty="0" err="1"/>
              <a:t>nValue</a:t>
            </a:r>
            <a:r>
              <a:rPr lang="en-US" dirty="0"/>
              <a:t> not present\n";   return;    }</a:t>
            </a:r>
          </a:p>
          <a:p>
            <a:r>
              <a:rPr lang="en-US" dirty="0"/>
              <a:t>// Case 1: Single Node:  if (head == tail &amp;&amp; head-&gt;data == </a:t>
            </a:r>
            <a:r>
              <a:rPr lang="en-US" dirty="0" err="1"/>
              <a:t>val</a:t>
            </a:r>
            <a:r>
              <a:rPr lang="en-US" dirty="0"/>
              <a:t>) { }</a:t>
            </a:r>
          </a:p>
          <a:p>
            <a:r>
              <a:rPr lang="en-US" dirty="0"/>
              <a:t>// Case 2: Deleting the Head Node:    if (</a:t>
            </a:r>
            <a:r>
              <a:rPr lang="en-US" dirty="0" err="1"/>
              <a:t>trNo</a:t>
            </a:r>
            <a:r>
              <a:rPr lang="en-US" dirty="0"/>
              <a:t> == head) {   }</a:t>
            </a:r>
          </a:p>
          <a:p>
            <a:r>
              <a:rPr lang="en-US" dirty="0"/>
              <a:t>// Case 3: Deleting the Tail Node</a:t>
            </a:r>
          </a:p>
          <a:p>
            <a:r>
              <a:rPr lang="en-US" b="1" dirty="0"/>
              <a:t>    else if (</a:t>
            </a:r>
            <a:r>
              <a:rPr lang="en-US" b="1" dirty="0" err="1"/>
              <a:t>trNo</a:t>
            </a:r>
            <a:r>
              <a:rPr lang="en-US" b="1" dirty="0"/>
              <a:t> == tail) {</a:t>
            </a:r>
          </a:p>
          <a:p>
            <a:r>
              <a:rPr lang="en-US" b="1" dirty="0"/>
              <a:t>        tail = tail-&gt;</a:t>
            </a:r>
            <a:r>
              <a:rPr lang="en-US" b="1" dirty="0" err="1"/>
              <a:t>prev</a:t>
            </a:r>
            <a:r>
              <a:rPr lang="en-US" b="1" dirty="0"/>
              <a:t>;</a:t>
            </a:r>
          </a:p>
          <a:p>
            <a:r>
              <a:rPr lang="en-US" b="1" dirty="0"/>
              <a:t>        tail-&gt;next = circular ? head : </a:t>
            </a:r>
            <a:r>
              <a:rPr lang="en-US" b="1" dirty="0" err="1"/>
              <a:t>nullptr</a:t>
            </a:r>
            <a:r>
              <a:rPr lang="en-US" b="1" dirty="0"/>
              <a:t>;</a:t>
            </a:r>
          </a:p>
          <a:p>
            <a:r>
              <a:rPr lang="en-US" b="1" dirty="0"/>
              <a:t>        if (circular) head-&gt;</a:t>
            </a:r>
            <a:r>
              <a:rPr lang="en-US" b="1" dirty="0" err="1"/>
              <a:t>prev</a:t>
            </a:r>
            <a:r>
              <a:rPr lang="en-US" b="1" dirty="0"/>
              <a:t> = tail;</a:t>
            </a:r>
          </a:p>
          <a:p>
            <a:r>
              <a:rPr lang="en-US" b="1" dirty="0"/>
              <a:t>    }</a:t>
            </a:r>
          </a:p>
          <a:p>
            <a:r>
              <a:rPr lang="en-US" dirty="0"/>
              <a:t>    // Case 4: Deleting Intermediate Node:  </a:t>
            </a:r>
            <a:r>
              <a:rPr lang="en-US" b="1" dirty="0"/>
              <a:t>else { }</a:t>
            </a:r>
          </a:p>
          <a:p>
            <a:r>
              <a:rPr lang="en-US" dirty="0"/>
              <a:t>    </a:t>
            </a:r>
            <a:r>
              <a:rPr lang="en-US" b="1" dirty="0"/>
              <a:t>delete </a:t>
            </a:r>
            <a:r>
              <a:rPr lang="en-US" b="1" dirty="0" err="1"/>
              <a:t>trNo</a:t>
            </a:r>
            <a:r>
              <a:rPr lang="en-US" b="1" dirty="0"/>
              <a:t>;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9B10F4-D45E-2EC0-BC28-0C89DCB4355C}"/>
              </a:ext>
            </a:extLst>
          </p:cNvPr>
          <p:cNvGrpSpPr/>
          <p:nvPr/>
        </p:nvGrpSpPr>
        <p:grpSpPr>
          <a:xfrm>
            <a:off x="7835275" y="33655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8667F76-8466-FF80-138B-4E71AFE764A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2B9BFFDB-E31F-1BB4-3C43-BC3FD27EE6D5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799D240-97FF-1DDC-5E6A-034ECBC9831E}"/>
              </a:ext>
            </a:extLst>
          </p:cNvPr>
          <p:cNvGrpSpPr/>
          <p:nvPr/>
        </p:nvGrpSpPr>
        <p:grpSpPr>
          <a:xfrm>
            <a:off x="8114238" y="85801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553B7F9-F766-B292-8F91-EDABEB6AD62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EE183B89-DF79-2EE3-BA56-FDA6D7B78EE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5095FE-2854-5178-8611-14663A5677A2}"/>
              </a:ext>
            </a:extLst>
          </p:cNvPr>
          <p:cNvGrpSpPr/>
          <p:nvPr/>
        </p:nvGrpSpPr>
        <p:grpSpPr>
          <a:xfrm>
            <a:off x="7527617" y="425026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ACF7339-41A2-DBA4-19FC-2F9385797EB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5D938F2F-103F-5C2A-1EF4-FADD81A6AC92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D5C2EC-9CBD-7A56-9775-013994CA59F7}"/>
              </a:ext>
            </a:extLst>
          </p:cNvPr>
          <p:cNvGrpSpPr/>
          <p:nvPr/>
        </p:nvGrpSpPr>
        <p:grpSpPr>
          <a:xfrm>
            <a:off x="7561435" y="478982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3BFBBEE-7995-6232-EBAF-ED4D6F67598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DE0C0B9A-9668-F758-1C1B-DCAC5299E16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481806-468A-0587-6CF5-B75D19A5040B}"/>
              </a:ext>
            </a:extLst>
          </p:cNvPr>
          <p:cNvGrpSpPr/>
          <p:nvPr/>
        </p:nvGrpSpPr>
        <p:grpSpPr>
          <a:xfrm>
            <a:off x="7252944" y="1419523"/>
            <a:ext cx="4746183" cy="915245"/>
            <a:chOff x="411300" y="2304142"/>
            <a:chExt cx="4746183" cy="91524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EBDC01B-EFC0-A13A-4FA6-0221AD875B5B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EA00358-09A8-6775-1158-57E1588A69A0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CAF7BD8-A70B-0BCF-9C99-70B98C6A290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BA2C453B-756E-BDE0-4E4C-21CE3EB624B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: Rounded Corners 4">
                  <a:extLst>
                    <a:ext uri="{FF2B5EF4-FFF2-40B4-BE49-F238E27FC236}">
                      <a16:creationId xmlns:a16="http://schemas.microsoft.com/office/drawing/2014/main" id="{565CC1B1-858A-7355-0222-9BA12E315084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F72C25F-AEEC-2EC1-4D6F-36FCF21A8E6C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66147D3D-F0B1-7267-FA4D-1435939B2C1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: Rounded Corners 4">
                  <a:extLst>
                    <a:ext uri="{FF2B5EF4-FFF2-40B4-BE49-F238E27FC236}">
                      <a16:creationId xmlns:a16="http://schemas.microsoft.com/office/drawing/2014/main" id="{73F0A1EA-3503-5053-1C2C-F7CACD0BEC1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7C81FCC-9EA2-AE52-BF9F-C3E8802AE257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0DE3AA31-B030-EC3A-C0FE-42E83E6D4F9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: Rounded Corners 4">
                  <a:extLst>
                    <a:ext uri="{FF2B5EF4-FFF2-40B4-BE49-F238E27FC236}">
                      <a16:creationId xmlns:a16="http://schemas.microsoft.com/office/drawing/2014/main" id="{C6F4759E-8632-D76C-E0F3-BBB22EE4FC1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4A6822-A846-206E-EABB-D6AC61FFAFED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1565C10-C41D-7989-B06A-F6ACCB617B5C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9" name="Rectangle: Rounded Corners 4">
                <a:extLst>
                  <a:ext uri="{FF2B5EF4-FFF2-40B4-BE49-F238E27FC236}">
                    <a16:creationId xmlns:a16="http://schemas.microsoft.com/office/drawing/2014/main" id="{31F356A2-6D45-6D2F-8EEE-05BFCEA2CD5B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05E5AC4-9F4B-5DB4-28A8-8D73614207A5}"/>
              </a:ext>
            </a:extLst>
          </p:cNvPr>
          <p:cNvGrpSpPr/>
          <p:nvPr/>
        </p:nvGrpSpPr>
        <p:grpSpPr>
          <a:xfrm>
            <a:off x="9683659" y="1846195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C33C184-9F37-BCB1-9DA2-CCAC9E55778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D5E900BD-49C6-3826-59E7-5FA5D61FEB4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64A08C-38FE-05FF-5882-CEF9AB021AF7}"/>
              </a:ext>
            </a:extLst>
          </p:cNvPr>
          <p:cNvGrpSpPr/>
          <p:nvPr/>
        </p:nvGrpSpPr>
        <p:grpSpPr>
          <a:xfrm>
            <a:off x="7986212" y="183828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9019C497-C15F-922E-1C9C-EB9F969665F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D465337A-1740-42FD-2F40-473D5910A12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B6CCD9-BD75-46AB-D8D0-9471A9849757}"/>
              </a:ext>
            </a:extLst>
          </p:cNvPr>
          <p:cNvGrpSpPr/>
          <p:nvPr/>
        </p:nvGrpSpPr>
        <p:grpSpPr>
          <a:xfrm>
            <a:off x="10973728" y="1859465"/>
            <a:ext cx="104383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978366E-B994-2F86-C39E-A2DCC5D6964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1CC959B4-0760-2BD1-D92C-D7C4437A07F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40309F-2A33-0AF3-CE76-7330BF272E42}"/>
              </a:ext>
            </a:extLst>
          </p:cNvPr>
          <p:cNvGrpSpPr/>
          <p:nvPr/>
        </p:nvGrpSpPr>
        <p:grpSpPr>
          <a:xfrm>
            <a:off x="7260486" y="2423466"/>
            <a:ext cx="4746183" cy="898838"/>
            <a:chOff x="411300" y="2320549"/>
            <a:chExt cx="4746183" cy="89883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2EC5161-F46D-F27F-CC94-7B9B0F7113DF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BDCCAC59-F3F2-391F-B0AC-A3310B1FDC6B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352B2515-E8AA-24AE-42BC-668C46E3C5D2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E622B045-7D51-4DEA-4A1C-19EFAEE9776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CD10F27C-4F11-C440-05EA-C722041DF55C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8A7ED113-7BCC-BAE7-9DBB-D1AA422BABC6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B355FB6D-3BAC-2885-F661-E5A136E556F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: Rounded Corners 4">
                  <a:extLst>
                    <a:ext uri="{FF2B5EF4-FFF2-40B4-BE49-F238E27FC236}">
                      <a16:creationId xmlns:a16="http://schemas.microsoft.com/office/drawing/2014/main" id="{BD96F0C5-02FF-F01B-6AD1-E4D027D159B4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FE23E7EF-A097-EB7C-14B9-DFBD38E9DE0B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B23775E9-6602-572C-8601-D0AC3BC8089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">
                  <a:extLst>
                    <a:ext uri="{FF2B5EF4-FFF2-40B4-BE49-F238E27FC236}">
                      <a16:creationId xmlns:a16="http://schemas.microsoft.com/office/drawing/2014/main" id="{3E23FD6F-8BC3-D3F2-2BCA-718FF4E8FA33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425C4ED-02FC-F9D6-3FDC-5F65F8D3B7CD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699E3D7E-33E2-F579-BD4C-3857FA2024D2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3" name="Rectangle: Rounded Corners 4">
                <a:extLst>
                  <a:ext uri="{FF2B5EF4-FFF2-40B4-BE49-F238E27FC236}">
                    <a16:creationId xmlns:a16="http://schemas.microsoft.com/office/drawing/2014/main" id="{71F8D8B2-E5F9-4169-1C5B-3AF169082695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5656E32-6CA5-63E0-F4BE-C42689169408}"/>
              </a:ext>
            </a:extLst>
          </p:cNvPr>
          <p:cNvGrpSpPr/>
          <p:nvPr/>
        </p:nvGrpSpPr>
        <p:grpSpPr>
          <a:xfrm>
            <a:off x="9709330" y="284712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DE1D3A3-94C2-E497-590C-B3327A9C1D1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24B283ED-676E-3AA6-F210-F7EA273C09D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623FBB6-2E44-D365-956F-E399980FB249}"/>
              </a:ext>
            </a:extLst>
          </p:cNvPr>
          <p:cNvGrpSpPr/>
          <p:nvPr/>
        </p:nvGrpSpPr>
        <p:grpSpPr>
          <a:xfrm>
            <a:off x="11026559" y="2851343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507E231-0F63-8199-EDEA-C0952FD93F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BDD64B77-E9C6-5570-A41B-E6B5A5416F3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05C7715-2AFF-F887-8B93-9EC7EAEDA27E}"/>
              </a:ext>
            </a:extLst>
          </p:cNvPr>
          <p:cNvGrpSpPr/>
          <p:nvPr/>
        </p:nvGrpSpPr>
        <p:grpSpPr>
          <a:xfrm>
            <a:off x="7965669" y="284775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6D113B2F-CBED-1DE4-76D1-64A15424584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F86F14FA-33DF-B819-0835-82E0CA336EA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8EDEA70-A302-4B0E-6E3A-85BD3C2F0F93}"/>
              </a:ext>
            </a:extLst>
          </p:cNvPr>
          <p:cNvGrpSpPr/>
          <p:nvPr/>
        </p:nvGrpSpPr>
        <p:grpSpPr>
          <a:xfrm>
            <a:off x="5162274" y="2037532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70F99420-3F94-3AEB-1FD3-7022E45091E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7BD145FA-EDF5-6F6A-E58A-D9731836FB64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70DC3C-153E-845B-60EB-B69FE16B7FD6}"/>
              </a:ext>
            </a:extLst>
          </p:cNvPr>
          <p:cNvGrpSpPr/>
          <p:nvPr/>
        </p:nvGrpSpPr>
        <p:grpSpPr>
          <a:xfrm>
            <a:off x="5364801" y="232912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F8573B8B-448E-3AAD-0BC7-0AED67F8245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8" name="Rectangle: Rounded Corners 4">
              <a:extLst>
                <a:ext uri="{FF2B5EF4-FFF2-40B4-BE49-F238E27FC236}">
                  <a16:creationId xmlns:a16="http://schemas.microsoft.com/office/drawing/2014/main" id="{957EA7A0-CA87-8E23-C90B-951A00E039C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7D3EEF55-9991-EE50-19D3-B5D2F169EF72}"/>
              </a:ext>
            </a:extLst>
          </p:cNvPr>
          <p:cNvSpPr/>
          <p:nvPr/>
        </p:nvSpPr>
        <p:spPr>
          <a:xfrm>
            <a:off x="4935957" y="319474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7B7B607-8CB9-E550-4429-547F748C4F22}"/>
              </a:ext>
            </a:extLst>
          </p:cNvPr>
          <p:cNvSpPr/>
          <p:nvPr/>
        </p:nvSpPr>
        <p:spPr>
          <a:xfrm>
            <a:off x="6227668" y="32492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E363640-872E-6555-8E4F-5F8D5D0A05CE}"/>
              </a:ext>
            </a:extLst>
          </p:cNvPr>
          <p:cNvSpPr/>
          <p:nvPr/>
        </p:nvSpPr>
        <p:spPr>
          <a:xfrm>
            <a:off x="5001534" y="654516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E7BC7B3-8751-18CD-02F7-D1C16B86336A}"/>
              </a:ext>
            </a:extLst>
          </p:cNvPr>
          <p:cNvSpPr/>
          <p:nvPr/>
        </p:nvSpPr>
        <p:spPr>
          <a:xfrm>
            <a:off x="6214639" y="651244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noProof="0" dirty="0">
                <a:solidFill>
                  <a:srgbClr val="000000"/>
                </a:solidFill>
                <a:latin typeface="Franklin Gothic Book"/>
              </a:rPr>
              <a:t>false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FC34F97-6085-87C5-8CAE-64CC13BD7A69}"/>
              </a:ext>
            </a:extLst>
          </p:cNvPr>
          <p:cNvGrpSpPr/>
          <p:nvPr/>
        </p:nvGrpSpPr>
        <p:grpSpPr>
          <a:xfrm>
            <a:off x="2511000" y="1307646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0F610F34-01B7-1856-5E84-319FA53ADFC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8FFE6DFF-F09E-8F7A-C9B3-1D8A0560E2B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3EAF976-1D87-A1F1-810F-EF4107BE3101}"/>
              </a:ext>
            </a:extLst>
          </p:cNvPr>
          <p:cNvGrpSpPr/>
          <p:nvPr/>
        </p:nvGrpSpPr>
        <p:grpSpPr>
          <a:xfrm>
            <a:off x="5374021" y="2335974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4C525224-02F0-5892-0F64-327B1CE49D6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5574550B-2500-D5AA-8773-C769B8CD854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CE27A1A-1B8E-0C3A-7C91-6E169C0E026C}"/>
              </a:ext>
            </a:extLst>
          </p:cNvPr>
          <p:cNvSpPr/>
          <p:nvPr/>
        </p:nvSpPr>
        <p:spPr>
          <a:xfrm>
            <a:off x="457201" y="2414182"/>
            <a:ext cx="2198811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8A3E75C2-E972-9351-D27B-6D218944E283}"/>
              </a:ext>
            </a:extLst>
          </p:cNvPr>
          <p:cNvSpPr/>
          <p:nvPr/>
        </p:nvSpPr>
        <p:spPr>
          <a:xfrm>
            <a:off x="2697129" y="2421313"/>
            <a:ext cx="1610330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49AACE-AC38-4E75-7F74-6EA856C4B37C}"/>
              </a:ext>
            </a:extLst>
          </p:cNvPr>
          <p:cNvSpPr/>
          <p:nvPr/>
        </p:nvSpPr>
        <p:spPr>
          <a:xfrm>
            <a:off x="6222443" y="310276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7980080-BC7F-CCA1-8A63-3C7384736ECC}"/>
              </a:ext>
            </a:extLst>
          </p:cNvPr>
          <p:cNvSpPr/>
          <p:nvPr/>
        </p:nvSpPr>
        <p:spPr>
          <a:xfrm>
            <a:off x="4305642" y="2430000"/>
            <a:ext cx="763089" cy="309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86A00CD-E9F9-F3E9-7D7B-7659B342ADC6}"/>
              </a:ext>
            </a:extLst>
          </p:cNvPr>
          <p:cNvGrpSpPr/>
          <p:nvPr/>
        </p:nvGrpSpPr>
        <p:grpSpPr>
          <a:xfrm>
            <a:off x="7547681" y="477678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C607834C-8DCF-D0BB-D8F8-55C9C5ADC48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3" name="Rectangle: Rounded Corners 4">
              <a:extLst>
                <a:ext uri="{FF2B5EF4-FFF2-40B4-BE49-F238E27FC236}">
                  <a16:creationId xmlns:a16="http://schemas.microsoft.com/office/drawing/2014/main" id="{13F37361-BC2D-ACC0-6B45-27679B4E667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33B899B-974E-FFDD-3B49-6044F01C1593}"/>
              </a:ext>
            </a:extLst>
          </p:cNvPr>
          <p:cNvGrpSpPr/>
          <p:nvPr/>
        </p:nvGrpSpPr>
        <p:grpSpPr>
          <a:xfrm>
            <a:off x="11026253" y="184619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181CBAC6-9004-72D0-800E-451F76B3294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6" name="Rectangle: Rounded Corners 4">
              <a:extLst>
                <a:ext uri="{FF2B5EF4-FFF2-40B4-BE49-F238E27FC236}">
                  <a16:creationId xmlns:a16="http://schemas.microsoft.com/office/drawing/2014/main" id="{EB6A7855-1A75-2070-05B9-648187B0F65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711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9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1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4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87" grpId="0" animBg="1"/>
      <p:bldP spid="87" grpId="1" animBg="1"/>
      <p:bldP spid="88" grpId="0" animBg="1"/>
      <p:bldP spid="88" grpId="1" animBg="1"/>
      <p:bldP spid="89" grpId="0" animBg="1"/>
      <p:bldP spid="90" grpId="0" animBg="1"/>
      <p:bldP spid="9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EF9E-4DD9-56F3-4E3F-85A71060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6FC168-F061-E861-4355-AD9B81FC449C}"/>
              </a:ext>
            </a:extLst>
          </p:cNvPr>
          <p:cNvSpPr txBox="1"/>
          <p:nvPr/>
        </p:nvSpPr>
        <p:spPr>
          <a:xfrm>
            <a:off x="79219" y="454253"/>
            <a:ext cx="649019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() {</a:t>
            </a:r>
          </a:p>
          <a:p>
            <a:r>
              <a:rPr lang="en-US" dirty="0"/>
              <a:t>if (!head) {cout &lt;&lt; "\n List is empty.\n"; return; }</a:t>
            </a:r>
          </a:p>
          <a:p>
            <a:r>
              <a:rPr lang="en-US" b="1" dirty="0"/>
              <a:t>cout &lt;&lt; "\</a:t>
            </a:r>
            <a:r>
              <a:rPr lang="en-US" b="1" dirty="0" err="1"/>
              <a:t>nEnter</a:t>
            </a:r>
            <a:r>
              <a:rPr lang="en-US" b="1" dirty="0"/>
              <a:t> the value of the node you wish to delete: ";</a:t>
            </a:r>
          </a:p>
          <a:p>
            <a:r>
              <a:rPr lang="en-US" b="1" dirty="0" err="1"/>
              <a:t>cin</a:t>
            </a:r>
            <a:r>
              <a:rPr lang="en-US" b="1" dirty="0"/>
              <a:t>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Node* </a:t>
            </a:r>
            <a:r>
              <a:rPr lang="en-US" b="1" dirty="0" err="1"/>
              <a:t>trNo</a:t>
            </a:r>
            <a:r>
              <a:rPr lang="en-US" b="1" dirty="0"/>
              <a:t> = head;</a:t>
            </a:r>
          </a:p>
          <a:p>
            <a:r>
              <a:rPr lang="en-US" b="1" dirty="0"/>
              <a:t> bool </a:t>
            </a:r>
            <a:r>
              <a:rPr lang="en-US" b="1" dirty="0" err="1"/>
              <a:t>isFound</a:t>
            </a:r>
            <a:r>
              <a:rPr lang="en-US" b="1" dirty="0"/>
              <a:t> = false, circular = </a:t>
            </a:r>
            <a:r>
              <a:rPr lang="en-US" b="1" dirty="0" err="1"/>
              <a:t>isCircular</a:t>
            </a:r>
            <a:r>
              <a:rPr lang="en-US" b="1" dirty="0"/>
              <a:t>();</a:t>
            </a:r>
          </a:p>
          <a:p>
            <a:r>
              <a:rPr lang="en-US" b="1" dirty="0"/>
              <a:t>do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trNo</a:t>
            </a:r>
            <a:r>
              <a:rPr lang="en-US" b="1" dirty="0"/>
              <a:t>-&gt;data ==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  <a:r>
              <a:rPr lang="en-US" b="1" dirty="0" err="1"/>
              <a:t>isFound</a:t>
            </a:r>
            <a:r>
              <a:rPr lang="en-US" b="1" dirty="0"/>
              <a:t> = true;  break; }</a:t>
            </a:r>
          </a:p>
          <a:p>
            <a:r>
              <a:rPr lang="en-US" b="1" dirty="0"/>
              <a:t>        </a:t>
            </a:r>
            <a:r>
              <a:rPr lang="en-US" b="1" dirty="0" err="1"/>
              <a:t>trNo</a:t>
            </a:r>
            <a:r>
              <a:rPr lang="en-US" b="1" dirty="0"/>
              <a:t> = </a:t>
            </a:r>
            <a:r>
              <a:rPr lang="en-US" b="1" dirty="0" err="1"/>
              <a:t>trNo</a:t>
            </a:r>
            <a:r>
              <a:rPr lang="en-US" b="1" dirty="0"/>
              <a:t>-&gt;next;</a:t>
            </a:r>
          </a:p>
          <a:p>
            <a:r>
              <a:rPr lang="en-US" b="1" dirty="0"/>
              <a:t>    } while (   ( </a:t>
            </a:r>
            <a:r>
              <a:rPr lang="en-US" b="1" dirty="0" err="1"/>
              <a:t>trNo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)      &amp;&amp; </a:t>
            </a:r>
          </a:p>
          <a:p>
            <a:r>
              <a:rPr lang="en-US" b="1" dirty="0"/>
              <a:t>                         (  circular  ?   </a:t>
            </a:r>
            <a:r>
              <a:rPr lang="en-US" b="1" dirty="0" err="1"/>
              <a:t>trNo</a:t>
            </a:r>
            <a:r>
              <a:rPr lang="en-US" b="1" dirty="0"/>
              <a:t> != head  :  true  )    );</a:t>
            </a:r>
          </a:p>
          <a:p>
            <a:r>
              <a:rPr lang="en-US" dirty="0"/>
              <a:t>if (!</a:t>
            </a:r>
            <a:r>
              <a:rPr lang="en-US" dirty="0" err="1"/>
              <a:t>isFound</a:t>
            </a:r>
            <a:r>
              <a:rPr lang="en-US" dirty="0"/>
              <a:t>) { cout &lt;&lt; "\</a:t>
            </a:r>
            <a:r>
              <a:rPr lang="en-US" dirty="0" err="1"/>
              <a:t>nValue</a:t>
            </a:r>
            <a:r>
              <a:rPr lang="en-US" dirty="0"/>
              <a:t> not present\n";   return;    }</a:t>
            </a:r>
          </a:p>
          <a:p>
            <a:r>
              <a:rPr lang="en-US" dirty="0"/>
              <a:t>// Case 1: Single Node:  if (head == tail &amp;&amp; head-&gt;data == </a:t>
            </a:r>
            <a:r>
              <a:rPr lang="en-US" dirty="0" err="1"/>
              <a:t>val</a:t>
            </a:r>
            <a:r>
              <a:rPr lang="en-US" dirty="0"/>
              <a:t>) { }</a:t>
            </a:r>
          </a:p>
          <a:p>
            <a:r>
              <a:rPr lang="en-US" dirty="0"/>
              <a:t>// Case 2: Deleting the Head Node:    if (</a:t>
            </a:r>
            <a:r>
              <a:rPr lang="en-US" dirty="0" err="1"/>
              <a:t>trNo</a:t>
            </a:r>
            <a:r>
              <a:rPr lang="en-US" dirty="0"/>
              <a:t> == head) {   }</a:t>
            </a:r>
          </a:p>
          <a:p>
            <a:r>
              <a:rPr lang="en-US" dirty="0"/>
              <a:t>// Case 3: Deleting the Tail Node</a:t>
            </a:r>
          </a:p>
          <a:p>
            <a:r>
              <a:rPr lang="en-US" b="1" dirty="0"/>
              <a:t>    else if (</a:t>
            </a:r>
            <a:r>
              <a:rPr lang="en-US" b="1" dirty="0" err="1"/>
              <a:t>trNo</a:t>
            </a:r>
            <a:r>
              <a:rPr lang="en-US" b="1" dirty="0"/>
              <a:t> == tail) {</a:t>
            </a:r>
          </a:p>
          <a:p>
            <a:r>
              <a:rPr lang="en-US" b="1" dirty="0"/>
              <a:t>        tail = tail-&gt;</a:t>
            </a:r>
            <a:r>
              <a:rPr lang="en-US" b="1" dirty="0" err="1"/>
              <a:t>prev</a:t>
            </a:r>
            <a:r>
              <a:rPr lang="en-US" b="1" dirty="0"/>
              <a:t>;</a:t>
            </a:r>
          </a:p>
          <a:p>
            <a:r>
              <a:rPr lang="en-US" b="1" dirty="0"/>
              <a:t>        tail-&gt;next =  circular  ?   head   :   </a:t>
            </a:r>
            <a:r>
              <a:rPr lang="en-US" b="1" dirty="0" err="1"/>
              <a:t>nullptr</a:t>
            </a:r>
            <a:r>
              <a:rPr lang="en-US" b="1" dirty="0"/>
              <a:t>  ;</a:t>
            </a:r>
          </a:p>
          <a:p>
            <a:r>
              <a:rPr lang="en-US" b="1" dirty="0"/>
              <a:t>        if (circular) head-&gt;</a:t>
            </a:r>
            <a:r>
              <a:rPr lang="en-US" b="1" dirty="0" err="1"/>
              <a:t>prev</a:t>
            </a:r>
            <a:r>
              <a:rPr lang="en-US" b="1" dirty="0"/>
              <a:t> = tail;</a:t>
            </a:r>
          </a:p>
          <a:p>
            <a:r>
              <a:rPr lang="en-US" b="1" dirty="0"/>
              <a:t>    }</a:t>
            </a:r>
          </a:p>
          <a:p>
            <a:r>
              <a:rPr lang="en-US" dirty="0"/>
              <a:t>    // Case 4: Deleting Intermediate Node:  </a:t>
            </a:r>
            <a:r>
              <a:rPr lang="en-US" b="1" dirty="0"/>
              <a:t>else { }</a:t>
            </a:r>
          </a:p>
          <a:p>
            <a:r>
              <a:rPr lang="en-US" dirty="0"/>
              <a:t>    </a:t>
            </a:r>
            <a:r>
              <a:rPr lang="en-US" b="1" dirty="0"/>
              <a:t>delete </a:t>
            </a:r>
            <a:r>
              <a:rPr lang="en-US" b="1" dirty="0" err="1"/>
              <a:t>trNo</a:t>
            </a:r>
            <a:r>
              <a:rPr lang="en-US" b="1" dirty="0"/>
              <a:t>;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1AB9F6-0392-7358-93BE-59E640363260}"/>
              </a:ext>
            </a:extLst>
          </p:cNvPr>
          <p:cNvGrpSpPr/>
          <p:nvPr/>
        </p:nvGrpSpPr>
        <p:grpSpPr>
          <a:xfrm>
            <a:off x="7835275" y="336555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5FFDD2A-75E5-2E1D-102B-999E1ECFA7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1DAE05D-7CFA-83CA-CE2F-BDE702FE300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5C72D1B-A2C6-1F3E-B8A2-0248FAC7BB15}"/>
              </a:ext>
            </a:extLst>
          </p:cNvPr>
          <p:cNvGrpSpPr/>
          <p:nvPr/>
        </p:nvGrpSpPr>
        <p:grpSpPr>
          <a:xfrm>
            <a:off x="8114238" y="85801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AB8B88C-B88B-DC37-CEC0-242BEA7FFDC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AC302484-8C23-5E69-4939-52058AF3742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648305-D7DF-CC1A-3966-182B712DC2A9}"/>
              </a:ext>
            </a:extLst>
          </p:cNvPr>
          <p:cNvGrpSpPr/>
          <p:nvPr/>
        </p:nvGrpSpPr>
        <p:grpSpPr>
          <a:xfrm>
            <a:off x="7527617" y="425026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B309B41-C7FE-49C8-0C3D-DD5CB248720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3341E0B6-B331-D100-932A-BF153D1572A5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DCA442-AF3B-56AA-73F0-74B5EBB13ECA}"/>
              </a:ext>
            </a:extLst>
          </p:cNvPr>
          <p:cNvGrpSpPr/>
          <p:nvPr/>
        </p:nvGrpSpPr>
        <p:grpSpPr>
          <a:xfrm>
            <a:off x="7561435" y="4789825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ECC91B1-4AB1-2708-B4E8-C787EB96F3B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50325507-07A3-1734-941A-0ADBD81D438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2B090FA-707F-6E48-99DE-418CE5F46CB5}"/>
              </a:ext>
            </a:extLst>
          </p:cNvPr>
          <p:cNvGrpSpPr/>
          <p:nvPr/>
        </p:nvGrpSpPr>
        <p:grpSpPr>
          <a:xfrm>
            <a:off x="7252944" y="1419523"/>
            <a:ext cx="4746183" cy="915245"/>
            <a:chOff x="411300" y="2304142"/>
            <a:chExt cx="4746183" cy="91524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AA307D0-B0DD-E6ED-5C99-2C72389C657B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6CC01AA-8A11-3050-BE3E-E50C92E8FA42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B3B87B6-B753-D5CF-AA2C-EE0321F4368B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B855000E-F3DD-9D58-4B38-E33684898CF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: Rounded Corners 4">
                  <a:extLst>
                    <a:ext uri="{FF2B5EF4-FFF2-40B4-BE49-F238E27FC236}">
                      <a16:creationId xmlns:a16="http://schemas.microsoft.com/office/drawing/2014/main" id="{8A97868D-7345-938C-605A-4CC1CBB5A04E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FBD1E0B-124A-9F41-BC95-71F227EC9981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5EBA2AC8-E621-C42B-BF38-F6FC610E002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: Rounded Corners 4">
                  <a:extLst>
                    <a:ext uri="{FF2B5EF4-FFF2-40B4-BE49-F238E27FC236}">
                      <a16:creationId xmlns:a16="http://schemas.microsoft.com/office/drawing/2014/main" id="{49663EB8-B200-E45B-55E9-FC04F32F4A6F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F38777B-CF2B-1792-5696-DFFCE37E145E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C1FE50AF-0167-DBD9-53C6-DD95099D4BC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: Rounded Corners 4">
                  <a:extLst>
                    <a:ext uri="{FF2B5EF4-FFF2-40B4-BE49-F238E27FC236}">
                      <a16:creationId xmlns:a16="http://schemas.microsoft.com/office/drawing/2014/main" id="{54B6F625-C919-41E2-8758-0B314CD9FAF8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386A55E-9BED-F65D-676E-6C49CC605342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86011AE-41D2-BE8D-2790-41ED3D192FF6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9" name="Rectangle: Rounded Corners 4">
                <a:extLst>
                  <a:ext uri="{FF2B5EF4-FFF2-40B4-BE49-F238E27FC236}">
                    <a16:creationId xmlns:a16="http://schemas.microsoft.com/office/drawing/2014/main" id="{BFD55F8C-08D9-EF95-07B2-2988E5C8DC1C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F7BE0A-F112-BFEA-E78E-F1EC102424B6}"/>
              </a:ext>
            </a:extLst>
          </p:cNvPr>
          <p:cNvGrpSpPr/>
          <p:nvPr/>
        </p:nvGrpSpPr>
        <p:grpSpPr>
          <a:xfrm>
            <a:off x="9683659" y="1846195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DDC81F0-E57F-AA40-2F76-B623E263424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defTabSz="965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A0712837-760D-4B09-56D7-4559FA1602E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7361C7-A66D-4C8E-EBAB-5B7FEF6341B3}"/>
              </a:ext>
            </a:extLst>
          </p:cNvPr>
          <p:cNvGrpSpPr/>
          <p:nvPr/>
        </p:nvGrpSpPr>
        <p:grpSpPr>
          <a:xfrm>
            <a:off x="7973539" y="1862510"/>
            <a:ext cx="104915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46B3CFA-C595-C7BD-11D0-005F06587BB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5ED960C5-F244-1EB3-9C16-3BF4CBA34D9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DDFC92B-930B-63B2-1D7D-AB5CAF7A412C}"/>
              </a:ext>
            </a:extLst>
          </p:cNvPr>
          <p:cNvGrpSpPr/>
          <p:nvPr/>
        </p:nvGrpSpPr>
        <p:grpSpPr>
          <a:xfrm>
            <a:off x="10973728" y="1859465"/>
            <a:ext cx="1043839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C0EF02EB-6D58-C4EF-A0C1-03E9F999947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EBBB263E-E00D-096C-BE36-E7F8BF124A8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2FDB7E-8CC6-C63E-3D84-E0313A5D3FD6}"/>
              </a:ext>
            </a:extLst>
          </p:cNvPr>
          <p:cNvGrpSpPr/>
          <p:nvPr/>
        </p:nvGrpSpPr>
        <p:grpSpPr>
          <a:xfrm>
            <a:off x="7260486" y="2423466"/>
            <a:ext cx="4746183" cy="898838"/>
            <a:chOff x="411300" y="2320549"/>
            <a:chExt cx="4746183" cy="89883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43D3D72-6DAB-CC9E-41BD-33288A4693DF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2D6636E4-A3DD-AE7D-4E94-9871AD9C5B36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3C6FAA5-189D-F785-57E0-A3CFC2B118B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EAC050D8-1FAA-11A6-C81C-CD93255FDD3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71839F2A-F490-FDC8-26B6-4DB7A8636CA0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AA0BD31-5058-AF26-BA58-DDEF0D3C963F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2BA4B529-10D2-421E-84E4-B234119E0F8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: Rounded Corners 4">
                  <a:extLst>
                    <a:ext uri="{FF2B5EF4-FFF2-40B4-BE49-F238E27FC236}">
                      <a16:creationId xmlns:a16="http://schemas.microsoft.com/office/drawing/2014/main" id="{5F285A01-2C5D-413B-C2B4-316C090074AA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71307D3-705E-79C4-3507-64FFE190A317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F6B46E5C-D3CE-6FC9-CBFF-66958DA7CAA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">
                  <a:extLst>
                    <a:ext uri="{FF2B5EF4-FFF2-40B4-BE49-F238E27FC236}">
                      <a16:creationId xmlns:a16="http://schemas.microsoft.com/office/drawing/2014/main" id="{8B3E5BE7-12AB-2C03-95EF-17B677B19EA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0049F6F-55C9-DF73-ED8D-367E0A50AA5C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6C53225D-E503-30D0-4033-C3C06200E938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3" name="Rectangle: Rounded Corners 4">
                <a:extLst>
                  <a:ext uri="{FF2B5EF4-FFF2-40B4-BE49-F238E27FC236}">
                    <a16:creationId xmlns:a16="http://schemas.microsoft.com/office/drawing/2014/main" id="{A847B3FB-019E-F7C1-1208-B9F77A34ABFB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E8AB00-7CE6-2B59-80AB-EE6D3B4EE0E5}"/>
              </a:ext>
            </a:extLst>
          </p:cNvPr>
          <p:cNvGrpSpPr/>
          <p:nvPr/>
        </p:nvGrpSpPr>
        <p:grpSpPr>
          <a:xfrm>
            <a:off x="9709330" y="2847126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3ACF9443-B44A-B2C4-C71E-B63545D7DDC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BCDCFDC5-6653-A731-5EEF-E1EBF3797BF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7037CE3-B4AF-143E-1257-D5A17E1EDB0F}"/>
              </a:ext>
            </a:extLst>
          </p:cNvPr>
          <p:cNvGrpSpPr/>
          <p:nvPr/>
        </p:nvGrpSpPr>
        <p:grpSpPr>
          <a:xfrm>
            <a:off x="10978430" y="2851338"/>
            <a:ext cx="1052853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6F68860-DDD2-B6EF-AFCD-7F387D5338F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88FBE311-24FE-8DB8-7F15-DA260D31FF8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1BEDDB-8B7E-936A-7A54-F12890210EEA}"/>
              </a:ext>
            </a:extLst>
          </p:cNvPr>
          <p:cNvGrpSpPr/>
          <p:nvPr/>
        </p:nvGrpSpPr>
        <p:grpSpPr>
          <a:xfrm>
            <a:off x="7965669" y="284775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C5373781-F615-938D-7173-347A1677447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F83C43F2-EAF1-925F-B33F-6C337448DAD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C3AC3B7-3E45-22F2-973A-985E0256BB63}"/>
              </a:ext>
            </a:extLst>
          </p:cNvPr>
          <p:cNvGrpSpPr/>
          <p:nvPr/>
        </p:nvGrpSpPr>
        <p:grpSpPr>
          <a:xfrm>
            <a:off x="5162274" y="2037532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DF9D7A53-00C7-5BEC-53DB-E77DDED3494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F97B4ED1-3517-0E09-00E8-9304FD7BEE9F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1122CCF-A46C-2A7B-2F3E-84D778933D36}"/>
              </a:ext>
            </a:extLst>
          </p:cNvPr>
          <p:cNvGrpSpPr/>
          <p:nvPr/>
        </p:nvGrpSpPr>
        <p:grpSpPr>
          <a:xfrm>
            <a:off x="5364801" y="232912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7A2CB23-09A6-896C-F944-5D6E62B11DC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8" name="Rectangle: Rounded Corners 4">
              <a:extLst>
                <a:ext uri="{FF2B5EF4-FFF2-40B4-BE49-F238E27FC236}">
                  <a16:creationId xmlns:a16="http://schemas.microsoft.com/office/drawing/2014/main" id="{B23F50BF-391B-699E-191A-9629695142C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8F93D508-5400-374D-A9AD-E7DC9923C69D}"/>
              </a:ext>
            </a:extLst>
          </p:cNvPr>
          <p:cNvSpPr/>
          <p:nvPr/>
        </p:nvSpPr>
        <p:spPr>
          <a:xfrm>
            <a:off x="4935957" y="319474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0D2C089-356E-14CA-21F3-F96B8858748C}"/>
              </a:ext>
            </a:extLst>
          </p:cNvPr>
          <p:cNvSpPr/>
          <p:nvPr/>
        </p:nvSpPr>
        <p:spPr>
          <a:xfrm>
            <a:off x="6227668" y="32492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4F78353-3BA5-9E6D-C643-1C808DC5AED6}"/>
              </a:ext>
            </a:extLst>
          </p:cNvPr>
          <p:cNvSpPr/>
          <p:nvPr/>
        </p:nvSpPr>
        <p:spPr>
          <a:xfrm>
            <a:off x="5001534" y="654516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AA46060-C4D6-D780-3448-82BF665ACD2D}"/>
              </a:ext>
            </a:extLst>
          </p:cNvPr>
          <p:cNvSpPr/>
          <p:nvPr/>
        </p:nvSpPr>
        <p:spPr>
          <a:xfrm>
            <a:off x="6214639" y="651244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5ECA632-9590-90A4-6F5B-E87971B0EC7C}"/>
              </a:ext>
            </a:extLst>
          </p:cNvPr>
          <p:cNvGrpSpPr/>
          <p:nvPr/>
        </p:nvGrpSpPr>
        <p:grpSpPr>
          <a:xfrm>
            <a:off x="2138024" y="1307646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63EC836-FDD1-C0C7-1FC8-E44C51EBA1C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75" name="Rectangle: Rounded Corners 4">
              <a:extLst>
                <a:ext uri="{FF2B5EF4-FFF2-40B4-BE49-F238E27FC236}">
                  <a16:creationId xmlns:a16="http://schemas.microsoft.com/office/drawing/2014/main" id="{E82856B1-BB66-4254-91C9-874A28A97E0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61FDE87-32DF-BA89-D04A-65F89A68ACAC}"/>
              </a:ext>
            </a:extLst>
          </p:cNvPr>
          <p:cNvGrpSpPr/>
          <p:nvPr/>
        </p:nvGrpSpPr>
        <p:grpSpPr>
          <a:xfrm>
            <a:off x="5374021" y="2335974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185D5F86-0613-ACF9-96AE-BF075EF3219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3F4FC087-F554-EFA9-6969-AC90E9CB146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98BA4BD-C1EB-7BDA-3551-C8D8D1FBCEB7}"/>
              </a:ext>
            </a:extLst>
          </p:cNvPr>
          <p:cNvSpPr/>
          <p:nvPr/>
        </p:nvSpPr>
        <p:spPr>
          <a:xfrm>
            <a:off x="457201" y="2414182"/>
            <a:ext cx="2198811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A260BA3-733A-F90D-B7CB-9D9AED0FDE7F}"/>
              </a:ext>
            </a:extLst>
          </p:cNvPr>
          <p:cNvSpPr/>
          <p:nvPr/>
        </p:nvSpPr>
        <p:spPr>
          <a:xfrm>
            <a:off x="2697129" y="2421313"/>
            <a:ext cx="1610330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4BEFA1F-12DC-B453-656A-616B1F93324F}"/>
              </a:ext>
            </a:extLst>
          </p:cNvPr>
          <p:cNvSpPr/>
          <p:nvPr/>
        </p:nvSpPr>
        <p:spPr>
          <a:xfrm>
            <a:off x="6222443" y="310276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00A0CAA-FFFC-CF75-576D-6F7CD21BBA71}"/>
              </a:ext>
            </a:extLst>
          </p:cNvPr>
          <p:cNvSpPr/>
          <p:nvPr/>
        </p:nvSpPr>
        <p:spPr>
          <a:xfrm>
            <a:off x="4317674" y="2417968"/>
            <a:ext cx="763089" cy="309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A1BA951-CD28-E98E-80FC-A5E1D90DD635}"/>
              </a:ext>
            </a:extLst>
          </p:cNvPr>
          <p:cNvGrpSpPr/>
          <p:nvPr/>
        </p:nvGrpSpPr>
        <p:grpSpPr>
          <a:xfrm>
            <a:off x="7547681" y="477678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0CEE42E1-18ED-C8DD-91AA-FE4B30A8C1D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3" name="Rectangle: Rounded Corners 4">
              <a:extLst>
                <a:ext uri="{FF2B5EF4-FFF2-40B4-BE49-F238E27FC236}">
                  <a16:creationId xmlns:a16="http://schemas.microsoft.com/office/drawing/2014/main" id="{61D2E932-D0E4-0C84-7420-2238E0CF179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10A27A7-721E-3498-6C49-DC659A8F8951}"/>
              </a:ext>
            </a:extLst>
          </p:cNvPr>
          <p:cNvSpPr/>
          <p:nvPr/>
        </p:nvSpPr>
        <p:spPr>
          <a:xfrm>
            <a:off x="2550611" y="3229032"/>
            <a:ext cx="1419812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9036B9C-5A28-2857-F204-31FFCC7506F8}"/>
              </a:ext>
            </a:extLst>
          </p:cNvPr>
          <p:cNvSpPr/>
          <p:nvPr/>
        </p:nvSpPr>
        <p:spPr>
          <a:xfrm>
            <a:off x="1737314" y="5143963"/>
            <a:ext cx="918698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7CDE12D-D8EF-94CE-322D-2BADD724A565}"/>
              </a:ext>
            </a:extLst>
          </p:cNvPr>
          <p:cNvSpPr/>
          <p:nvPr/>
        </p:nvSpPr>
        <p:spPr>
          <a:xfrm>
            <a:off x="2853572" y="5134391"/>
            <a:ext cx="671681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DEEF37-8D51-5912-85B6-37EAF2411D3D}"/>
              </a:ext>
            </a:extLst>
          </p:cNvPr>
          <p:cNvGrpSpPr/>
          <p:nvPr/>
        </p:nvGrpSpPr>
        <p:grpSpPr>
          <a:xfrm>
            <a:off x="10973415" y="1877806"/>
            <a:ext cx="1096126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1D8DEBC5-92A6-2B06-98E1-E914E33E49E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1" name="Rectangle: Rounded Corners 4">
              <a:extLst>
                <a:ext uri="{FF2B5EF4-FFF2-40B4-BE49-F238E27FC236}">
                  <a16:creationId xmlns:a16="http://schemas.microsoft.com/office/drawing/2014/main" id="{347C611F-6311-8237-4AFE-A1BE9DFCF2D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BD6EA28-1D68-86A6-DFED-26A92B317BA2}"/>
              </a:ext>
            </a:extLst>
          </p:cNvPr>
          <p:cNvGrpSpPr/>
          <p:nvPr/>
        </p:nvGrpSpPr>
        <p:grpSpPr>
          <a:xfrm>
            <a:off x="7971409" y="1868782"/>
            <a:ext cx="1096126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9C6A8B8-00E3-251A-6B16-D10CF4D7463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7" name="Rectangle: Rounded Corners 4">
              <a:extLst>
                <a:ext uri="{FF2B5EF4-FFF2-40B4-BE49-F238E27FC236}">
                  <a16:creationId xmlns:a16="http://schemas.microsoft.com/office/drawing/2014/main" id="{21971824-5D23-FD8A-69AB-C00BB2352FB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09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9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4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4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9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9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9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0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87" grpId="0" animBg="1"/>
      <p:bldP spid="87" grpId="1" animBg="1"/>
      <p:bldP spid="88" grpId="0" animBg="1"/>
      <p:bldP spid="88" grpId="1" animBg="1"/>
      <p:bldP spid="89" grpId="0" animBg="1"/>
      <p:bldP spid="90" grpId="0" animBg="1"/>
      <p:bldP spid="90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1F0E8E1-0706-73B8-32C7-6DFE81D30AE4}"/>
              </a:ext>
            </a:extLst>
          </p:cNvPr>
          <p:cNvGrpSpPr/>
          <p:nvPr/>
        </p:nvGrpSpPr>
        <p:grpSpPr>
          <a:xfrm>
            <a:off x="6264766" y="42618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A3D474D-CC9D-7558-578E-3921C1C91F6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C4FCF135-013B-9068-0DA0-3194EB116A8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1D44E8D-9E0A-1292-71F3-C77A8FCD2FA1}"/>
              </a:ext>
            </a:extLst>
          </p:cNvPr>
          <p:cNvGrpSpPr/>
          <p:nvPr/>
        </p:nvGrpSpPr>
        <p:grpSpPr>
          <a:xfrm>
            <a:off x="5855106" y="5620308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8CC4C50-5652-75FD-C0F3-665CA89AC4F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2EE9D712-5388-EBA9-5F80-97CE65B99104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7A3E5B-E649-AC2C-A332-CD685231A679}"/>
              </a:ext>
            </a:extLst>
          </p:cNvPr>
          <p:cNvGrpSpPr/>
          <p:nvPr/>
        </p:nvGrpSpPr>
        <p:grpSpPr>
          <a:xfrm>
            <a:off x="5888924" y="619945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B0A2F1C-82D0-077C-57BF-8DF67F6A741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283713F0-1ACB-ED08-D366-0DAB7512ECF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690CBA-E92A-3161-80A3-4FA26060BA78}"/>
              </a:ext>
            </a:extLst>
          </p:cNvPr>
          <p:cNvGrpSpPr/>
          <p:nvPr/>
        </p:nvGrpSpPr>
        <p:grpSpPr>
          <a:xfrm>
            <a:off x="7260486" y="1977329"/>
            <a:ext cx="4746183" cy="898838"/>
            <a:chOff x="411300" y="2320549"/>
            <a:chExt cx="4746183" cy="89883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08312CD-0FE5-1BFA-E727-051DC3DD0AA8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28244711-426D-C1A1-9A4A-4F6D26B56486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5E20027-719C-2BEF-3E1E-1B5A5601C21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F1200A40-227F-FBFC-5F88-82490DFA8EC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: Rounded Corners 4">
                  <a:extLst>
                    <a:ext uri="{FF2B5EF4-FFF2-40B4-BE49-F238E27FC236}">
                      <a16:creationId xmlns:a16="http://schemas.microsoft.com/office/drawing/2014/main" id="{82904332-2C75-FE25-55B3-FC3D82FF60BE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CCE04BB4-4669-22EF-A98C-FD792B0BD6B6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85E77272-AACA-7E9B-AB8E-1BDFE282983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: Rounded Corners 4">
                  <a:extLst>
                    <a:ext uri="{FF2B5EF4-FFF2-40B4-BE49-F238E27FC236}">
                      <a16:creationId xmlns:a16="http://schemas.microsoft.com/office/drawing/2014/main" id="{F9BF418D-6FED-5A2B-9F65-3D967C82606C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9568747-36D4-1A87-54BA-03E22E60A2E1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EA3D5E3D-6D7C-2458-2EF2-5D9903C535B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: Rounded Corners 4">
                  <a:extLst>
                    <a:ext uri="{FF2B5EF4-FFF2-40B4-BE49-F238E27FC236}">
                      <a16:creationId xmlns:a16="http://schemas.microsoft.com/office/drawing/2014/main" id="{C76801A4-DC11-AF6B-03D8-1239C24A0DE0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227299-2C07-2877-32A0-E21E967DF131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1E5C74C-D000-C53F-DC3A-18FF77945EC9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4">
                <a:extLst>
                  <a:ext uri="{FF2B5EF4-FFF2-40B4-BE49-F238E27FC236}">
                    <a16:creationId xmlns:a16="http://schemas.microsoft.com/office/drawing/2014/main" id="{99131F0E-7AF3-C373-B744-FEBB568C36B7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5336A11-05D1-98DB-6B4C-2EE01091F096}"/>
              </a:ext>
            </a:extLst>
          </p:cNvPr>
          <p:cNvGrpSpPr/>
          <p:nvPr/>
        </p:nvGrpSpPr>
        <p:grpSpPr>
          <a:xfrm>
            <a:off x="9709330" y="240098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2956B3FC-9334-6DB8-D8D3-906D6EF9ED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2190E94A-1107-EB44-ECA7-961EB660BA4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DC81C2-F9A9-71FA-C954-7415CCF83CB1}"/>
              </a:ext>
            </a:extLst>
          </p:cNvPr>
          <p:cNvGrpSpPr/>
          <p:nvPr/>
        </p:nvGrpSpPr>
        <p:grpSpPr>
          <a:xfrm>
            <a:off x="8011883" y="239308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87D1EF6-A65D-986D-1119-B2240F8BC51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F95C875F-9B9E-FCC8-7A24-5D71C7CE199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B62389-209D-294B-CBF6-169442FBFECD}"/>
              </a:ext>
            </a:extLst>
          </p:cNvPr>
          <p:cNvGrpSpPr/>
          <p:nvPr/>
        </p:nvGrpSpPr>
        <p:grpSpPr>
          <a:xfrm>
            <a:off x="11026559" y="240520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54EA8A9-86A4-7CE2-98A7-44983BD7240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6" name="Rectangle: Rounded Corners 4">
              <a:extLst>
                <a:ext uri="{FF2B5EF4-FFF2-40B4-BE49-F238E27FC236}">
                  <a16:creationId xmlns:a16="http://schemas.microsoft.com/office/drawing/2014/main" id="{28A6FCED-B086-96CB-C1EC-9686397AD09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7199B7-E814-0F65-46E2-13A525408673}"/>
              </a:ext>
            </a:extLst>
          </p:cNvPr>
          <p:cNvGrpSpPr/>
          <p:nvPr/>
        </p:nvGrpSpPr>
        <p:grpSpPr>
          <a:xfrm>
            <a:off x="7281215" y="940762"/>
            <a:ext cx="4746183" cy="915245"/>
            <a:chOff x="411300" y="2304142"/>
            <a:chExt cx="4746183" cy="91524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CBACC73-83BA-F56E-D63A-4BF98D79C84D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A2DCD193-6C22-D846-351B-FDBDECE51FB3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EB5E8468-AE49-F5EC-8CDC-708B648B3EFA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97C05012-EEE0-054B-9404-746442C1C467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: Rounded Corners 4">
                  <a:extLst>
                    <a:ext uri="{FF2B5EF4-FFF2-40B4-BE49-F238E27FC236}">
                      <a16:creationId xmlns:a16="http://schemas.microsoft.com/office/drawing/2014/main" id="{A8DEC466-063D-7FF0-EB34-5CC777528F31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D93B054B-0683-4EFD-B3D4-F300F756893B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C33CC335-916B-512E-C028-A209EF089EF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">
                  <a:extLst>
                    <a:ext uri="{FF2B5EF4-FFF2-40B4-BE49-F238E27FC236}">
                      <a16:creationId xmlns:a16="http://schemas.microsoft.com/office/drawing/2014/main" id="{35AF3045-2F9D-5DEB-17D6-8C9FAE5D741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6A51B37-7CD0-1024-BF88-4C076E164A53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53D79C0B-38BC-21E6-1D70-4B8AAD6D52E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: Rounded Corners 4">
                  <a:extLst>
                    <a:ext uri="{FF2B5EF4-FFF2-40B4-BE49-F238E27FC236}">
                      <a16:creationId xmlns:a16="http://schemas.microsoft.com/office/drawing/2014/main" id="{1F4DBC7D-DF2F-219D-7C39-58531B50019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C944A64-8C5C-7B5C-612F-1D82CE315CF1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E0853C3-3D66-F53B-C620-47C827C21879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1" name="Rectangle: Rounded Corners 4">
                <a:extLst>
                  <a:ext uri="{FF2B5EF4-FFF2-40B4-BE49-F238E27FC236}">
                    <a16:creationId xmlns:a16="http://schemas.microsoft.com/office/drawing/2014/main" id="{FBA48BBA-CA64-393D-AC76-18DFD7BF1A66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0E16515-42F2-0A9C-52C8-4F9221D45EFB}"/>
              </a:ext>
            </a:extLst>
          </p:cNvPr>
          <p:cNvGrpSpPr/>
          <p:nvPr/>
        </p:nvGrpSpPr>
        <p:grpSpPr>
          <a:xfrm>
            <a:off x="9690519" y="1387484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2B0EBD5-AB55-D686-8095-54A0F31C777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4" name="Rectangle: Rounded Corners 4">
              <a:extLst>
                <a:ext uri="{FF2B5EF4-FFF2-40B4-BE49-F238E27FC236}">
                  <a16:creationId xmlns:a16="http://schemas.microsoft.com/office/drawing/2014/main" id="{7D5E3114-521E-BFAF-E75B-C4FF566497A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6E039A9-90E7-016B-337F-F0375E515D05}"/>
              </a:ext>
            </a:extLst>
          </p:cNvPr>
          <p:cNvGrpSpPr/>
          <p:nvPr/>
        </p:nvGrpSpPr>
        <p:grpSpPr>
          <a:xfrm>
            <a:off x="11010485" y="1368178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A347906D-D19D-2722-F5E8-5D81945F8DA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A1D0F936-20E4-5BE6-0031-55913948BA9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F131345-B7BB-CE15-4A46-6FCE19497F85}"/>
              </a:ext>
            </a:extLst>
          </p:cNvPr>
          <p:cNvGrpSpPr/>
          <p:nvPr/>
        </p:nvGrpSpPr>
        <p:grpSpPr>
          <a:xfrm>
            <a:off x="7971290" y="239256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A8CCBC6-C2AA-2691-63FD-E6AD518D123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6" name="Rectangle: Rounded Corners 4">
              <a:extLst>
                <a:ext uri="{FF2B5EF4-FFF2-40B4-BE49-F238E27FC236}">
                  <a16:creationId xmlns:a16="http://schemas.microsoft.com/office/drawing/2014/main" id="{1D365E86-1F01-762B-6B7E-FAEA0C6AD25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B697AD1-B231-C556-05B0-90E786B1C60A}"/>
              </a:ext>
            </a:extLst>
          </p:cNvPr>
          <p:cNvGrpSpPr/>
          <p:nvPr/>
        </p:nvGrpSpPr>
        <p:grpSpPr>
          <a:xfrm>
            <a:off x="6500427" y="5714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A992DF40-5DD0-3571-614B-3740F35A04E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448B761B-460E-A94D-5714-595C44BF20D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0A95E05-DEB6-997E-5BAE-17D61182CC85}"/>
              </a:ext>
            </a:extLst>
          </p:cNvPr>
          <p:cNvGrpSpPr/>
          <p:nvPr/>
        </p:nvGrpSpPr>
        <p:grpSpPr>
          <a:xfrm>
            <a:off x="7248974" y="3981133"/>
            <a:ext cx="4746183" cy="888079"/>
            <a:chOff x="411300" y="2331308"/>
            <a:chExt cx="4746183" cy="888079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9BBD997-4F8D-9D43-B80D-85AEF3A20B7B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5531D6A1-E814-7B9C-3993-D26B402ABF38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FD8A58AC-87FD-C3E4-97BC-709C80E46FD0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3" name="Rectangle: Rounded Corners 82">
                  <a:extLst>
                    <a:ext uri="{FF2B5EF4-FFF2-40B4-BE49-F238E27FC236}">
                      <a16:creationId xmlns:a16="http://schemas.microsoft.com/office/drawing/2014/main" id="{C3AFDEE1-18BB-F213-330E-473770E1C9E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: Rounded Corners 4">
                  <a:extLst>
                    <a:ext uri="{FF2B5EF4-FFF2-40B4-BE49-F238E27FC236}">
                      <a16:creationId xmlns:a16="http://schemas.microsoft.com/office/drawing/2014/main" id="{E680AE17-8BD0-59A8-AAD5-DA5C27E8E8C1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EB67874A-FA3B-EF8C-C981-EC51D0BEB0F0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6C2ED1C3-3CCC-9DE2-972B-CB6DCB8493D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4">
                  <a:extLst>
                    <a:ext uri="{FF2B5EF4-FFF2-40B4-BE49-F238E27FC236}">
                      <a16:creationId xmlns:a16="http://schemas.microsoft.com/office/drawing/2014/main" id="{E6413650-DA90-6AEE-E2AE-16F29F83D887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3596A395-2893-9758-E91E-5EABBAC94634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0DB8F21F-BEA3-F1DC-4BEE-A1D91C8645A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4">
                  <a:extLst>
                    <a:ext uri="{FF2B5EF4-FFF2-40B4-BE49-F238E27FC236}">
                      <a16:creationId xmlns:a16="http://schemas.microsoft.com/office/drawing/2014/main" id="{60197317-D4EC-68CD-C8F0-52867CF35F2D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197C001-D2CD-7736-3D38-7DF5913014B2}"/>
                </a:ext>
              </a:extLst>
            </p:cNvPr>
            <p:cNvGrpSpPr/>
            <p:nvPr/>
          </p:nvGrpSpPr>
          <p:grpSpPr>
            <a:xfrm>
              <a:off x="463213" y="2331308"/>
              <a:ext cx="1323249" cy="279814"/>
              <a:chOff x="-1821155" y="2972061"/>
              <a:chExt cx="2329653" cy="1367630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E76E441D-AC64-18AB-A238-E3E6C750D200}"/>
                  </a:ext>
                </a:extLst>
              </p:cNvPr>
              <p:cNvSpPr/>
              <p:nvPr/>
            </p:nvSpPr>
            <p:spPr>
              <a:xfrm>
                <a:off x="-1821155" y="2972061"/>
                <a:ext cx="2329653" cy="1367630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4" name="Rectangle: Rounded Corners 4">
                <a:extLst>
                  <a:ext uri="{FF2B5EF4-FFF2-40B4-BE49-F238E27FC236}">
                    <a16:creationId xmlns:a16="http://schemas.microsoft.com/office/drawing/2014/main" id="{AF01458E-5777-0FD9-DF54-B7439000F228}"/>
                  </a:ext>
                </a:extLst>
              </p:cNvPr>
              <p:cNvSpPr txBox="1"/>
              <p:nvPr/>
            </p:nvSpPr>
            <p:spPr>
              <a:xfrm>
                <a:off x="-1682337" y="3055703"/>
                <a:ext cx="2039246" cy="1151235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286248B-1B05-076E-9F8E-948503F56EB3}"/>
              </a:ext>
            </a:extLst>
          </p:cNvPr>
          <p:cNvGrpSpPr/>
          <p:nvPr/>
        </p:nvGrpSpPr>
        <p:grpSpPr>
          <a:xfrm>
            <a:off x="9689509" y="440285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389494E1-C543-E1C0-CDDA-894417F3255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7" name="Rectangle: Rounded Corners 4">
              <a:extLst>
                <a:ext uri="{FF2B5EF4-FFF2-40B4-BE49-F238E27FC236}">
                  <a16:creationId xmlns:a16="http://schemas.microsoft.com/office/drawing/2014/main" id="{985E2287-9E1D-CC38-069C-624DACE6116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EF94806-B48A-6763-2D06-89BEADA86FB8}"/>
              </a:ext>
            </a:extLst>
          </p:cNvPr>
          <p:cNvGrpSpPr/>
          <p:nvPr/>
        </p:nvGrpSpPr>
        <p:grpSpPr>
          <a:xfrm>
            <a:off x="7973956" y="439494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DE2C34A4-D04D-AD26-3DBC-CE08F1C0C25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0" name="Rectangle: Rounded Corners 4">
              <a:extLst>
                <a:ext uri="{FF2B5EF4-FFF2-40B4-BE49-F238E27FC236}">
                  <a16:creationId xmlns:a16="http://schemas.microsoft.com/office/drawing/2014/main" id="{E6844D6C-B982-FC7A-AAF4-4519E05144F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1454D76-53F4-B2AC-2F75-2F7673CCB62D}"/>
              </a:ext>
            </a:extLst>
          </p:cNvPr>
          <p:cNvGrpSpPr/>
          <p:nvPr/>
        </p:nvGrpSpPr>
        <p:grpSpPr>
          <a:xfrm>
            <a:off x="10961472" y="4416120"/>
            <a:ext cx="105247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690BE14B-746F-EADD-62CE-64DB1E79371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3" name="Rectangle: Rounded Corners 4">
              <a:extLst>
                <a:ext uri="{FF2B5EF4-FFF2-40B4-BE49-F238E27FC236}">
                  <a16:creationId xmlns:a16="http://schemas.microsoft.com/office/drawing/2014/main" id="{9A9DD108-1123-E97F-64C5-FA85E50D2A1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3794FF2-EF60-A093-3742-A0DAB525A5C6}"/>
              </a:ext>
            </a:extLst>
          </p:cNvPr>
          <p:cNvGrpSpPr/>
          <p:nvPr/>
        </p:nvGrpSpPr>
        <p:grpSpPr>
          <a:xfrm>
            <a:off x="11020688" y="240393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9047C9E7-8876-86E9-F339-60DFC9F3150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6" name="Rectangle: Rounded Corners 4">
              <a:extLst>
                <a:ext uri="{FF2B5EF4-FFF2-40B4-BE49-F238E27FC236}">
                  <a16:creationId xmlns:a16="http://schemas.microsoft.com/office/drawing/2014/main" id="{9465E81B-3E21-6687-C2FD-926C7A2BB7D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D5B075A-1C27-4501-7870-095BC38280DA}"/>
              </a:ext>
            </a:extLst>
          </p:cNvPr>
          <p:cNvGrpSpPr/>
          <p:nvPr/>
        </p:nvGrpSpPr>
        <p:grpSpPr>
          <a:xfrm>
            <a:off x="7952265" y="4395236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2E1F4B6C-35B7-11F8-EDE3-C9A76B2483B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9" name="Rectangle: Rounded Corners 4">
              <a:extLst>
                <a:ext uri="{FF2B5EF4-FFF2-40B4-BE49-F238E27FC236}">
                  <a16:creationId xmlns:a16="http://schemas.microsoft.com/office/drawing/2014/main" id="{14D7BBD9-CE7D-A5D9-0B53-A972251176F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217664F-295F-F83C-39E2-1D030D8AA66F}"/>
              </a:ext>
            </a:extLst>
          </p:cNvPr>
          <p:cNvGrpSpPr/>
          <p:nvPr/>
        </p:nvGrpSpPr>
        <p:grpSpPr>
          <a:xfrm>
            <a:off x="5888924" y="619945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2427D89A-8E0A-E20E-3A5F-66B4A20C502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2" name="Rectangle: Rounded Corners 4">
              <a:extLst>
                <a:ext uri="{FF2B5EF4-FFF2-40B4-BE49-F238E27FC236}">
                  <a16:creationId xmlns:a16="http://schemas.microsoft.com/office/drawing/2014/main" id="{FA88C3F1-AA0F-20F6-86E2-E47B117D4EC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B1553D4-C333-6588-4489-EF7646439CE8}"/>
              </a:ext>
            </a:extLst>
          </p:cNvPr>
          <p:cNvGrpSpPr/>
          <p:nvPr/>
        </p:nvGrpSpPr>
        <p:grpSpPr>
          <a:xfrm>
            <a:off x="7279746" y="2973831"/>
            <a:ext cx="4746183" cy="915235"/>
            <a:chOff x="384141" y="2258887"/>
            <a:chExt cx="4746183" cy="91523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4ED993FC-3805-1EB6-FC8E-FD1549BF5351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97FF25C2-B481-D59F-9044-01236B86798C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426404D8-95E2-4552-1307-76C912CAA33E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25" name="Rectangle: Rounded Corners 124">
                  <a:extLst>
                    <a:ext uri="{FF2B5EF4-FFF2-40B4-BE49-F238E27FC236}">
                      <a16:creationId xmlns:a16="http://schemas.microsoft.com/office/drawing/2014/main" id="{1D67CE10-24D7-1F88-1E20-52554888FC7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ctangle: Rounded Corners 4">
                  <a:extLst>
                    <a:ext uri="{FF2B5EF4-FFF2-40B4-BE49-F238E27FC236}">
                      <a16:creationId xmlns:a16="http://schemas.microsoft.com/office/drawing/2014/main" id="{AA378077-BA39-4423-3CE6-B55B64ED2697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F536F7B-08E7-2A19-2F4B-C370A7883C11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23" name="Rectangle: Rounded Corners 122">
                  <a:extLst>
                    <a:ext uri="{FF2B5EF4-FFF2-40B4-BE49-F238E27FC236}">
                      <a16:creationId xmlns:a16="http://schemas.microsoft.com/office/drawing/2014/main" id="{9E043F30-A25C-F906-5A9A-32DBC6DED35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ctangle: Rounded Corners 4">
                  <a:extLst>
                    <a:ext uri="{FF2B5EF4-FFF2-40B4-BE49-F238E27FC236}">
                      <a16:creationId xmlns:a16="http://schemas.microsoft.com/office/drawing/2014/main" id="{76D6674A-8667-0A8B-3773-10219B317D9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158E1F3B-300A-B7CF-1203-2FA7C05F1EDE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D130B07A-76FA-E538-D45B-68825C7CC91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ctangle: Rounded Corners 4">
                  <a:extLst>
                    <a:ext uri="{FF2B5EF4-FFF2-40B4-BE49-F238E27FC236}">
                      <a16:creationId xmlns:a16="http://schemas.microsoft.com/office/drawing/2014/main" id="{91F7A62F-3D34-2061-183A-5DAE3335270B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971FF14-C3C5-7213-3DF3-CE0B02FBDC5A}"/>
                </a:ext>
              </a:extLst>
            </p:cNvPr>
            <p:cNvGrpSpPr/>
            <p:nvPr/>
          </p:nvGrpSpPr>
          <p:grpSpPr>
            <a:xfrm>
              <a:off x="417960" y="2258887"/>
              <a:ext cx="1218525" cy="279814"/>
              <a:chOff x="-1900821" y="2618095"/>
              <a:chExt cx="2145281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65608CF1-F452-841B-CDDB-8E699D7B9AE2}"/>
                  </a:ext>
                </a:extLst>
              </p:cNvPr>
              <p:cNvSpPr/>
              <p:nvPr/>
            </p:nvSpPr>
            <p:spPr>
              <a:xfrm>
                <a:off x="-1900821" y="261809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16" name="Rectangle: Rounded Corners 4">
                <a:extLst>
                  <a:ext uri="{FF2B5EF4-FFF2-40B4-BE49-F238E27FC236}">
                    <a16:creationId xmlns:a16="http://schemas.microsoft.com/office/drawing/2014/main" id="{D1248707-5A59-93DB-78B7-32F3D0684184}"/>
                  </a:ext>
                </a:extLst>
              </p:cNvPr>
              <p:cNvSpPr txBox="1"/>
              <p:nvPr/>
            </p:nvSpPr>
            <p:spPr>
              <a:xfrm>
                <a:off x="-1857682" y="2701752"/>
                <a:ext cx="2039248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4821394-041A-FCBC-AE1B-6F183E3345F6}"/>
              </a:ext>
            </a:extLst>
          </p:cNvPr>
          <p:cNvGrpSpPr/>
          <p:nvPr/>
        </p:nvGrpSpPr>
        <p:grpSpPr>
          <a:xfrm>
            <a:off x="9721990" y="347958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FECA056B-DDB4-3E2A-EEF3-9AFA17DD53F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9" name="Rectangle: Rounded Corners 4">
              <a:extLst>
                <a:ext uri="{FF2B5EF4-FFF2-40B4-BE49-F238E27FC236}">
                  <a16:creationId xmlns:a16="http://schemas.microsoft.com/office/drawing/2014/main" id="{388A8D7E-D68A-7570-44DD-3EDEC36B8CE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67A94D8-C49E-C497-B4D0-F51F72F845DA}"/>
              </a:ext>
            </a:extLst>
          </p:cNvPr>
          <p:cNvGrpSpPr/>
          <p:nvPr/>
        </p:nvGrpSpPr>
        <p:grpSpPr>
          <a:xfrm>
            <a:off x="8011641" y="345441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CACF8021-A207-82CD-A379-C576083056D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2" name="Rectangle: Rounded Corners 4">
              <a:extLst>
                <a:ext uri="{FF2B5EF4-FFF2-40B4-BE49-F238E27FC236}">
                  <a16:creationId xmlns:a16="http://schemas.microsoft.com/office/drawing/2014/main" id="{9E03D374-D9C6-DE4D-20B2-5C77A65C2FC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7A10220-11CC-1B1D-7F8D-92C56F846121}"/>
              </a:ext>
            </a:extLst>
          </p:cNvPr>
          <p:cNvGrpSpPr/>
          <p:nvPr/>
        </p:nvGrpSpPr>
        <p:grpSpPr>
          <a:xfrm>
            <a:off x="11031517" y="346147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60909D7B-4FC5-7DF4-9EA9-5033FA1A38B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5" name="Rectangle: Rounded Corners 4">
              <a:extLst>
                <a:ext uri="{FF2B5EF4-FFF2-40B4-BE49-F238E27FC236}">
                  <a16:creationId xmlns:a16="http://schemas.microsoft.com/office/drawing/2014/main" id="{F8175761-B693-22EC-518A-528D21C813F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6B3A154-6E34-D195-6110-446CA104927F}"/>
              </a:ext>
            </a:extLst>
          </p:cNvPr>
          <p:cNvGrpSpPr/>
          <p:nvPr/>
        </p:nvGrpSpPr>
        <p:grpSpPr>
          <a:xfrm>
            <a:off x="11020688" y="3461334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7" name="Rectangle: Rounded Corners 136">
              <a:extLst>
                <a:ext uri="{FF2B5EF4-FFF2-40B4-BE49-F238E27FC236}">
                  <a16:creationId xmlns:a16="http://schemas.microsoft.com/office/drawing/2014/main" id="{072BE557-85BC-24C7-ABE0-3300343B4EA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8" name="Rectangle: Rounded Corners 4">
              <a:extLst>
                <a:ext uri="{FF2B5EF4-FFF2-40B4-BE49-F238E27FC236}">
                  <a16:creationId xmlns:a16="http://schemas.microsoft.com/office/drawing/2014/main" id="{829A82D7-9E16-E709-C60C-2FF306744D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3A31066-04D1-2D3C-F93A-B6ECCC650ABC}"/>
              </a:ext>
            </a:extLst>
          </p:cNvPr>
          <p:cNvGrpSpPr/>
          <p:nvPr/>
        </p:nvGrpSpPr>
        <p:grpSpPr>
          <a:xfrm>
            <a:off x="8011920" y="3452281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98CC4C0B-4284-B841-A67A-116AFADF4D1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1" name="Rectangle: Rounded Corners 4">
              <a:extLst>
                <a:ext uri="{FF2B5EF4-FFF2-40B4-BE49-F238E27FC236}">
                  <a16:creationId xmlns:a16="http://schemas.microsoft.com/office/drawing/2014/main" id="{19C3AE91-FA9B-216B-5FB1-3B16CEF3C30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B43D270-E7C3-746D-C159-26389EC0D583}"/>
              </a:ext>
            </a:extLst>
          </p:cNvPr>
          <p:cNvGrpSpPr/>
          <p:nvPr/>
        </p:nvGrpSpPr>
        <p:grpSpPr>
          <a:xfrm>
            <a:off x="7948314" y="4393882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BFC248C6-55C1-F7B3-1671-B7B2524E4E1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4" name="Rectangle: Rounded Corners 4">
              <a:extLst>
                <a:ext uri="{FF2B5EF4-FFF2-40B4-BE49-F238E27FC236}">
                  <a16:creationId xmlns:a16="http://schemas.microsoft.com/office/drawing/2014/main" id="{F9D3726C-6432-CC96-9560-4DFB6AF8D78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A142531-E3DA-DF57-CE0F-CC799D3CC928}"/>
              </a:ext>
            </a:extLst>
          </p:cNvPr>
          <p:cNvGrpSpPr/>
          <p:nvPr/>
        </p:nvGrpSpPr>
        <p:grpSpPr>
          <a:xfrm>
            <a:off x="10984476" y="2400989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879ADFDA-DC1B-2C67-1D89-B8CD674AC92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7" name="Rectangle: Rounded Corners 4">
              <a:extLst>
                <a:ext uri="{FF2B5EF4-FFF2-40B4-BE49-F238E27FC236}">
                  <a16:creationId xmlns:a16="http://schemas.microsoft.com/office/drawing/2014/main" id="{C91C49D5-D2B9-CE9A-39A5-7B690496AD2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E5E836F-A8DA-7BB7-99C0-E85B96C3D805}"/>
              </a:ext>
            </a:extLst>
          </p:cNvPr>
          <p:cNvGrpSpPr/>
          <p:nvPr/>
        </p:nvGrpSpPr>
        <p:grpSpPr>
          <a:xfrm>
            <a:off x="7295033" y="4963060"/>
            <a:ext cx="4746183" cy="905443"/>
            <a:chOff x="384141" y="2268679"/>
            <a:chExt cx="4746183" cy="905443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3FBF5C20-C88F-2157-BC77-0B57895CCAB6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EE23CFBE-684E-99E5-2195-3CFCB4A7ABE6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EAFBEA1C-C773-E6F0-39DD-F8E35E4B1D55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69" name="Rectangle: Rounded Corners 168">
                  <a:extLst>
                    <a:ext uri="{FF2B5EF4-FFF2-40B4-BE49-F238E27FC236}">
                      <a16:creationId xmlns:a16="http://schemas.microsoft.com/office/drawing/2014/main" id="{DFB11199-657D-2748-5955-5189B0C3B954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Rectangle: Rounded Corners 4">
                  <a:extLst>
                    <a:ext uri="{FF2B5EF4-FFF2-40B4-BE49-F238E27FC236}">
                      <a16:creationId xmlns:a16="http://schemas.microsoft.com/office/drawing/2014/main" id="{D781A090-A820-FF79-5C5A-DA33293394E6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46A0F5-773E-E864-DB42-AE715F30868B}"/>
                  </a:ext>
                </a:extLst>
              </p:cNvPr>
              <p:cNvGrpSpPr/>
              <p:nvPr/>
            </p:nvGrpSpPr>
            <p:grpSpPr>
              <a:xfrm>
                <a:off x="3452913" y="2736531"/>
                <a:ext cx="1544541" cy="371558"/>
                <a:chOff x="113864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67" name="Rectangle: Rounded Corners 166">
                  <a:extLst>
                    <a:ext uri="{FF2B5EF4-FFF2-40B4-BE49-F238E27FC236}">
                      <a16:creationId xmlns:a16="http://schemas.microsoft.com/office/drawing/2014/main" id="{B22A4989-8C56-B9C5-E8AB-1C006EA356CA}"/>
                    </a:ext>
                  </a:extLst>
                </p:cNvPr>
                <p:cNvSpPr/>
                <p:nvPr/>
              </p:nvSpPr>
              <p:spPr>
                <a:xfrm>
                  <a:off x="113864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: Rounded Corners 4">
                  <a:extLst>
                    <a:ext uri="{FF2B5EF4-FFF2-40B4-BE49-F238E27FC236}">
                      <a16:creationId xmlns:a16="http://schemas.microsoft.com/office/drawing/2014/main" id="{1443A449-3346-44E0-8CED-6F26B6331C5E}"/>
                    </a:ext>
                  </a:extLst>
                </p:cNvPr>
                <p:cNvSpPr txBox="1"/>
                <p:nvPr/>
              </p:nvSpPr>
              <p:spPr>
                <a:xfrm>
                  <a:off x="1185625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3829B63D-534B-3B2B-D573-6B87C634A371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65" name="Rectangle: Rounded Corners 164">
                  <a:extLst>
                    <a:ext uri="{FF2B5EF4-FFF2-40B4-BE49-F238E27FC236}">
                      <a16:creationId xmlns:a16="http://schemas.microsoft.com/office/drawing/2014/main" id="{E7DB6B43-9324-FCBC-A766-6A347A49538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Rectangle: Rounded Corners 4">
                  <a:extLst>
                    <a:ext uri="{FF2B5EF4-FFF2-40B4-BE49-F238E27FC236}">
                      <a16:creationId xmlns:a16="http://schemas.microsoft.com/office/drawing/2014/main" id="{19065017-9B78-3088-7769-78DA5E12A63C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39E3153-4586-80A1-BD69-B98375578DDE}"/>
                </a:ext>
              </a:extLst>
            </p:cNvPr>
            <p:cNvGrpSpPr/>
            <p:nvPr/>
          </p:nvGrpSpPr>
          <p:grpSpPr>
            <a:xfrm>
              <a:off x="411902" y="2268679"/>
              <a:ext cx="1223980" cy="279814"/>
              <a:chOff x="-1911485" y="2665955"/>
              <a:chExt cx="2154883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AABE93FE-C9B8-A141-4335-175541DB945D}"/>
                  </a:ext>
                </a:extLst>
              </p:cNvPr>
              <p:cNvSpPr/>
              <p:nvPr/>
            </p:nvSpPr>
            <p:spPr>
              <a:xfrm>
                <a:off x="-1901883" y="266595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59" name="Rectangle: Rounded Corners 4">
                <a:extLst>
                  <a:ext uri="{FF2B5EF4-FFF2-40B4-BE49-F238E27FC236}">
                    <a16:creationId xmlns:a16="http://schemas.microsoft.com/office/drawing/2014/main" id="{71B0ED6F-1CF9-0604-BA93-459A336D0883}"/>
                  </a:ext>
                </a:extLst>
              </p:cNvPr>
              <p:cNvSpPr txBox="1"/>
              <p:nvPr/>
            </p:nvSpPr>
            <p:spPr>
              <a:xfrm>
                <a:off x="-1911485" y="2793845"/>
                <a:ext cx="2039243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0x786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B806B21-C4D7-D56C-DB7D-ED93E7F14BE9}"/>
              </a:ext>
            </a:extLst>
          </p:cNvPr>
          <p:cNvGrpSpPr/>
          <p:nvPr/>
        </p:nvGrpSpPr>
        <p:grpSpPr>
          <a:xfrm>
            <a:off x="9739737" y="546960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AF87B3CF-EC55-4606-3584-DC313972360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8" name="Rectangle: Rounded Corners 4">
              <a:extLst>
                <a:ext uri="{FF2B5EF4-FFF2-40B4-BE49-F238E27FC236}">
                  <a16:creationId xmlns:a16="http://schemas.microsoft.com/office/drawing/2014/main" id="{0F2CCF16-1D7F-25CC-DBA8-609DBABED0B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20E8955A-B3CD-4EA4-FF36-6DCA4D81811B}"/>
              </a:ext>
            </a:extLst>
          </p:cNvPr>
          <p:cNvGrpSpPr/>
          <p:nvPr/>
        </p:nvGrpSpPr>
        <p:grpSpPr>
          <a:xfrm>
            <a:off x="8020694" y="5466191"/>
            <a:ext cx="109038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60DFF68C-8552-05ED-FD82-BC8573F6437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7" name="Rectangle: Rounded Corners 4">
              <a:extLst>
                <a:ext uri="{FF2B5EF4-FFF2-40B4-BE49-F238E27FC236}">
                  <a16:creationId xmlns:a16="http://schemas.microsoft.com/office/drawing/2014/main" id="{20663A3B-9D8B-808A-DCA2-9DA0326793D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AC4E8A3-939E-42EE-7A14-74574CBAEF50}"/>
              </a:ext>
            </a:extLst>
          </p:cNvPr>
          <p:cNvGrpSpPr/>
          <p:nvPr/>
        </p:nvGrpSpPr>
        <p:grpSpPr>
          <a:xfrm>
            <a:off x="10967818" y="4424181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DE22D7E9-8BFB-3F47-F779-B5CDE6538B4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3" name="Rectangle: Rounded Corners 4">
              <a:extLst>
                <a:ext uri="{FF2B5EF4-FFF2-40B4-BE49-F238E27FC236}">
                  <a16:creationId xmlns:a16="http://schemas.microsoft.com/office/drawing/2014/main" id="{1A66EA44-4A58-8D77-13C6-B7B72AFDB8B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B21DF4B-5F3D-A980-4985-A6B4CD955878}"/>
              </a:ext>
            </a:extLst>
          </p:cNvPr>
          <p:cNvGrpSpPr/>
          <p:nvPr/>
        </p:nvGrpSpPr>
        <p:grpSpPr>
          <a:xfrm>
            <a:off x="5882702" y="620256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41FF962E-623D-A68F-54CF-CC7D186FE0C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6" name="Rectangle: Rounded Corners 4">
              <a:extLst>
                <a:ext uri="{FF2B5EF4-FFF2-40B4-BE49-F238E27FC236}">
                  <a16:creationId xmlns:a16="http://schemas.microsoft.com/office/drawing/2014/main" id="{F004F45D-BD5A-0273-AE84-AC458FE8E4F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B91445B-A015-8DA0-49EE-EE3D37F2F967}"/>
              </a:ext>
            </a:extLst>
          </p:cNvPr>
          <p:cNvGrpSpPr/>
          <p:nvPr/>
        </p:nvGrpSpPr>
        <p:grpSpPr>
          <a:xfrm>
            <a:off x="10990300" y="5467316"/>
            <a:ext cx="109038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1A9061F7-AAB5-0971-859C-D6B5B9C9B8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C83B4507-A089-4131-EDBE-EBBA5180304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2274777-DB43-5578-5203-C6AC8EB5192A}"/>
              </a:ext>
            </a:extLst>
          </p:cNvPr>
          <p:cNvGrpSpPr/>
          <p:nvPr/>
        </p:nvGrpSpPr>
        <p:grpSpPr>
          <a:xfrm>
            <a:off x="8011641" y="1415433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FB011E0E-822F-5798-211A-111ABD698E1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2" name="Rectangle: Rounded Corners 4">
              <a:extLst>
                <a:ext uri="{FF2B5EF4-FFF2-40B4-BE49-F238E27FC236}">
                  <a16:creationId xmlns:a16="http://schemas.microsoft.com/office/drawing/2014/main" id="{A8FC0F25-40CE-DC9E-75AE-A1D1D8D0EC6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5E8DB1C1-E120-0FEC-33A3-DB1540FB7748}"/>
              </a:ext>
            </a:extLst>
          </p:cNvPr>
          <p:cNvSpPr txBox="1"/>
          <p:nvPr/>
        </p:nvSpPr>
        <p:spPr>
          <a:xfrm>
            <a:off x="79219" y="244393"/>
            <a:ext cx="649019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() {</a:t>
            </a:r>
          </a:p>
          <a:p>
            <a:r>
              <a:rPr lang="en-US" dirty="0"/>
              <a:t>if (!head) {cout &lt;&lt; "\n List is empty.\n"; return; }</a:t>
            </a:r>
          </a:p>
          <a:p>
            <a:r>
              <a:rPr lang="en-US" b="1" dirty="0"/>
              <a:t>cout &lt;&lt; "\</a:t>
            </a:r>
            <a:r>
              <a:rPr lang="en-US" b="1" dirty="0" err="1"/>
              <a:t>nEnter</a:t>
            </a:r>
            <a:r>
              <a:rPr lang="en-US" b="1" dirty="0"/>
              <a:t> the value of the node you wish to delete: ";</a:t>
            </a:r>
          </a:p>
          <a:p>
            <a:r>
              <a:rPr lang="en-US" b="1" dirty="0" err="1"/>
              <a:t>cin</a:t>
            </a:r>
            <a:r>
              <a:rPr lang="en-US" b="1" dirty="0"/>
              <a:t> &gt;&gt;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r>
              <a:rPr lang="en-US" b="1" dirty="0"/>
              <a:t>Node* </a:t>
            </a:r>
            <a:r>
              <a:rPr lang="en-US" b="1" dirty="0" err="1"/>
              <a:t>trNo</a:t>
            </a:r>
            <a:r>
              <a:rPr lang="en-US" b="1" dirty="0"/>
              <a:t> = head;</a:t>
            </a:r>
          </a:p>
          <a:p>
            <a:r>
              <a:rPr lang="en-US" b="1" dirty="0"/>
              <a:t> bool </a:t>
            </a:r>
            <a:r>
              <a:rPr lang="en-US" b="1" dirty="0" err="1"/>
              <a:t>isFound</a:t>
            </a:r>
            <a:r>
              <a:rPr lang="en-US" b="1" dirty="0"/>
              <a:t> = false, circular = </a:t>
            </a:r>
            <a:r>
              <a:rPr lang="en-US" b="1" dirty="0" err="1"/>
              <a:t>isCircular</a:t>
            </a:r>
            <a:r>
              <a:rPr lang="en-US" b="1" dirty="0"/>
              <a:t>( );</a:t>
            </a:r>
          </a:p>
          <a:p>
            <a:r>
              <a:rPr lang="en-US" b="1" dirty="0"/>
              <a:t>do {</a:t>
            </a:r>
          </a:p>
          <a:p>
            <a:r>
              <a:rPr lang="en-US" b="1" dirty="0"/>
              <a:t>        if (</a:t>
            </a:r>
            <a:r>
              <a:rPr lang="en-US" b="1" dirty="0" err="1"/>
              <a:t>trNo</a:t>
            </a:r>
            <a:r>
              <a:rPr lang="en-US" b="1" dirty="0"/>
              <a:t>-&gt;data == </a:t>
            </a:r>
            <a:r>
              <a:rPr lang="en-US" b="1" dirty="0" err="1"/>
              <a:t>val</a:t>
            </a:r>
            <a:r>
              <a:rPr lang="en-US" b="1" dirty="0"/>
              <a:t>) {</a:t>
            </a:r>
            <a:r>
              <a:rPr lang="en-US" b="1" dirty="0" err="1"/>
              <a:t>isFound</a:t>
            </a:r>
            <a:r>
              <a:rPr lang="en-US" b="1" dirty="0"/>
              <a:t> = true;  break; }</a:t>
            </a:r>
          </a:p>
          <a:p>
            <a:r>
              <a:rPr lang="en-US" b="1" dirty="0"/>
              <a:t>        </a:t>
            </a:r>
            <a:r>
              <a:rPr lang="en-US" b="1" dirty="0" err="1"/>
              <a:t>trNo</a:t>
            </a:r>
            <a:r>
              <a:rPr lang="en-US" b="1" dirty="0"/>
              <a:t> = </a:t>
            </a:r>
            <a:r>
              <a:rPr lang="en-US" b="1" dirty="0" err="1"/>
              <a:t>trNo</a:t>
            </a:r>
            <a:r>
              <a:rPr lang="en-US" b="1" dirty="0"/>
              <a:t>-&gt;next;</a:t>
            </a:r>
          </a:p>
          <a:p>
            <a:r>
              <a:rPr lang="en-US" b="1" dirty="0"/>
              <a:t>    } while (   ( </a:t>
            </a:r>
            <a:r>
              <a:rPr lang="en-US" b="1" dirty="0" err="1"/>
              <a:t>trNo</a:t>
            </a:r>
            <a:r>
              <a:rPr lang="en-US" b="1" dirty="0"/>
              <a:t> != </a:t>
            </a:r>
            <a:r>
              <a:rPr lang="en-US" b="1" dirty="0" err="1"/>
              <a:t>nullptr</a:t>
            </a:r>
            <a:r>
              <a:rPr lang="en-US" b="1" dirty="0"/>
              <a:t> )      &amp;&amp; </a:t>
            </a:r>
          </a:p>
          <a:p>
            <a:r>
              <a:rPr lang="en-US" b="1" dirty="0"/>
              <a:t>                         (  circular  ?   </a:t>
            </a:r>
            <a:r>
              <a:rPr lang="en-US" b="1" dirty="0" err="1"/>
              <a:t>trNo</a:t>
            </a:r>
            <a:r>
              <a:rPr lang="en-US" b="1" dirty="0"/>
              <a:t> != head  :  true  )    );</a:t>
            </a:r>
          </a:p>
          <a:p>
            <a:r>
              <a:rPr lang="en-US" dirty="0"/>
              <a:t>if (!</a:t>
            </a:r>
            <a:r>
              <a:rPr lang="en-US" dirty="0" err="1"/>
              <a:t>isFound</a:t>
            </a:r>
            <a:r>
              <a:rPr lang="en-US" dirty="0"/>
              <a:t>) { cout &lt;&lt; "\</a:t>
            </a:r>
            <a:r>
              <a:rPr lang="en-US" dirty="0" err="1"/>
              <a:t>nValue</a:t>
            </a:r>
            <a:r>
              <a:rPr lang="en-US" dirty="0"/>
              <a:t> not present\n";   return;    }</a:t>
            </a:r>
          </a:p>
          <a:p>
            <a:r>
              <a:rPr lang="en-US" dirty="0"/>
              <a:t>// Case 1: Single Node:  if (head == tail &amp;&amp; head-&gt;data == </a:t>
            </a:r>
            <a:r>
              <a:rPr lang="en-US" dirty="0" err="1"/>
              <a:t>val</a:t>
            </a:r>
            <a:r>
              <a:rPr lang="en-US" dirty="0"/>
              <a:t>) { }</a:t>
            </a:r>
          </a:p>
          <a:p>
            <a:r>
              <a:rPr lang="en-US" dirty="0"/>
              <a:t>// Case 2: Deleting the Head Node:    if (</a:t>
            </a:r>
            <a:r>
              <a:rPr lang="en-US" dirty="0" err="1"/>
              <a:t>trNo</a:t>
            </a:r>
            <a:r>
              <a:rPr lang="en-US" dirty="0"/>
              <a:t> == head) {   }</a:t>
            </a:r>
          </a:p>
          <a:p>
            <a:r>
              <a:rPr lang="en-US" dirty="0"/>
              <a:t>// Case 3: Deleting the Tail Node</a:t>
            </a:r>
            <a:r>
              <a:rPr lang="en-US" b="1" dirty="0"/>
              <a:t>    else if (</a:t>
            </a:r>
            <a:r>
              <a:rPr lang="en-US" b="1" dirty="0" err="1"/>
              <a:t>trNo</a:t>
            </a:r>
            <a:r>
              <a:rPr lang="en-US" b="1" dirty="0"/>
              <a:t> == tail) { }</a:t>
            </a:r>
          </a:p>
          <a:p>
            <a:r>
              <a:rPr lang="en-US" dirty="0"/>
              <a:t>// Case 4: Deleting Intermediate Node:  </a:t>
            </a:r>
          </a:p>
          <a:p>
            <a:r>
              <a:rPr lang="en-US" b="1" dirty="0"/>
              <a:t>  else {</a:t>
            </a:r>
          </a:p>
          <a:p>
            <a:r>
              <a:rPr lang="en-US" b="1" dirty="0"/>
              <a:t>        </a:t>
            </a:r>
            <a:r>
              <a:rPr lang="en-US" b="1" dirty="0" err="1"/>
              <a:t>trNo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-&gt;</a:t>
            </a:r>
            <a:r>
              <a:rPr lang="en-US" b="1" dirty="0"/>
              <a:t> </a:t>
            </a:r>
            <a:r>
              <a:rPr lang="en-US" b="1" dirty="0" err="1"/>
              <a:t>prev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-&gt;</a:t>
            </a:r>
            <a:r>
              <a:rPr lang="en-US" b="1" dirty="0"/>
              <a:t> next =  </a:t>
            </a:r>
            <a:r>
              <a:rPr lang="en-US" b="1" dirty="0" err="1"/>
              <a:t>trNo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-&gt; </a:t>
            </a:r>
            <a:r>
              <a:rPr lang="en-US" b="1" dirty="0"/>
              <a:t>next;</a:t>
            </a:r>
          </a:p>
          <a:p>
            <a:r>
              <a:rPr lang="en-US" b="1" dirty="0"/>
              <a:t>        </a:t>
            </a:r>
            <a:r>
              <a:rPr lang="en-US" b="1" dirty="0" err="1"/>
              <a:t>trNo</a:t>
            </a:r>
            <a:r>
              <a:rPr lang="en-US" b="1" dirty="0">
                <a:solidFill>
                  <a:srgbClr val="FF0000"/>
                </a:solidFill>
              </a:rPr>
              <a:t> -&gt; </a:t>
            </a:r>
            <a:r>
              <a:rPr lang="en-US" b="1" dirty="0"/>
              <a:t>next </a:t>
            </a:r>
            <a:r>
              <a:rPr lang="en-US" b="1" dirty="0">
                <a:solidFill>
                  <a:srgbClr val="FF0000"/>
                </a:solidFill>
              </a:rPr>
              <a:t>-&gt;</a:t>
            </a:r>
            <a:r>
              <a:rPr lang="en-US" b="1" dirty="0"/>
              <a:t> </a:t>
            </a:r>
            <a:r>
              <a:rPr lang="en-US" b="1" dirty="0" err="1"/>
              <a:t>prev</a:t>
            </a:r>
            <a:r>
              <a:rPr lang="en-US" b="1" dirty="0"/>
              <a:t> = </a:t>
            </a:r>
            <a:r>
              <a:rPr lang="en-US" b="1" dirty="0" err="1"/>
              <a:t>trNo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-&gt;</a:t>
            </a:r>
            <a:r>
              <a:rPr lang="en-US" b="1" dirty="0"/>
              <a:t> </a:t>
            </a:r>
            <a:r>
              <a:rPr lang="en-US" b="1" dirty="0" err="1"/>
              <a:t>prev</a:t>
            </a:r>
            <a:r>
              <a:rPr lang="en-US" b="1" dirty="0"/>
              <a:t>;</a:t>
            </a:r>
          </a:p>
          <a:p>
            <a:r>
              <a:rPr lang="en-US" b="1" dirty="0"/>
              <a:t> }</a:t>
            </a:r>
          </a:p>
          <a:p>
            <a:r>
              <a:rPr lang="en-US" dirty="0"/>
              <a:t>    </a:t>
            </a:r>
            <a:r>
              <a:rPr lang="en-US" b="1" dirty="0"/>
              <a:t>delete </a:t>
            </a:r>
            <a:r>
              <a:rPr lang="en-US" b="1" dirty="0" err="1"/>
              <a:t>trNo</a:t>
            </a:r>
            <a:r>
              <a:rPr lang="en-US" b="1" dirty="0"/>
              <a:t>;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9D2149A-30DA-2219-1446-E30A2C8AC3A3}"/>
              </a:ext>
            </a:extLst>
          </p:cNvPr>
          <p:cNvGrpSpPr/>
          <p:nvPr/>
        </p:nvGrpSpPr>
        <p:grpSpPr>
          <a:xfrm>
            <a:off x="5222234" y="2487232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205" name="Rectangle: Rounded Corners 204">
              <a:extLst>
                <a:ext uri="{FF2B5EF4-FFF2-40B4-BE49-F238E27FC236}">
                  <a16:creationId xmlns:a16="http://schemas.microsoft.com/office/drawing/2014/main" id="{1EDEBB4A-9C6F-9979-BC58-28265A0476A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6" name="Rectangle: Rounded Corners 4">
              <a:extLst>
                <a:ext uri="{FF2B5EF4-FFF2-40B4-BE49-F238E27FC236}">
                  <a16:creationId xmlns:a16="http://schemas.microsoft.com/office/drawing/2014/main" id="{6CC493BB-AEA5-F5D2-D668-8310C3DBFDEB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011DC220-A08E-2601-C67F-E418498C8CC3}"/>
              </a:ext>
            </a:extLst>
          </p:cNvPr>
          <p:cNvGrpSpPr/>
          <p:nvPr/>
        </p:nvGrpSpPr>
        <p:grpSpPr>
          <a:xfrm>
            <a:off x="5424761" y="277882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8" name="Rectangle: Rounded Corners 207">
              <a:extLst>
                <a:ext uri="{FF2B5EF4-FFF2-40B4-BE49-F238E27FC236}">
                  <a16:creationId xmlns:a16="http://schemas.microsoft.com/office/drawing/2014/main" id="{D5BF6D66-FFB9-08F6-708A-90117EA715E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9" name="Rectangle: Rounded Corners 4">
              <a:extLst>
                <a:ext uri="{FF2B5EF4-FFF2-40B4-BE49-F238E27FC236}">
                  <a16:creationId xmlns:a16="http://schemas.microsoft.com/office/drawing/2014/main" id="{E9AF469A-5975-4348-CE69-E80BF373264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10" name="Rectangle 209">
            <a:extLst>
              <a:ext uri="{FF2B5EF4-FFF2-40B4-BE49-F238E27FC236}">
                <a16:creationId xmlns:a16="http://schemas.microsoft.com/office/drawing/2014/main" id="{0C1A4E6B-2870-5C3C-5962-9DB8015EB31F}"/>
              </a:ext>
            </a:extLst>
          </p:cNvPr>
          <p:cNvSpPr/>
          <p:nvPr/>
        </p:nvSpPr>
        <p:spPr>
          <a:xfrm>
            <a:off x="4831027" y="1248854"/>
            <a:ext cx="1232834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isFound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1289AD3-30D7-A85E-89E2-3976E9087A8A}"/>
              </a:ext>
            </a:extLst>
          </p:cNvPr>
          <p:cNvSpPr/>
          <p:nvPr/>
        </p:nvSpPr>
        <p:spPr>
          <a:xfrm>
            <a:off x="6122738" y="125430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9C8619C-05D8-6214-66E3-800A84C34DD1}"/>
              </a:ext>
            </a:extLst>
          </p:cNvPr>
          <p:cNvSpPr/>
          <p:nvPr/>
        </p:nvSpPr>
        <p:spPr>
          <a:xfrm>
            <a:off x="4896604" y="1583896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E269B1C1-FD57-45EE-3DD3-204B62CD5132}"/>
              </a:ext>
            </a:extLst>
          </p:cNvPr>
          <p:cNvSpPr/>
          <p:nvPr/>
        </p:nvSpPr>
        <p:spPr>
          <a:xfrm>
            <a:off x="6109709" y="1580624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155AF94B-A84E-602C-46F8-8508488892B1}"/>
              </a:ext>
            </a:extLst>
          </p:cNvPr>
          <p:cNvSpPr/>
          <p:nvPr/>
        </p:nvSpPr>
        <p:spPr>
          <a:xfrm>
            <a:off x="6122737" y="124885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8116654-443A-F694-E834-9320F64D1AB0}"/>
              </a:ext>
            </a:extLst>
          </p:cNvPr>
          <p:cNvGrpSpPr/>
          <p:nvPr/>
        </p:nvGrpSpPr>
        <p:grpSpPr>
          <a:xfrm>
            <a:off x="2048084" y="1097786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68515CCA-E484-1485-7B0B-06C5AA0E890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0" name="Rectangle: Rounded Corners 4">
              <a:extLst>
                <a:ext uri="{FF2B5EF4-FFF2-40B4-BE49-F238E27FC236}">
                  <a16:creationId xmlns:a16="http://schemas.microsoft.com/office/drawing/2014/main" id="{9162DF26-E6AE-A224-BA8D-75CC30A3D17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382DD5D-4652-044E-2DB4-93BB17AE7284}"/>
              </a:ext>
            </a:extLst>
          </p:cNvPr>
          <p:cNvGrpSpPr/>
          <p:nvPr/>
        </p:nvGrpSpPr>
        <p:grpSpPr>
          <a:xfrm>
            <a:off x="5423082" y="2758554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9CC0C5F-9EC3-3F14-9122-3CD3C990BAD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E613F4F6-9CBB-3FD3-30E6-3D225D4AD1B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5771460-4981-D253-8335-C6AFA6AAA3AE}"/>
              </a:ext>
            </a:extLst>
          </p:cNvPr>
          <p:cNvSpPr/>
          <p:nvPr/>
        </p:nvSpPr>
        <p:spPr>
          <a:xfrm>
            <a:off x="1455142" y="3026871"/>
            <a:ext cx="874335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929F4DF-9084-D1B1-5481-D79389C3E18A}"/>
              </a:ext>
            </a:extLst>
          </p:cNvPr>
          <p:cNvSpPr/>
          <p:nvPr/>
        </p:nvSpPr>
        <p:spPr>
          <a:xfrm>
            <a:off x="2539168" y="3014446"/>
            <a:ext cx="1419812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4427CB4-ACD6-2C5C-EE51-1EBFCD426B60}"/>
              </a:ext>
            </a:extLst>
          </p:cNvPr>
          <p:cNvSpPr/>
          <p:nvPr/>
        </p:nvSpPr>
        <p:spPr>
          <a:xfrm>
            <a:off x="488887" y="2179758"/>
            <a:ext cx="2157613" cy="309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61DF43CC-4154-E70B-B396-34E99147754F}"/>
              </a:ext>
            </a:extLst>
          </p:cNvPr>
          <p:cNvSpPr/>
          <p:nvPr/>
        </p:nvSpPr>
        <p:spPr>
          <a:xfrm>
            <a:off x="469274" y="2467954"/>
            <a:ext cx="2157613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D92C72-5897-6696-C147-F53B29179BCF}"/>
              </a:ext>
            </a:extLst>
          </p:cNvPr>
          <p:cNvGrpSpPr/>
          <p:nvPr/>
        </p:nvGrpSpPr>
        <p:grpSpPr>
          <a:xfrm>
            <a:off x="5432399" y="2766397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72761732-5127-A423-862B-35816D4F88D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4" name="Rectangle: Rounded Corners 4">
              <a:extLst>
                <a:ext uri="{FF2B5EF4-FFF2-40B4-BE49-F238E27FC236}">
                  <a16:creationId xmlns:a16="http://schemas.microsoft.com/office/drawing/2014/main" id="{397E7C03-257F-F279-E99D-0EFE14EF4D0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72442D3-BD5D-3785-0ECA-1EB3ACFD848A}"/>
              </a:ext>
            </a:extLst>
          </p:cNvPr>
          <p:cNvSpPr/>
          <p:nvPr/>
        </p:nvSpPr>
        <p:spPr>
          <a:xfrm>
            <a:off x="1446089" y="3035923"/>
            <a:ext cx="874335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D775DAA4-9041-0B31-0336-94B019E9C81F}"/>
              </a:ext>
            </a:extLst>
          </p:cNvPr>
          <p:cNvSpPr/>
          <p:nvPr/>
        </p:nvSpPr>
        <p:spPr>
          <a:xfrm>
            <a:off x="2521062" y="2997445"/>
            <a:ext cx="1419812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CAFC828-7649-4C5B-C029-49977F76B88B}"/>
              </a:ext>
            </a:extLst>
          </p:cNvPr>
          <p:cNvSpPr/>
          <p:nvPr/>
        </p:nvSpPr>
        <p:spPr>
          <a:xfrm>
            <a:off x="490074" y="2187706"/>
            <a:ext cx="2157613" cy="309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69C20B2-D682-6506-18EF-933B7CDAFE4D}"/>
              </a:ext>
            </a:extLst>
          </p:cNvPr>
          <p:cNvSpPr/>
          <p:nvPr/>
        </p:nvSpPr>
        <p:spPr>
          <a:xfrm>
            <a:off x="448474" y="2484955"/>
            <a:ext cx="2157613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4E8404-52A6-9A81-3950-0A01C281DF51}"/>
              </a:ext>
            </a:extLst>
          </p:cNvPr>
          <p:cNvGrpSpPr/>
          <p:nvPr/>
        </p:nvGrpSpPr>
        <p:grpSpPr>
          <a:xfrm>
            <a:off x="5423322" y="2761096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093997F0-A339-041B-1B24-7990CABB1FC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1" name="Rectangle: Rounded Corners 4">
              <a:extLst>
                <a:ext uri="{FF2B5EF4-FFF2-40B4-BE49-F238E27FC236}">
                  <a16:creationId xmlns:a16="http://schemas.microsoft.com/office/drawing/2014/main" id="{BB613D14-5877-C836-9F66-5BCEC88C08F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A12A0B5A-455B-A9B3-308A-F716E20C3963}"/>
              </a:ext>
            </a:extLst>
          </p:cNvPr>
          <p:cNvSpPr/>
          <p:nvPr/>
        </p:nvSpPr>
        <p:spPr>
          <a:xfrm>
            <a:off x="1437035" y="3026872"/>
            <a:ext cx="874335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D47715BF-5F72-D6C1-6D3D-B3187A97DF81}"/>
              </a:ext>
            </a:extLst>
          </p:cNvPr>
          <p:cNvSpPr/>
          <p:nvPr/>
        </p:nvSpPr>
        <p:spPr>
          <a:xfrm>
            <a:off x="2530114" y="3014446"/>
            <a:ext cx="1419812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AA087DDF-E980-344E-8057-57198AA3E671}"/>
              </a:ext>
            </a:extLst>
          </p:cNvPr>
          <p:cNvSpPr/>
          <p:nvPr/>
        </p:nvSpPr>
        <p:spPr>
          <a:xfrm>
            <a:off x="479834" y="2193854"/>
            <a:ext cx="2157613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A33A6890-D99E-239A-73B6-C6E0EFAF96D4}"/>
              </a:ext>
            </a:extLst>
          </p:cNvPr>
          <p:cNvSpPr/>
          <p:nvPr/>
        </p:nvSpPr>
        <p:spPr>
          <a:xfrm>
            <a:off x="2655553" y="2225100"/>
            <a:ext cx="1610330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DD0527AB-9581-C203-03CE-FCBFBE32FDFE}"/>
              </a:ext>
            </a:extLst>
          </p:cNvPr>
          <p:cNvSpPr/>
          <p:nvPr/>
        </p:nvSpPr>
        <p:spPr>
          <a:xfrm>
            <a:off x="4276098" y="2221755"/>
            <a:ext cx="763089" cy="309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811ACC7-343B-5A96-CC65-00E4A0798F5F}"/>
              </a:ext>
            </a:extLst>
          </p:cNvPr>
          <p:cNvGrpSpPr/>
          <p:nvPr/>
        </p:nvGrpSpPr>
        <p:grpSpPr>
          <a:xfrm>
            <a:off x="11011575" y="3481113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51DA6A11-2BA2-8810-659E-A467EC00F3A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0" name="Rectangle: Rounded Corners 4">
              <a:extLst>
                <a:ext uri="{FF2B5EF4-FFF2-40B4-BE49-F238E27FC236}">
                  <a16:creationId xmlns:a16="http://schemas.microsoft.com/office/drawing/2014/main" id="{9B3F1AE0-4211-163C-40E5-BF11FBFB009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8F4AF9B-C880-DE4A-E428-DDA33F0BA769}"/>
              </a:ext>
            </a:extLst>
          </p:cNvPr>
          <p:cNvGrpSpPr/>
          <p:nvPr/>
        </p:nvGrpSpPr>
        <p:grpSpPr>
          <a:xfrm>
            <a:off x="7973965" y="5451628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B2F9745C-0DAB-D0E5-82F3-5BEEE7E2CAD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3" name="Rectangle: Rounded Corners 4">
              <a:extLst>
                <a:ext uri="{FF2B5EF4-FFF2-40B4-BE49-F238E27FC236}">
                  <a16:creationId xmlns:a16="http://schemas.microsoft.com/office/drawing/2014/main" id="{784A34BF-AAE3-6701-40E9-260E622FC80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57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3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3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9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9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9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9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5" dur="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5" dur="2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5" dur="2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5" dur="2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1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1000"/>
                                        <p:tgtEl>
                                          <p:spTgt spid="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0"/>
                                        <p:tgtEl>
                                          <p:spTgt spid="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1000" fill="hold"/>
                                        <p:tgtEl>
                                          <p:spTgt spid="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1000"/>
                                        <p:tgtEl>
                                          <p:spTgt spid="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000" fill="hold"/>
                                        <p:tgtEl>
                                          <p:spTgt spid="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000"/>
                                        <p:tgtEl>
                                          <p:spTgt spid="2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2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20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1000"/>
                                        <p:tgtEl>
                                          <p:spTgt spid="2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2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20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1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2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2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20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1000"/>
                                        <p:tgtEl>
                                          <p:spTgt spid="20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2" dur="1000" fill="hold"/>
                                        <p:tgtEl>
                                          <p:spTgt spid="20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20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000"/>
                                        <p:tgtEl>
                                          <p:spTgt spid="20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20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 fill="hold"/>
                                        <p:tgtEl>
                                          <p:spTgt spid="20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4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6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0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3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6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79" dur="2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82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1000"/>
                                        <p:tgtEl>
                                          <p:spTgt spid="20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9" dur="1000" fill="hold"/>
                                        <p:tgtEl>
                                          <p:spTgt spid="20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20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1829 0.00039 -0.03634 0.00065 -0.0544 C 0.00078 -0.06134 0.00105 -0.06829 0.00144 -0.07547 C 0.0017 -0.08056 0.00222 -0.0838 0.003 -0.08866 C 0.00274 -0.10278 0.00287 -0.1169 0.00222 -0.13102 C 0.00209 -0.13287 0.00157 -0.13496 0.00065 -0.13611 C -0.00013 -0.13727 -0.0013 -0.13704 -0.00221 -0.1375 C -0.00273 -0.13935 -0.00338 -0.14097 -0.00377 -0.14283 C -0.00416 -0.14445 -0.00442 -0.14815 -0.00442 -0.14815 L -0.00442 -0.14931 " pathEditMode="relative" ptsTypes="AAAAAAAAAAA">
                                      <p:cBhvr>
                                        <p:cTn id="392" dur="2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1829 0.00039 -0.03634 0.00065 -0.0544 C 0.00078 -0.06134 0.00105 -0.06829 0.00144 -0.07547 C 0.0017 -0.08056 0.00222 -0.0838 0.003 -0.08866 C 0.00274 -0.10278 0.00287 -0.1169 0.00222 -0.13102 C 0.00209 -0.13287 0.00157 -0.13496 0.00065 -0.13611 C -0.00013 -0.13727 -0.0013 -0.13704 -0.00221 -0.1375 C -0.00273 -0.13935 -0.00338 -0.14097 -0.00377 -0.14283 C -0.00416 -0.14445 -0.00442 -0.14815 -0.00442 -0.14815 L -0.00442 -0.14931 " pathEditMode="relative" ptsTypes="AAAAAAAAAAA">
                                      <p:cBhvr>
                                        <p:cTn id="394" dur="20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1829 0.00039 -0.03634 0.00065 -0.0544 C 0.00078 -0.06134 0.00105 -0.06829 0.00144 -0.07547 C 0.0017 -0.08056 0.00222 -0.0838 0.003 -0.08866 C 0.00274 -0.10278 0.00287 -0.1169 0.00222 -0.13102 C 0.00209 -0.13287 0.00157 -0.13496 0.00065 -0.13611 C -0.00013 -0.13727 -0.0013 -0.13704 -0.00221 -0.1375 C -0.00273 -0.13935 -0.00338 -0.14097 -0.00377 -0.14283 C -0.00416 -0.14445 -0.00442 -0.14815 -0.00442 -0.14815 L -0.00442 -0.14931 " pathEditMode="relative" ptsTypes="AAAAAAAAAAA">
                                      <p:cBhvr>
                                        <p:cTn id="396" dur="2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1829 0.00039 -0.03634 0.00065 -0.0544 C 0.00078 -0.06134 0.00105 -0.06829 0.00144 -0.07547 C 0.0017 -0.08056 0.00222 -0.0838 0.003 -0.08866 C 0.00274 -0.10278 0.00287 -0.1169 0.00222 -0.13102 C 0.00209 -0.13287 0.00157 -0.13496 0.00065 -0.13611 C -0.00013 -0.13727 -0.0013 -0.13704 -0.00221 -0.1375 C -0.00273 -0.13935 -0.00338 -0.14097 -0.00377 -0.14283 C -0.00416 -0.14445 -0.00442 -0.14815 -0.00442 -0.14815 L -0.00442 -0.14931 " pathEditMode="relative" ptsTypes="AAAAAAAAAAA">
                                      <p:cBhvr>
                                        <p:cTn id="398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26 -0.01829 0.00039 -0.03634 0.00065 -0.0544 C 0.00078 -0.06134 0.00105 -0.06829 0.00144 -0.07547 C 0.0017 -0.08056 0.00222 -0.0838 0.003 -0.08866 C 0.00274 -0.10278 0.00287 -0.1169 0.00222 -0.13102 C 0.00209 -0.13287 0.00157 -0.13496 0.00065 -0.13611 C -0.00013 -0.13727 -0.0013 -0.13704 -0.00221 -0.1375 C -0.00273 -0.13935 -0.00338 -0.14097 -0.00377 -0.14283 C -0.00416 -0.14445 -0.00442 -0.14815 -0.00442 -0.14815 L -0.00442 -0.14931 " pathEditMode="relative" ptsTypes="AAAAAAAAAAA">
                                      <p:cBhvr>
                                        <p:cTn id="400" dur="2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211" grpId="0" animBg="1"/>
      <p:bldP spid="212" grpId="0" animBg="1"/>
      <p:bldP spid="213" grpId="0" animBg="1"/>
      <p:bldP spid="217" grpId="0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48" grpId="0" animBg="1"/>
      <p:bldP spid="148" grpId="1" animBg="1"/>
      <p:bldP spid="149" grpId="0" animBg="1"/>
      <p:bldP spid="149" grpId="1" animBg="1"/>
      <p:bldP spid="150" grpId="0" animBg="1"/>
      <p:bldP spid="150" grpId="1" animBg="1"/>
      <p:bldP spid="151" grpId="0" animBg="1"/>
      <p:bldP spid="151" grpId="1" animBg="1"/>
      <p:bldP spid="152" grpId="0" animBg="1"/>
      <p:bldP spid="15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A45FEB-0C24-6703-4316-C07DE5F5E7FB}"/>
              </a:ext>
            </a:extLst>
          </p:cNvPr>
          <p:cNvSpPr txBox="1"/>
          <p:nvPr/>
        </p:nvSpPr>
        <p:spPr>
          <a:xfrm>
            <a:off x="0" y="-74879"/>
            <a:ext cx="7251821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deleteByValue</a:t>
            </a:r>
            <a:r>
              <a:rPr lang="en-US" dirty="0"/>
              <a:t>() {</a:t>
            </a:r>
          </a:p>
          <a:p>
            <a:r>
              <a:rPr lang="en-US" dirty="0"/>
              <a:t>if (!head) {cout &lt;&lt; "\n List is empty.\n"; return; }</a:t>
            </a:r>
          </a:p>
          <a:p>
            <a:endParaRPr lang="en-US" dirty="0"/>
          </a:p>
          <a:p>
            <a:r>
              <a:rPr lang="en-US" dirty="0"/>
              <a:t>cout &lt;&lt; "\</a:t>
            </a:r>
            <a:r>
              <a:rPr lang="en-US" dirty="0" err="1"/>
              <a:t>nEnter</a:t>
            </a:r>
            <a:r>
              <a:rPr lang="en-US" dirty="0"/>
              <a:t> the value of the node you wish to delete: "; cin &gt;&gt;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Node* </a:t>
            </a:r>
            <a:r>
              <a:rPr lang="en-US" dirty="0" err="1"/>
              <a:t>trNo</a:t>
            </a:r>
            <a:r>
              <a:rPr lang="en-US" dirty="0"/>
              <a:t> = head; bool </a:t>
            </a:r>
            <a:r>
              <a:rPr lang="en-US" dirty="0" err="1"/>
              <a:t>isFound</a:t>
            </a:r>
            <a:r>
              <a:rPr lang="en-US" dirty="0"/>
              <a:t> = false, circular = </a:t>
            </a:r>
            <a:r>
              <a:rPr lang="en-US" dirty="0" err="1"/>
              <a:t>isCircular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do {</a:t>
            </a:r>
          </a:p>
          <a:p>
            <a:r>
              <a:rPr lang="en-US" dirty="0"/>
              <a:t>        if (</a:t>
            </a:r>
            <a:r>
              <a:rPr lang="en-US" dirty="0" err="1"/>
              <a:t>trNo</a:t>
            </a:r>
            <a:r>
              <a:rPr lang="en-US" dirty="0"/>
              <a:t>-&gt;data == </a:t>
            </a:r>
            <a:r>
              <a:rPr lang="en-US" dirty="0" err="1"/>
              <a:t>val</a:t>
            </a:r>
            <a:r>
              <a:rPr lang="en-US" dirty="0"/>
              <a:t>) {</a:t>
            </a:r>
            <a:r>
              <a:rPr lang="en-US" dirty="0" err="1"/>
              <a:t>isFound</a:t>
            </a:r>
            <a:r>
              <a:rPr lang="en-US" dirty="0"/>
              <a:t> = true; break; }</a:t>
            </a:r>
          </a:p>
          <a:p>
            <a:r>
              <a:rPr lang="en-US" dirty="0"/>
              <a:t>        </a:t>
            </a:r>
            <a:r>
              <a:rPr lang="en-US" dirty="0" err="1"/>
              <a:t>trNo</a:t>
            </a:r>
            <a:r>
              <a:rPr lang="en-US" dirty="0"/>
              <a:t> = </a:t>
            </a:r>
            <a:r>
              <a:rPr lang="en-US" dirty="0" err="1"/>
              <a:t>trNo</a:t>
            </a:r>
            <a:r>
              <a:rPr lang="en-US" dirty="0"/>
              <a:t>-&gt;next;</a:t>
            </a:r>
          </a:p>
          <a:p>
            <a:r>
              <a:rPr lang="en-US" dirty="0"/>
              <a:t>    } while ( (</a:t>
            </a:r>
            <a:r>
              <a:rPr lang="en-US" dirty="0" err="1"/>
              <a:t>trNo</a:t>
            </a:r>
            <a:r>
              <a:rPr lang="en-US" dirty="0"/>
              <a:t> != </a:t>
            </a:r>
            <a:r>
              <a:rPr lang="en-US" dirty="0" err="1"/>
              <a:t>nullptr</a:t>
            </a:r>
            <a:r>
              <a:rPr lang="en-US" dirty="0"/>
              <a:t>) &amp;&amp; (circular ? </a:t>
            </a:r>
            <a:r>
              <a:rPr lang="en-US" dirty="0" err="1"/>
              <a:t>trNo</a:t>
            </a:r>
            <a:r>
              <a:rPr lang="en-US" dirty="0"/>
              <a:t> != head : true) );</a:t>
            </a:r>
          </a:p>
          <a:p>
            <a:endParaRPr lang="en-US" dirty="0"/>
          </a:p>
          <a:p>
            <a:r>
              <a:rPr lang="en-US" dirty="0"/>
              <a:t>if ( !</a:t>
            </a:r>
            <a:r>
              <a:rPr lang="en-US" dirty="0" err="1"/>
              <a:t>isFound</a:t>
            </a:r>
            <a:r>
              <a:rPr lang="en-US" dirty="0"/>
              <a:t> ) { cout &lt;&lt; "\</a:t>
            </a:r>
            <a:r>
              <a:rPr lang="en-US" dirty="0" err="1"/>
              <a:t>nValue</a:t>
            </a:r>
            <a:r>
              <a:rPr lang="en-US" dirty="0"/>
              <a:t> not present\n";   return;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00B050"/>
                </a:solidFill>
              </a:rPr>
              <a:t>// Case 1: Single Node in List</a:t>
            </a:r>
          </a:p>
          <a:p>
            <a:r>
              <a:rPr lang="en-US" b="1" dirty="0">
                <a:solidFill>
                  <a:srgbClr val="00B050"/>
                </a:solidFill>
              </a:rPr>
              <a:t>    if (head == tail &amp;&amp; head-&gt;data == </a:t>
            </a:r>
            <a:r>
              <a:rPr lang="en-US" b="1" dirty="0" err="1">
                <a:solidFill>
                  <a:srgbClr val="00B050"/>
                </a:solidFill>
              </a:rPr>
              <a:t>val</a:t>
            </a:r>
            <a:r>
              <a:rPr lang="en-US" b="1" dirty="0">
                <a:solidFill>
                  <a:srgbClr val="00B050"/>
                </a:solidFill>
              </a:rPr>
              <a:t>) {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delete head;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head = tail = </a:t>
            </a:r>
            <a:r>
              <a:rPr lang="en-US" b="1" dirty="0" err="1">
                <a:solidFill>
                  <a:srgbClr val="00B050"/>
                </a:solidFill>
              </a:rPr>
              <a:t>nullptr</a:t>
            </a:r>
            <a:r>
              <a:rPr lang="en-US" b="1" dirty="0">
                <a:solidFill>
                  <a:srgbClr val="00B050"/>
                </a:solidFill>
              </a:rPr>
              <a:t>;        return;    }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b="1" dirty="0">
                <a:solidFill>
                  <a:srgbClr val="7030A0"/>
                </a:solidFill>
              </a:rPr>
              <a:t>// Case 2: Deleting the Head Node</a:t>
            </a:r>
          </a:p>
          <a:p>
            <a:r>
              <a:rPr lang="en-US" b="1" dirty="0">
                <a:solidFill>
                  <a:srgbClr val="7030A0"/>
                </a:solidFill>
              </a:rPr>
              <a:t>    if (</a:t>
            </a:r>
            <a:r>
              <a:rPr lang="en-US" b="1" dirty="0" err="1">
                <a:solidFill>
                  <a:srgbClr val="7030A0"/>
                </a:solidFill>
              </a:rPr>
              <a:t>trNo</a:t>
            </a:r>
            <a:r>
              <a:rPr lang="en-US" b="1" dirty="0">
                <a:solidFill>
                  <a:srgbClr val="7030A0"/>
                </a:solidFill>
              </a:rPr>
              <a:t> == head) {</a:t>
            </a:r>
          </a:p>
          <a:p>
            <a:r>
              <a:rPr lang="en-US" b="1" dirty="0">
                <a:solidFill>
                  <a:srgbClr val="7030A0"/>
                </a:solidFill>
              </a:rPr>
              <a:t>        head = head-&gt;next;</a:t>
            </a:r>
          </a:p>
          <a:p>
            <a:r>
              <a:rPr lang="en-US" b="1" dirty="0">
                <a:solidFill>
                  <a:srgbClr val="7030A0"/>
                </a:solidFill>
              </a:rPr>
              <a:t>        head-&gt;</a:t>
            </a:r>
            <a:r>
              <a:rPr lang="en-US" b="1" dirty="0" err="1">
                <a:solidFill>
                  <a:srgbClr val="7030A0"/>
                </a:solidFill>
              </a:rPr>
              <a:t>prev</a:t>
            </a:r>
            <a:r>
              <a:rPr lang="en-US" b="1" dirty="0">
                <a:solidFill>
                  <a:srgbClr val="7030A0"/>
                </a:solidFill>
              </a:rPr>
              <a:t> = circular ? tail : </a:t>
            </a:r>
            <a:r>
              <a:rPr lang="en-US" b="1" dirty="0" err="1">
                <a:solidFill>
                  <a:srgbClr val="7030A0"/>
                </a:solidFill>
              </a:rPr>
              <a:t>nullptr</a:t>
            </a:r>
            <a:r>
              <a:rPr lang="en-US" b="1" dirty="0">
                <a:solidFill>
                  <a:srgbClr val="7030A0"/>
                </a:solidFill>
              </a:rPr>
              <a:t>;</a:t>
            </a:r>
          </a:p>
          <a:p>
            <a:r>
              <a:rPr lang="en-US" b="1" dirty="0">
                <a:solidFill>
                  <a:srgbClr val="7030A0"/>
                </a:solidFill>
              </a:rPr>
              <a:t>        if (circular) tail-&gt;next = head;</a:t>
            </a:r>
          </a:p>
          <a:p>
            <a:r>
              <a:rPr lang="en-US" b="1" dirty="0">
                <a:solidFill>
                  <a:srgbClr val="7030A0"/>
                </a:solidFill>
              </a:rPr>
              <a:t>    }</a:t>
            </a:r>
          </a:p>
          <a:p>
            <a:r>
              <a:rPr lang="en-US" dirty="0"/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5C0D0-0C35-63EC-953A-B552FB0BE6C2}"/>
              </a:ext>
            </a:extLst>
          </p:cNvPr>
          <p:cNvSpPr txBox="1"/>
          <p:nvPr/>
        </p:nvSpPr>
        <p:spPr>
          <a:xfrm>
            <a:off x="7340092" y="278206"/>
            <a:ext cx="46376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// Case 3: Deleting the Tail Node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else if (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trNo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== tail) {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    tail = tail-&gt;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prev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    tail-&gt;next = circular ? head :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nullptr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;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    if (circular) head-&gt;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prev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= tail;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  }</a:t>
            </a:r>
          </a:p>
          <a:p>
            <a:r>
              <a:rPr lang="en-US" b="1" dirty="0">
                <a:solidFill>
                  <a:srgbClr val="FF0000"/>
                </a:solidFill>
              </a:rPr>
              <a:t>    </a:t>
            </a:r>
          </a:p>
          <a:p>
            <a:r>
              <a:rPr lang="en-US" b="1" dirty="0">
                <a:solidFill>
                  <a:srgbClr val="FF0000"/>
                </a:solidFill>
              </a:rPr>
              <a:t>// Case 4: Deleting an Intermediate Node</a:t>
            </a:r>
          </a:p>
          <a:p>
            <a:r>
              <a:rPr lang="en-US" b="1" dirty="0">
                <a:solidFill>
                  <a:srgbClr val="FF0000"/>
                </a:solidFill>
              </a:rPr>
              <a:t>    else {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 err="1">
                <a:solidFill>
                  <a:srgbClr val="FF0000"/>
                </a:solidFill>
              </a:rPr>
              <a:t>trNo</a:t>
            </a:r>
            <a:r>
              <a:rPr lang="en-US" b="1" dirty="0">
                <a:solidFill>
                  <a:srgbClr val="FF0000"/>
                </a:solidFill>
              </a:rPr>
              <a:t>-&gt;</a:t>
            </a:r>
            <a:r>
              <a:rPr lang="en-US" b="1" dirty="0" err="1">
                <a:solidFill>
                  <a:srgbClr val="FF0000"/>
                </a:solidFill>
              </a:rPr>
              <a:t>prev</a:t>
            </a:r>
            <a:r>
              <a:rPr lang="en-US" b="1" dirty="0">
                <a:solidFill>
                  <a:srgbClr val="FF0000"/>
                </a:solidFill>
              </a:rPr>
              <a:t>-&gt;next = </a:t>
            </a:r>
            <a:r>
              <a:rPr lang="en-US" b="1" dirty="0" err="1">
                <a:solidFill>
                  <a:srgbClr val="FF0000"/>
                </a:solidFill>
              </a:rPr>
              <a:t>trNo</a:t>
            </a:r>
            <a:r>
              <a:rPr lang="en-US" b="1" dirty="0">
                <a:solidFill>
                  <a:srgbClr val="FF0000"/>
                </a:solidFill>
              </a:rPr>
              <a:t>-&gt;next;</a:t>
            </a:r>
          </a:p>
          <a:p>
            <a:r>
              <a:rPr lang="en-US" b="1" dirty="0">
                <a:solidFill>
                  <a:srgbClr val="FF0000"/>
                </a:solidFill>
              </a:rPr>
              <a:t>        </a:t>
            </a:r>
            <a:r>
              <a:rPr lang="en-US" b="1" dirty="0" err="1">
                <a:solidFill>
                  <a:srgbClr val="FF0000"/>
                </a:solidFill>
              </a:rPr>
              <a:t>trNo</a:t>
            </a:r>
            <a:r>
              <a:rPr lang="en-US" b="1" dirty="0">
                <a:solidFill>
                  <a:srgbClr val="FF0000"/>
                </a:solidFill>
              </a:rPr>
              <a:t>-&gt;next-&gt;</a:t>
            </a:r>
            <a:r>
              <a:rPr lang="en-US" b="1" dirty="0" err="1">
                <a:solidFill>
                  <a:srgbClr val="FF0000"/>
                </a:solidFill>
              </a:rPr>
              <a:t>prev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trNo</a:t>
            </a:r>
            <a:r>
              <a:rPr lang="en-US" b="1" dirty="0">
                <a:solidFill>
                  <a:srgbClr val="FF0000"/>
                </a:solidFill>
              </a:rPr>
              <a:t>-&gt;</a:t>
            </a:r>
            <a:r>
              <a:rPr lang="en-US" b="1" dirty="0" err="1">
                <a:solidFill>
                  <a:srgbClr val="FF0000"/>
                </a:solidFill>
              </a:rPr>
              <a:t>prev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r>
              <a:rPr lang="en-US" b="1" dirty="0">
                <a:solidFill>
                  <a:srgbClr val="FF0000"/>
                </a:solidFill>
              </a:rPr>
              <a:t>    }</a:t>
            </a:r>
          </a:p>
          <a:p>
            <a:endParaRPr lang="en-US" b="1" dirty="0"/>
          </a:p>
          <a:p>
            <a:r>
              <a:rPr lang="en-US" b="1" dirty="0"/>
              <a:t>    delete </a:t>
            </a:r>
            <a:r>
              <a:rPr lang="en-US" b="1" dirty="0" err="1"/>
              <a:t>trNo</a:t>
            </a:r>
            <a:r>
              <a:rPr lang="en-US" b="1" dirty="0"/>
              <a:t>;</a:t>
            </a:r>
          </a:p>
          <a:p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5060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5E2DD5-F930-36DB-C9F8-40CB3099022D}"/>
              </a:ext>
            </a:extLst>
          </p:cNvPr>
          <p:cNvSpPr txBox="1"/>
          <p:nvPr/>
        </p:nvSpPr>
        <p:spPr>
          <a:xfrm>
            <a:off x="70164" y="789636"/>
            <a:ext cx="595340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int </a:t>
            </a:r>
            <a:r>
              <a:rPr lang="en-US" sz="1900" b="1" dirty="0" err="1"/>
              <a:t>countNodes</a:t>
            </a:r>
            <a:r>
              <a:rPr lang="en-US" sz="1900" b="1" dirty="0"/>
              <a:t>( ) {    </a:t>
            </a:r>
          </a:p>
          <a:p>
            <a:endParaRPr lang="en-US" sz="1900" b="1" dirty="0"/>
          </a:p>
          <a:p>
            <a:r>
              <a:rPr lang="en-US" sz="1900" b="1" dirty="0"/>
              <a:t>if ( !head ) return 0; </a:t>
            </a:r>
          </a:p>
          <a:p>
            <a:endParaRPr lang="en-US" sz="1900" b="1" dirty="0"/>
          </a:p>
          <a:p>
            <a:r>
              <a:rPr lang="en-US" sz="1900" b="1" dirty="0"/>
              <a:t>int count = 0;    bool circular = </a:t>
            </a:r>
            <a:r>
              <a:rPr lang="en-US" sz="1900" b="1" dirty="0" err="1"/>
              <a:t>isCircular</a:t>
            </a:r>
            <a:r>
              <a:rPr lang="en-US" sz="1900" b="1" dirty="0"/>
              <a:t>( );</a:t>
            </a:r>
          </a:p>
          <a:p>
            <a:r>
              <a:rPr lang="en-US" sz="1900" b="1" dirty="0"/>
              <a:t>Node *</a:t>
            </a:r>
            <a:r>
              <a:rPr lang="en-US" sz="1900" b="1" dirty="0" err="1"/>
              <a:t>trNo</a:t>
            </a:r>
            <a:r>
              <a:rPr lang="en-US" sz="1900" b="1" dirty="0"/>
              <a:t> = head;    </a:t>
            </a:r>
          </a:p>
          <a:p>
            <a:r>
              <a:rPr lang="en-US" sz="1900" b="1" dirty="0"/>
              <a:t>do {            </a:t>
            </a:r>
          </a:p>
          <a:p>
            <a:r>
              <a:rPr lang="en-US" sz="1900" b="1" dirty="0"/>
              <a:t>	count++;            </a:t>
            </a:r>
          </a:p>
          <a:p>
            <a:r>
              <a:rPr lang="en-US" sz="1900" b="1" dirty="0"/>
              <a:t>	</a:t>
            </a:r>
            <a:r>
              <a:rPr lang="en-US" sz="1900" b="1" dirty="0" err="1"/>
              <a:t>trNo</a:t>
            </a:r>
            <a:r>
              <a:rPr lang="en-US" sz="1900" b="1" dirty="0"/>
              <a:t> = </a:t>
            </a:r>
            <a:r>
              <a:rPr lang="en-US" sz="1900" b="1" dirty="0" err="1"/>
              <a:t>trNo</a:t>
            </a:r>
            <a:r>
              <a:rPr lang="en-US" sz="1900" b="1" dirty="0"/>
              <a:t>-&gt;next;        </a:t>
            </a:r>
          </a:p>
          <a:p>
            <a:r>
              <a:rPr lang="en-US" sz="1900" b="1" dirty="0"/>
              <a:t>} </a:t>
            </a:r>
          </a:p>
          <a:p>
            <a:r>
              <a:rPr lang="en-US" sz="1900" b="1" dirty="0"/>
              <a:t>while ( circular  ?  ( </a:t>
            </a:r>
            <a:r>
              <a:rPr lang="en-US" sz="1900" b="1" dirty="0" err="1"/>
              <a:t>trNo</a:t>
            </a:r>
            <a:r>
              <a:rPr lang="en-US" sz="1900" b="1" dirty="0"/>
              <a:t> != head )  :  (</a:t>
            </a:r>
            <a:r>
              <a:rPr lang="en-US" sz="1900" b="1" dirty="0" err="1"/>
              <a:t>trNo</a:t>
            </a:r>
            <a:r>
              <a:rPr lang="en-US" sz="1900" b="1" dirty="0"/>
              <a:t> != </a:t>
            </a:r>
            <a:r>
              <a:rPr lang="en-US" sz="1900" b="1" dirty="0" err="1"/>
              <a:t>nullptr</a:t>
            </a:r>
            <a:r>
              <a:rPr lang="en-US" sz="1900" b="1" dirty="0"/>
              <a:t>)   );</a:t>
            </a:r>
          </a:p>
          <a:p>
            <a:endParaRPr lang="en-US" sz="1900" b="1" dirty="0"/>
          </a:p>
          <a:p>
            <a:r>
              <a:rPr lang="en-US" sz="1900" b="1" dirty="0"/>
              <a:t>return count;          </a:t>
            </a:r>
          </a:p>
          <a:p>
            <a:endParaRPr lang="en-US" sz="1900" b="1" dirty="0"/>
          </a:p>
          <a:p>
            <a:r>
              <a:rPr lang="en-US" sz="1900" b="1" dirty="0"/>
              <a:t>}</a:t>
            </a:r>
          </a:p>
          <a:p>
            <a:endParaRPr lang="en-US" sz="1900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69D5CC-7BEA-2C2F-1A3B-9F85BB55A550}"/>
              </a:ext>
            </a:extLst>
          </p:cNvPr>
          <p:cNvGrpSpPr/>
          <p:nvPr/>
        </p:nvGrpSpPr>
        <p:grpSpPr>
          <a:xfrm>
            <a:off x="6264766" y="42618"/>
            <a:ext cx="1790761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3D3962B-2C2B-26A1-FB4B-1B31C08663D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A78DEE85-E1D1-891A-387D-229F5DEB655B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66A04C9-730A-A594-B0EA-969EA4C5520E}"/>
              </a:ext>
            </a:extLst>
          </p:cNvPr>
          <p:cNvGrpSpPr/>
          <p:nvPr/>
        </p:nvGrpSpPr>
        <p:grpSpPr>
          <a:xfrm>
            <a:off x="5855106" y="5620308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5903F3F-0EE9-E4A2-5199-004D021030D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C0CE6ECF-C12B-3FE5-F63F-C1374E17D5F9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0514BC-45D7-F58F-A146-9110579159EF}"/>
              </a:ext>
            </a:extLst>
          </p:cNvPr>
          <p:cNvGrpSpPr/>
          <p:nvPr/>
        </p:nvGrpSpPr>
        <p:grpSpPr>
          <a:xfrm>
            <a:off x="5888924" y="619945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4A8D8A9-327D-AF4B-0612-B5D26B91C8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E4D12A3A-CB03-D1C8-1299-365D7373DC5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47A385-8111-5DE4-99E3-9DD127219FC1}"/>
              </a:ext>
            </a:extLst>
          </p:cNvPr>
          <p:cNvGrpSpPr/>
          <p:nvPr/>
        </p:nvGrpSpPr>
        <p:grpSpPr>
          <a:xfrm>
            <a:off x="7260486" y="1977329"/>
            <a:ext cx="4746183" cy="898838"/>
            <a:chOff x="411300" y="2320549"/>
            <a:chExt cx="4746183" cy="89883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A638C8-5AF3-EA0B-83B9-2E858A58F071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6ADB66F-663B-E7B8-C36A-E53A3920579D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1C63932-8255-74E5-2B01-F7FA4C96057F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8C2BA403-1AF4-B24D-C5F7-51FBCBAEB1EB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: Rounded Corners 4">
                  <a:extLst>
                    <a:ext uri="{FF2B5EF4-FFF2-40B4-BE49-F238E27FC236}">
                      <a16:creationId xmlns:a16="http://schemas.microsoft.com/office/drawing/2014/main" id="{482806C2-1B63-14CA-3062-5321F2D774B6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DA24A97-2925-8946-65C2-05E90EEA4D0A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DCDF370E-2D24-40BD-9E83-0257CED447E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: Rounded Corners 4">
                  <a:extLst>
                    <a:ext uri="{FF2B5EF4-FFF2-40B4-BE49-F238E27FC236}">
                      <a16:creationId xmlns:a16="http://schemas.microsoft.com/office/drawing/2014/main" id="{03D9DC3A-6897-2214-4237-842952C6DFE2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05CAF6D-CA98-8774-D809-5E02396BCF79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DD6AF43A-43C6-9481-E2D8-17720A61EBD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Rectangle: Rounded Corners 4">
                  <a:extLst>
                    <a:ext uri="{FF2B5EF4-FFF2-40B4-BE49-F238E27FC236}">
                      <a16:creationId xmlns:a16="http://schemas.microsoft.com/office/drawing/2014/main" id="{DE91017F-EFCC-CEF4-898B-704129585FD2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890F9DB-F79D-E80C-42AD-0C037AD75605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9D64C87-1712-F608-76A7-2934580B283C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9" name="Rectangle: Rounded Corners 4">
                <a:extLst>
                  <a:ext uri="{FF2B5EF4-FFF2-40B4-BE49-F238E27FC236}">
                    <a16:creationId xmlns:a16="http://schemas.microsoft.com/office/drawing/2014/main" id="{FB0C1363-F123-7BD8-8150-A864EBB9D4B7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822D4D-3F9B-D651-D3A9-B578F72F2F91}"/>
              </a:ext>
            </a:extLst>
          </p:cNvPr>
          <p:cNvGrpSpPr/>
          <p:nvPr/>
        </p:nvGrpSpPr>
        <p:grpSpPr>
          <a:xfrm>
            <a:off x="9709330" y="240098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6AF83A4-37A1-D926-8F53-6D95BDEBCA2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2" name="Rectangle: Rounded Corners 4">
              <a:extLst>
                <a:ext uri="{FF2B5EF4-FFF2-40B4-BE49-F238E27FC236}">
                  <a16:creationId xmlns:a16="http://schemas.microsoft.com/office/drawing/2014/main" id="{233F10C9-AFB4-F419-A8E6-A41FC0FAF0B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01BB779-F8E7-05FE-2A06-74AF34B34AFC}"/>
              </a:ext>
            </a:extLst>
          </p:cNvPr>
          <p:cNvGrpSpPr/>
          <p:nvPr/>
        </p:nvGrpSpPr>
        <p:grpSpPr>
          <a:xfrm>
            <a:off x="8011883" y="239308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8E4F996-3904-8ADB-42C3-838FA926CC6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2234332F-19C4-6F85-7322-3FF6B89F817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D73ACA3-8321-8398-131B-FA3A41E91304}"/>
              </a:ext>
            </a:extLst>
          </p:cNvPr>
          <p:cNvGrpSpPr/>
          <p:nvPr/>
        </p:nvGrpSpPr>
        <p:grpSpPr>
          <a:xfrm>
            <a:off x="11026559" y="240520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AF4B9B40-50F1-5EA7-10F6-0196E955016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629D230E-CFCC-6ED7-363F-9967A48E10E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2D15589-18B1-78AC-6091-6C0EB1A137A1}"/>
              </a:ext>
            </a:extLst>
          </p:cNvPr>
          <p:cNvGrpSpPr/>
          <p:nvPr/>
        </p:nvGrpSpPr>
        <p:grpSpPr>
          <a:xfrm>
            <a:off x="7281215" y="940762"/>
            <a:ext cx="4746183" cy="915245"/>
            <a:chOff x="411300" y="2304142"/>
            <a:chExt cx="4746183" cy="91524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1A5E957-51D7-8E90-3012-8DE583889888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DE871045-4EEA-8FE8-FBE7-7064CDA72673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F51678E-47DA-CD02-1F58-7B6456257057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1D4A2DAD-27B9-7C73-1618-A12F783BD783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AC85731E-AC00-0846-8DE0-AA278235BCD9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5EA3F86-210F-2B47-8CAE-12190B25D175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470B49AB-51B5-5CC2-DBA7-9EAA2BA29756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: Rounded Corners 4">
                  <a:extLst>
                    <a:ext uri="{FF2B5EF4-FFF2-40B4-BE49-F238E27FC236}">
                      <a16:creationId xmlns:a16="http://schemas.microsoft.com/office/drawing/2014/main" id="{3C876646-C9DB-0620-1019-51BD0BF5BAC3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0A435C32-7D62-561A-CCF7-5809CA93E307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666A76E7-8298-F38D-34E0-EE4CBD1BEC3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: Rounded Corners 4">
                  <a:extLst>
                    <a:ext uri="{FF2B5EF4-FFF2-40B4-BE49-F238E27FC236}">
                      <a16:creationId xmlns:a16="http://schemas.microsoft.com/office/drawing/2014/main" id="{5E01BB1C-0B3E-EA2B-54E2-E300EBC56A31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66966A4-9600-5762-9FC4-B29B470E1F4C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D1B6542-3120-4C9A-2446-6E2D0F8D0EF7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3" name="Rectangle: Rounded Corners 4">
                <a:extLst>
                  <a:ext uri="{FF2B5EF4-FFF2-40B4-BE49-F238E27FC236}">
                    <a16:creationId xmlns:a16="http://schemas.microsoft.com/office/drawing/2014/main" id="{7F1C1FF7-3F51-2425-81BB-72EAFA1804AF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EDB567-0DCA-403C-DD22-5FE119DDCBE5}"/>
              </a:ext>
            </a:extLst>
          </p:cNvPr>
          <p:cNvGrpSpPr/>
          <p:nvPr/>
        </p:nvGrpSpPr>
        <p:grpSpPr>
          <a:xfrm>
            <a:off x="9690519" y="1387484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4C988837-CE3A-7C9B-5381-FA9C7F95E4E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6" name="Rectangle: Rounded Corners 4">
              <a:extLst>
                <a:ext uri="{FF2B5EF4-FFF2-40B4-BE49-F238E27FC236}">
                  <a16:creationId xmlns:a16="http://schemas.microsoft.com/office/drawing/2014/main" id="{2ECAC00A-88FB-359E-2AF2-E52DC8DE2B1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6B0261F-3BAF-B907-CB6A-5F1890864BA9}"/>
              </a:ext>
            </a:extLst>
          </p:cNvPr>
          <p:cNvGrpSpPr/>
          <p:nvPr/>
        </p:nvGrpSpPr>
        <p:grpSpPr>
          <a:xfrm>
            <a:off x="11010485" y="1368178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2157D572-9DCE-7A55-915D-38A0FCACE40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9" name="Rectangle: Rounded Corners 4">
              <a:extLst>
                <a:ext uri="{FF2B5EF4-FFF2-40B4-BE49-F238E27FC236}">
                  <a16:creationId xmlns:a16="http://schemas.microsoft.com/office/drawing/2014/main" id="{EF568ECA-42B3-F45E-B139-4677D8133D2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8C1E646-3EDE-29A5-BF01-305AD7DE156B}"/>
              </a:ext>
            </a:extLst>
          </p:cNvPr>
          <p:cNvGrpSpPr/>
          <p:nvPr/>
        </p:nvGrpSpPr>
        <p:grpSpPr>
          <a:xfrm>
            <a:off x="7971290" y="239256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1D65485E-50D0-828A-916E-BFB05DFBFCB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2" name="Rectangle: Rounded Corners 4">
              <a:extLst>
                <a:ext uri="{FF2B5EF4-FFF2-40B4-BE49-F238E27FC236}">
                  <a16:creationId xmlns:a16="http://schemas.microsoft.com/office/drawing/2014/main" id="{0CCD5390-52FB-7FFA-BE4A-309E0FFF95B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C9087AB-0496-FFC8-C5C7-39F8AD77BD59}"/>
              </a:ext>
            </a:extLst>
          </p:cNvPr>
          <p:cNvGrpSpPr/>
          <p:nvPr/>
        </p:nvGrpSpPr>
        <p:grpSpPr>
          <a:xfrm>
            <a:off x="6500427" y="57142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8AE95CD-4E08-ED90-A4DA-4F5E0CD4E69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5" name="Rectangle: Rounded Corners 4">
              <a:extLst>
                <a:ext uri="{FF2B5EF4-FFF2-40B4-BE49-F238E27FC236}">
                  <a16:creationId xmlns:a16="http://schemas.microsoft.com/office/drawing/2014/main" id="{A95644E1-7AFE-FBCC-1F4E-5C307FF2B19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3916344-8FBD-AA93-C034-5BD3E67D1A2F}"/>
              </a:ext>
            </a:extLst>
          </p:cNvPr>
          <p:cNvGrpSpPr/>
          <p:nvPr/>
        </p:nvGrpSpPr>
        <p:grpSpPr>
          <a:xfrm>
            <a:off x="7248974" y="3981133"/>
            <a:ext cx="4746183" cy="888079"/>
            <a:chOff x="411300" y="2331308"/>
            <a:chExt cx="4746183" cy="888079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988C548-395B-6E6E-4F73-CFACE18BB421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6F93B7C-ADEC-7849-38F6-BCD08C4CBCA6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12E64302-D445-0BB2-2813-363E531AC056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F71C69CC-F875-4E7D-D566-CEAD322332C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4">
                  <a:extLst>
                    <a:ext uri="{FF2B5EF4-FFF2-40B4-BE49-F238E27FC236}">
                      <a16:creationId xmlns:a16="http://schemas.microsoft.com/office/drawing/2014/main" id="{622550CB-082F-EB86-FEF8-5894853F18DE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562DE7FB-8021-7552-60F6-D211FBE09089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A5B42DBC-E57E-D9E2-ACE0-B6F9617C726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: Rounded Corners 4">
                  <a:extLst>
                    <a:ext uri="{FF2B5EF4-FFF2-40B4-BE49-F238E27FC236}">
                      <a16:creationId xmlns:a16="http://schemas.microsoft.com/office/drawing/2014/main" id="{13313C86-EBAC-5266-741C-7355D0EE2D1B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8EC56B85-9A4B-C746-1199-1C6B266C2983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5" name="Rectangle: Rounded Corners 74">
                  <a:extLst>
                    <a:ext uri="{FF2B5EF4-FFF2-40B4-BE49-F238E27FC236}">
                      <a16:creationId xmlns:a16="http://schemas.microsoft.com/office/drawing/2014/main" id="{6DEDD577-EE0A-2681-F351-8FF0599B470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Rectangle: Rounded Corners 4">
                  <a:extLst>
                    <a:ext uri="{FF2B5EF4-FFF2-40B4-BE49-F238E27FC236}">
                      <a16:creationId xmlns:a16="http://schemas.microsoft.com/office/drawing/2014/main" id="{CF09E69E-D1BD-CA74-0B37-FE6E15818336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0070BF8-A1A1-D33F-0700-A584ACE49C3E}"/>
                </a:ext>
              </a:extLst>
            </p:cNvPr>
            <p:cNvGrpSpPr/>
            <p:nvPr/>
          </p:nvGrpSpPr>
          <p:grpSpPr>
            <a:xfrm>
              <a:off x="463213" y="2331308"/>
              <a:ext cx="1323249" cy="279814"/>
              <a:chOff x="-1821155" y="2972061"/>
              <a:chExt cx="2329653" cy="1367630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5C10E56F-97F2-7685-7726-40163663916E}"/>
                  </a:ext>
                </a:extLst>
              </p:cNvPr>
              <p:cNvSpPr/>
              <p:nvPr/>
            </p:nvSpPr>
            <p:spPr>
              <a:xfrm>
                <a:off x="-1821155" y="2972061"/>
                <a:ext cx="2329653" cy="1367630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0" name="Rectangle: Rounded Corners 4">
                <a:extLst>
                  <a:ext uri="{FF2B5EF4-FFF2-40B4-BE49-F238E27FC236}">
                    <a16:creationId xmlns:a16="http://schemas.microsoft.com/office/drawing/2014/main" id="{8DCC8B38-D7D5-F3A9-8566-E14B1E1ACEEA}"/>
                  </a:ext>
                </a:extLst>
              </p:cNvPr>
              <p:cNvSpPr txBox="1"/>
              <p:nvPr/>
            </p:nvSpPr>
            <p:spPr>
              <a:xfrm>
                <a:off x="-1682337" y="3055703"/>
                <a:ext cx="2039246" cy="1151235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B0D7ACA-7B56-263E-7191-F9E5C6EDE9B3}"/>
              </a:ext>
            </a:extLst>
          </p:cNvPr>
          <p:cNvGrpSpPr/>
          <p:nvPr/>
        </p:nvGrpSpPr>
        <p:grpSpPr>
          <a:xfrm>
            <a:off x="9689509" y="440285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5138162F-9F57-55CA-2145-10830ADD883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3" name="Rectangle: Rounded Corners 4">
              <a:extLst>
                <a:ext uri="{FF2B5EF4-FFF2-40B4-BE49-F238E27FC236}">
                  <a16:creationId xmlns:a16="http://schemas.microsoft.com/office/drawing/2014/main" id="{520F863E-50E4-C9EB-84A7-C640FB12DC4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EB47106-9E7C-9AE6-0D39-57BABF0D9AFF}"/>
              </a:ext>
            </a:extLst>
          </p:cNvPr>
          <p:cNvGrpSpPr/>
          <p:nvPr/>
        </p:nvGrpSpPr>
        <p:grpSpPr>
          <a:xfrm>
            <a:off x="7973956" y="439494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1B505C72-FE44-0858-AA89-2668FBFC8A3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6" name="Rectangle: Rounded Corners 4">
              <a:extLst>
                <a:ext uri="{FF2B5EF4-FFF2-40B4-BE49-F238E27FC236}">
                  <a16:creationId xmlns:a16="http://schemas.microsoft.com/office/drawing/2014/main" id="{B89D71F7-DF78-2269-25B5-5AB957B34CD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5F6D52E-CB9E-67D2-E6CC-63832333F392}"/>
              </a:ext>
            </a:extLst>
          </p:cNvPr>
          <p:cNvGrpSpPr/>
          <p:nvPr/>
        </p:nvGrpSpPr>
        <p:grpSpPr>
          <a:xfrm>
            <a:off x="10961472" y="4416120"/>
            <a:ext cx="105247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9A48CD75-D921-7E86-3DF6-DDE07D219B2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9" name="Rectangle: Rounded Corners 4">
              <a:extLst>
                <a:ext uri="{FF2B5EF4-FFF2-40B4-BE49-F238E27FC236}">
                  <a16:creationId xmlns:a16="http://schemas.microsoft.com/office/drawing/2014/main" id="{1DE017AF-169D-D75F-4D57-211E3786613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6D5C981-EE61-48D3-27EC-F499D194ADC4}"/>
              </a:ext>
            </a:extLst>
          </p:cNvPr>
          <p:cNvGrpSpPr/>
          <p:nvPr/>
        </p:nvGrpSpPr>
        <p:grpSpPr>
          <a:xfrm>
            <a:off x="11020688" y="240393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8F7866C6-71D0-CBD0-20D2-413F0031819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2" name="Rectangle: Rounded Corners 4">
              <a:extLst>
                <a:ext uri="{FF2B5EF4-FFF2-40B4-BE49-F238E27FC236}">
                  <a16:creationId xmlns:a16="http://schemas.microsoft.com/office/drawing/2014/main" id="{2A81D398-94C7-687D-5368-76EA06E288E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A40B96-76DD-2089-7B6A-E1504A13A43E}"/>
              </a:ext>
            </a:extLst>
          </p:cNvPr>
          <p:cNvGrpSpPr/>
          <p:nvPr/>
        </p:nvGrpSpPr>
        <p:grpSpPr>
          <a:xfrm>
            <a:off x="7952265" y="4395236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7FF09953-CBFB-CC46-4354-55820A74A7E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5" name="Rectangle: Rounded Corners 4">
              <a:extLst>
                <a:ext uri="{FF2B5EF4-FFF2-40B4-BE49-F238E27FC236}">
                  <a16:creationId xmlns:a16="http://schemas.microsoft.com/office/drawing/2014/main" id="{EB46C888-9820-E351-357F-71D7210B8AC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8DA2E86-3F7E-6FDF-3CAE-6CC5476D9D9D}"/>
              </a:ext>
            </a:extLst>
          </p:cNvPr>
          <p:cNvGrpSpPr/>
          <p:nvPr/>
        </p:nvGrpSpPr>
        <p:grpSpPr>
          <a:xfrm>
            <a:off x="5888924" y="6199453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F8807BEB-55ED-0F1A-F732-754956A35EA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8" name="Rectangle: Rounded Corners 4">
              <a:extLst>
                <a:ext uri="{FF2B5EF4-FFF2-40B4-BE49-F238E27FC236}">
                  <a16:creationId xmlns:a16="http://schemas.microsoft.com/office/drawing/2014/main" id="{E8C4C10D-7F9C-A6E5-83DA-C526514189E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5D88BE5-EC2E-944E-8B8D-194C55AB39C8}"/>
              </a:ext>
            </a:extLst>
          </p:cNvPr>
          <p:cNvGrpSpPr/>
          <p:nvPr/>
        </p:nvGrpSpPr>
        <p:grpSpPr>
          <a:xfrm>
            <a:off x="7279746" y="2973831"/>
            <a:ext cx="4746183" cy="915235"/>
            <a:chOff x="384141" y="2258887"/>
            <a:chExt cx="4746183" cy="915235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C5B618E-0366-1B81-D745-47C34F3BD0C3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E81867D8-4D73-B772-D615-EEC3A2907B67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BB4B4A7F-E69F-E8BD-7098-9840B8833E31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46C1E734-26E1-D4B2-519A-00A26DD1FEC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: Rounded Corners 4">
                  <a:extLst>
                    <a:ext uri="{FF2B5EF4-FFF2-40B4-BE49-F238E27FC236}">
                      <a16:creationId xmlns:a16="http://schemas.microsoft.com/office/drawing/2014/main" id="{3A1537C0-3436-6231-78B3-9AD25994440C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00BBB80C-85E7-5218-67D8-CB5671430D0F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0938927B-D7DD-F3F0-1189-2895BF77B63E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: Rounded Corners 4">
                  <a:extLst>
                    <a:ext uri="{FF2B5EF4-FFF2-40B4-BE49-F238E27FC236}">
                      <a16:creationId xmlns:a16="http://schemas.microsoft.com/office/drawing/2014/main" id="{4FF9B80F-D3C3-25C4-97AC-D147C431B1CF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B2F992EF-836F-9060-A4DE-40B9A952E07E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08" name="Rectangle: Rounded Corners 107">
                  <a:extLst>
                    <a:ext uri="{FF2B5EF4-FFF2-40B4-BE49-F238E27FC236}">
                      <a16:creationId xmlns:a16="http://schemas.microsoft.com/office/drawing/2014/main" id="{741D38DE-4F36-70D9-83BF-1364240A743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: Rounded Corners 4">
                  <a:extLst>
                    <a:ext uri="{FF2B5EF4-FFF2-40B4-BE49-F238E27FC236}">
                      <a16:creationId xmlns:a16="http://schemas.microsoft.com/office/drawing/2014/main" id="{7BF8AFA7-4092-4478-E9D4-B03141082015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31434AA-991C-E157-E654-397D1F9B034F}"/>
                </a:ext>
              </a:extLst>
            </p:cNvPr>
            <p:cNvGrpSpPr/>
            <p:nvPr/>
          </p:nvGrpSpPr>
          <p:grpSpPr>
            <a:xfrm>
              <a:off x="417960" y="2258887"/>
              <a:ext cx="1218525" cy="279814"/>
              <a:chOff x="-1900821" y="2618095"/>
              <a:chExt cx="2145281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E8EAF1AD-BD8E-2C42-1EC0-BD472FD4DD42}"/>
                  </a:ext>
                </a:extLst>
              </p:cNvPr>
              <p:cNvSpPr/>
              <p:nvPr/>
            </p:nvSpPr>
            <p:spPr>
              <a:xfrm>
                <a:off x="-1900821" y="261809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03" name="Rectangle: Rounded Corners 4">
                <a:extLst>
                  <a:ext uri="{FF2B5EF4-FFF2-40B4-BE49-F238E27FC236}">
                    <a16:creationId xmlns:a16="http://schemas.microsoft.com/office/drawing/2014/main" id="{ACB60BC3-5E4A-1493-D9F2-EE6B8A98C14D}"/>
                  </a:ext>
                </a:extLst>
              </p:cNvPr>
              <p:cNvSpPr txBox="1"/>
              <p:nvPr/>
            </p:nvSpPr>
            <p:spPr>
              <a:xfrm>
                <a:off x="-1857682" y="2701752"/>
                <a:ext cx="2039248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99EE7EF-6F76-4B13-CC54-A83E9F436251}"/>
              </a:ext>
            </a:extLst>
          </p:cNvPr>
          <p:cNvGrpSpPr/>
          <p:nvPr/>
        </p:nvGrpSpPr>
        <p:grpSpPr>
          <a:xfrm>
            <a:off x="9721990" y="347958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3F9196C4-AE61-5D2A-A620-164D0813F90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D5AF5BF2-1409-5282-72B2-9B2E0C922D2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5C2B7D5-803B-6861-16BE-5457DDA68650}"/>
              </a:ext>
            </a:extLst>
          </p:cNvPr>
          <p:cNvGrpSpPr/>
          <p:nvPr/>
        </p:nvGrpSpPr>
        <p:grpSpPr>
          <a:xfrm>
            <a:off x="8011641" y="345441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24DF10D1-F0FD-E8E2-C76F-5BE18AA4E37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1C1ADCF6-8F17-DF57-7AB3-43A80205798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93C1485-39F0-5EA9-7B85-041E1FE8B5F7}"/>
              </a:ext>
            </a:extLst>
          </p:cNvPr>
          <p:cNvGrpSpPr/>
          <p:nvPr/>
        </p:nvGrpSpPr>
        <p:grpSpPr>
          <a:xfrm>
            <a:off x="11031517" y="346147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E74AA2E0-52DB-CDEA-7D11-BA9D10A7570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2" name="Rectangle: Rounded Corners 4">
              <a:extLst>
                <a:ext uri="{FF2B5EF4-FFF2-40B4-BE49-F238E27FC236}">
                  <a16:creationId xmlns:a16="http://schemas.microsoft.com/office/drawing/2014/main" id="{0A97646E-7587-F61F-3C73-AB8D237A075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352ACF9-5453-7E04-7329-D03C20F858B2}"/>
              </a:ext>
            </a:extLst>
          </p:cNvPr>
          <p:cNvGrpSpPr/>
          <p:nvPr/>
        </p:nvGrpSpPr>
        <p:grpSpPr>
          <a:xfrm>
            <a:off x="11020688" y="3461334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E46DB626-9F71-143B-0EFA-694C1C868DA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5" name="Rectangle: Rounded Corners 4">
              <a:extLst>
                <a:ext uri="{FF2B5EF4-FFF2-40B4-BE49-F238E27FC236}">
                  <a16:creationId xmlns:a16="http://schemas.microsoft.com/office/drawing/2014/main" id="{A89A8345-2D68-0B00-8B77-9CCBEE0A2AD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C5E2F7F-E602-4D8D-8DC3-5316642206F8}"/>
              </a:ext>
            </a:extLst>
          </p:cNvPr>
          <p:cNvGrpSpPr/>
          <p:nvPr/>
        </p:nvGrpSpPr>
        <p:grpSpPr>
          <a:xfrm>
            <a:off x="8011920" y="3452281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0E88F4B6-F540-3F6B-DF58-9F52C69CF1F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8" name="Rectangle: Rounded Corners 4">
              <a:extLst>
                <a:ext uri="{FF2B5EF4-FFF2-40B4-BE49-F238E27FC236}">
                  <a16:creationId xmlns:a16="http://schemas.microsoft.com/office/drawing/2014/main" id="{D4105A9A-C7D6-4974-7BFD-902099BAA00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AEB9C9-FCB2-8D21-581A-E04FA4BF7DCE}"/>
              </a:ext>
            </a:extLst>
          </p:cNvPr>
          <p:cNvGrpSpPr/>
          <p:nvPr/>
        </p:nvGrpSpPr>
        <p:grpSpPr>
          <a:xfrm>
            <a:off x="7948314" y="4393882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31CB15E2-4F1F-5CF8-112F-96D29125CCB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1" name="Rectangle: Rounded Corners 4">
              <a:extLst>
                <a:ext uri="{FF2B5EF4-FFF2-40B4-BE49-F238E27FC236}">
                  <a16:creationId xmlns:a16="http://schemas.microsoft.com/office/drawing/2014/main" id="{1ED71456-85F1-764D-AA9E-78C2BEA8644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EC28A1E-1261-570A-3622-A0D85F542DE3}"/>
              </a:ext>
            </a:extLst>
          </p:cNvPr>
          <p:cNvGrpSpPr/>
          <p:nvPr/>
        </p:nvGrpSpPr>
        <p:grpSpPr>
          <a:xfrm>
            <a:off x="10984476" y="2400989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63727382-65AE-BD1C-8384-CD40FB94B05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4" name="Rectangle: Rounded Corners 4">
              <a:extLst>
                <a:ext uri="{FF2B5EF4-FFF2-40B4-BE49-F238E27FC236}">
                  <a16:creationId xmlns:a16="http://schemas.microsoft.com/office/drawing/2014/main" id="{C50A728E-917C-B9BF-6576-F4DFDC3B9F1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D7E2E3C-3356-60B0-9786-96098F9FCD4B}"/>
              </a:ext>
            </a:extLst>
          </p:cNvPr>
          <p:cNvGrpSpPr/>
          <p:nvPr/>
        </p:nvGrpSpPr>
        <p:grpSpPr>
          <a:xfrm>
            <a:off x="7295033" y="4963060"/>
            <a:ext cx="4746183" cy="905443"/>
            <a:chOff x="384141" y="2268679"/>
            <a:chExt cx="4746183" cy="905443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B7ADEDF6-A6CC-486D-03BC-E8A3C6B4E376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576CF737-8BF6-D6FB-B81A-5302BC98D9ED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2758079-314A-2CA2-C34F-068DBDE7D52A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FF8D7EBD-FD76-FF09-AFA6-E7E525A8D35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: Rounded Corners 4">
                  <a:extLst>
                    <a:ext uri="{FF2B5EF4-FFF2-40B4-BE49-F238E27FC236}">
                      <a16:creationId xmlns:a16="http://schemas.microsoft.com/office/drawing/2014/main" id="{5DBDE919-7CF3-D168-6760-28EC0F6D7AA3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9F007C5-84F8-28A8-F62A-3CCB95259026}"/>
                  </a:ext>
                </a:extLst>
              </p:cNvPr>
              <p:cNvGrpSpPr/>
              <p:nvPr/>
            </p:nvGrpSpPr>
            <p:grpSpPr>
              <a:xfrm>
                <a:off x="3452913" y="2736531"/>
                <a:ext cx="1544541" cy="371558"/>
                <a:chOff x="113864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916E5AF4-028B-6DF5-01B6-5E252CD3DF80}"/>
                    </a:ext>
                  </a:extLst>
                </p:cNvPr>
                <p:cNvSpPr/>
                <p:nvPr/>
              </p:nvSpPr>
              <p:spPr>
                <a:xfrm>
                  <a:off x="113864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: Rounded Corners 4">
                  <a:extLst>
                    <a:ext uri="{FF2B5EF4-FFF2-40B4-BE49-F238E27FC236}">
                      <a16:creationId xmlns:a16="http://schemas.microsoft.com/office/drawing/2014/main" id="{6C060AC5-23EE-21A9-68FD-8AADBAFFFF38}"/>
                    </a:ext>
                  </a:extLst>
                </p:cNvPr>
                <p:cNvSpPr txBox="1"/>
                <p:nvPr/>
              </p:nvSpPr>
              <p:spPr>
                <a:xfrm>
                  <a:off x="1185625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17FB6AD8-F42B-977F-BB69-7B13E0B77659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4" name="Rectangle: Rounded Corners 143">
                  <a:extLst>
                    <a:ext uri="{FF2B5EF4-FFF2-40B4-BE49-F238E27FC236}">
                      <a16:creationId xmlns:a16="http://schemas.microsoft.com/office/drawing/2014/main" id="{4B93185A-1993-7233-884D-BBCB42EE5248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: Rounded Corners 4">
                  <a:extLst>
                    <a:ext uri="{FF2B5EF4-FFF2-40B4-BE49-F238E27FC236}">
                      <a16:creationId xmlns:a16="http://schemas.microsoft.com/office/drawing/2014/main" id="{489B0FA3-42C8-6BA5-FFA1-F0C58EEB37CF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098ED8AF-A7C3-FCC9-E135-81B715FC722C}"/>
                </a:ext>
              </a:extLst>
            </p:cNvPr>
            <p:cNvGrpSpPr/>
            <p:nvPr/>
          </p:nvGrpSpPr>
          <p:grpSpPr>
            <a:xfrm>
              <a:off x="411902" y="2268679"/>
              <a:ext cx="1223980" cy="279814"/>
              <a:chOff x="-1911485" y="2665955"/>
              <a:chExt cx="2154883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2DEB7B20-23B8-E1D0-E707-2D2500897534}"/>
                  </a:ext>
                </a:extLst>
              </p:cNvPr>
              <p:cNvSpPr/>
              <p:nvPr/>
            </p:nvSpPr>
            <p:spPr>
              <a:xfrm>
                <a:off x="-1901883" y="266595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39" name="Rectangle: Rounded Corners 4">
                <a:extLst>
                  <a:ext uri="{FF2B5EF4-FFF2-40B4-BE49-F238E27FC236}">
                    <a16:creationId xmlns:a16="http://schemas.microsoft.com/office/drawing/2014/main" id="{3E37C457-9B25-AC57-5F4E-0BD3592FA158}"/>
                  </a:ext>
                </a:extLst>
              </p:cNvPr>
              <p:cNvSpPr txBox="1"/>
              <p:nvPr/>
            </p:nvSpPr>
            <p:spPr>
              <a:xfrm>
                <a:off x="-1911485" y="2793845"/>
                <a:ext cx="2039243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0x786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49B93837-B5F8-F80B-A395-7C6BD9B87319}"/>
              </a:ext>
            </a:extLst>
          </p:cNvPr>
          <p:cNvGrpSpPr/>
          <p:nvPr/>
        </p:nvGrpSpPr>
        <p:grpSpPr>
          <a:xfrm>
            <a:off x="9739737" y="546960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69A0BCE6-66E0-EABD-608C-EFC80B52C86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2" name="Rectangle: Rounded Corners 4">
              <a:extLst>
                <a:ext uri="{FF2B5EF4-FFF2-40B4-BE49-F238E27FC236}">
                  <a16:creationId xmlns:a16="http://schemas.microsoft.com/office/drawing/2014/main" id="{33131822-C01C-B7CF-EF31-619FF3167D2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33647F1-EED5-F197-B6AC-BEDA180E8F41}"/>
              </a:ext>
            </a:extLst>
          </p:cNvPr>
          <p:cNvGrpSpPr/>
          <p:nvPr/>
        </p:nvGrpSpPr>
        <p:grpSpPr>
          <a:xfrm>
            <a:off x="8020694" y="5466191"/>
            <a:ext cx="109038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968637E6-5271-723F-0AB1-D3B76E37195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5" name="Rectangle: Rounded Corners 4">
              <a:extLst>
                <a:ext uri="{FF2B5EF4-FFF2-40B4-BE49-F238E27FC236}">
                  <a16:creationId xmlns:a16="http://schemas.microsoft.com/office/drawing/2014/main" id="{34CB8391-6B2C-292E-A2A9-26E0B54ED88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76E52C-6CC5-1929-F830-FCA16121B10E}"/>
              </a:ext>
            </a:extLst>
          </p:cNvPr>
          <p:cNvGrpSpPr/>
          <p:nvPr/>
        </p:nvGrpSpPr>
        <p:grpSpPr>
          <a:xfrm>
            <a:off x="10967818" y="4424181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FD4B9DAC-84EF-33B0-EA2D-A568C85BCD3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8" name="Rectangle: Rounded Corners 4">
              <a:extLst>
                <a:ext uri="{FF2B5EF4-FFF2-40B4-BE49-F238E27FC236}">
                  <a16:creationId xmlns:a16="http://schemas.microsoft.com/office/drawing/2014/main" id="{0E975A0C-E111-7FED-DC45-6BCD11595B5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2F9B5B3B-03F5-DE1C-A07E-7784810C5381}"/>
              </a:ext>
            </a:extLst>
          </p:cNvPr>
          <p:cNvGrpSpPr/>
          <p:nvPr/>
        </p:nvGrpSpPr>
        <p:grpSpPr>
          <a:xfrm>
            <a:off x="5882702" y="6202564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963EAD0C-5FBE-DC34-DCC3-B3DB85DF222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1" name="Rectangle: Rounded Corners 4">
              <a:extLst>
                <a:ext uri="{FF2B5EF4-FFF2-40B4-BE49-F238E27FC236}">
                  <a16:creationId xmlns:a16="http://schemas.microsoft.com/office/drawing/2014/main" id="{E20C6C5F-AFF0-F3DF-1C04-2DD09E72196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2EC9ED0-EC9A-88AB-89F9-FBEBA846BD88}"/>
              </a:ext>
            </a:extLst>
          </p:cNvPr>
          <p:cNvGrpSpPr/>
          <p:nvPr/>
        </p:nvGrpSpPr>
        <p:grpSpPr>
          <a:xfrm>
            <a:off x="10990300" y="5467316"/>
            <a:ext cx="109038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A40194FD-FC8F-CF51-A1D0-36462F214EB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4" name="Rectangle: Rounded Corners 4">
              <a:extLst>
                <a:ext uri="{FF2B5EF4-FFF2-40B4-BE49-F238E27FC236}">
                  <a16:creationId xmlns:a16="http://schemas.microsoft.com/office/drawing/2014/main" id="{BBD47DBE-87E8-1EF6-F957-8C3FBF62508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6DC665A-0B8A-0926-52E9-33FFCC0DF26F}"/>
              </a:ext>
            </a:extLst>
          </p:cNvPr>
          <p:cNvGrpSpPr/>
          <p:nvPr/>
        </p:nvGrpSpPr>
        <p:grpSpPr>
          <a:xfrm>
            <a:off x="7992386" y="1408342"/>
            <a:ext cx="1048322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89542C50-BAA1-A7EF-47E5-682939F4782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7" name="Rectangle: Rounded Corners 4">
              <a:extLst>
                <a:ext uri="{FF2B5EF4-FFF2-40B4-BE49-F238E27FC236}">
                  <a16:creationId xmlns:a16="http://schemas.microsoft.com/office/drawing/2014/main" id="{FF7326B8-FC03-0E47-631C-0E987F1D80A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A36276FF-4B4C-8FF4-4BB3-6ECBA0DCCBAA}"/>
              </a:ext>
            </a:extLst>
          </p:cNvPr>
          <p:cNvGrpSpPr/>
          <p:nvPr/>
        </p:nvGrpSpPr>
        <p:grpSpPr>
          <a:xfrm>
            <a:off x="5222234" y="2487232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FE333103-1C29-B597-074B-57F0EABB4C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0" name="Rectangle: Rounded Corners 4">
              <a:extLst>
                <a:ext uri="{FF2B5EF4-FFF2-40B4-BE49-F238E27FC236}">
                  <a16:creationId xmlns:a16="http://schemas.microsoft.com/office/drawing/2014/main" id="{D46CCE31-1F8C-3EE2-7324-0B698BA4F1D5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trNo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0B373D9-8584-6603-00C5-5DEE529F6285}"/>
              </a:ext>
            </a:extLst>
          </p:cNvPr>
          <p:cNvGrpSpPr/>
          <p:nvPr/>
        </p:nvGrpSpPr>
        <p:grpSpPr>
          <a:xfrm>
            <a:off x="5407155" y="2788540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4D76B4D8-0A3A-C8A7-E7D8-20368B94B07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3" name="Rectangle: Rounded Corners 4">
              <a:extLst>
                <a:ext uri="{FF2B5EF4-FFF2-40B4-BE49-F238E27FC236}">
                  <a16:creationId xmlns:a16="http://schemas.microsoft.com/office/drawing/2014/main" id="{E4130F5E-6920-8B51-2EB1-4CD706F40E9E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74" name="Rectangle 173">
            <a:extLst>
              <a:ext uri="{FF2B5EF4-FFF2-40B4-BE49-F238E27FC236}">
                <a16:creationId xmlns:a16="http://schemas.microsoft.com/office/drawing/2014/main" id="{8E804B97-B74E-7AB5-B2AE-114274F786DB}"/>
              </a:ext>
            </a:extLst>
          </p:cNvPr>
          <p:cNvSpPr/>
          <p:nvPr/>
        </p:nvSpPr>
        <p:spPr>
          <a:xfrm>
            <a:off x="2621060" y="2488597"/>
            <a:ext cx="1168558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count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F12A718-1C6F-4499-D519-7B3C70DF84EC}"/>
              </a:ext>
            </a:extLst>
          </p:cNvPr>
          <p:cNvSpPr/>
          <p:nvPr/>
        </p:nvSpPr>
        <p:spPr>
          <a:xfrm>
            <a:off x="3816777" y="2488351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0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E308BE2-5507-81AE-8657-6DF5B9C249CB}"/>
              </a:ext>
            </a:extLst>
          </p:cNvPr>
          <p:cNvSpPr/>
          <p:nvPr/>
        </p:nvSpPr>
        <p:spPr>
          <a:xfrm>
            <a:off x="3017216" y="924576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F468BB2-4890-E424-4FEE-A9FDDDEF67F1}"/>
              </a:ext>
            </a:extLst>
          </p:cNvPr>
          <p:cNvSpPr/>
          <p:nvPr/>
        </p:nvSpPr>
        <p:spPr>
          <a:xfrm>
            <a:off x="4230321" y="921304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true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A8D76C8-F361-36E8-35C5-324CA0163BFE}"/>
              </a:ext>
            </a:extLst>
          </p:cNvPr>
          <p:cNvGrpSpPr/>
          <p:nvPr/>
        </p:nvGrpSpPr>
        <p:grpSpPr>
          <a:xfrm>
            <a:off x="5398102" y="2794800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0" name="Rectangle: Rounded Corners 179">
              <a:extLst>
                <a:ext uri="{FF2B5EF4-FFF2-40B4-BE49-F238E27FC236}">
                  <a16:creationId xmlns:a16="http://schemas.microsoft.com/office/drawing/2014/main" id="{EA87E894-8DF4-14D8-F92C-8A7275EA754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1" name="Rectangle: Rounded Corners 4">
              <a:extLst>
                <a:ext uri="{FF2B5EF4-FFF2-40B4-BE49-F238E27FC236}">
                  <a16:creationId xmlns:a16="http://schemas.microsoft.com/office/drawing/2014/main" id="{8EF7C5BA-8E9A-18BB-CBD9-6CF481374807}"/>
                </a:ext>
              </a:extLst>
            </p:cNvPr>
            <p:cNvSpPr txBox="1"/>
            <p:nvPr/>
          </p:nvSpPr>
          <p:spPr>
            <a:xfrm>
              <a:off x="1202638" y="1108727"/>
              <a:ext cx="2022422" cy="1051982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12E398F-9EAB-72DE-8272-1D732A7BE4ED}"/>
              </a:ext>
            </a:extLst>
          </p:cNvPr>
          <p:cNvGrpSpPr/>
          <p:nvPr/>
        </p:nvGrpSpPr>
        <p:grpSpPr>
          <a:xfrm>
            <a:off x="5407155" y="2776038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3" name="Rectangle: Rounded Corners 182">
              <a:extLst>
                <a:ext uri="{FF2B5EF4-FFF2-40B4-BE49-F238E27FC236}">
                  <a16:creationId xmlns:a16="http://schemas.microsoft.com/office/drawing/2014/main" id="{D39DDE13-B829-A296-32F3-2E473CF67A4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4" name="Rectangle: Rounded Corners 4">
              <a:extLst>
                <a:ext uri="{FF2B5EF4-FFF2-40B4-BE49-F238E27FC236}">
                  <a16:creationId xmlns:a16="http://schemas.microsoft.com/office/drawing/2014/main" id="{BC0E1F8F-C6E8-D652-5DC6-D4844F3C81F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7272209-720E-DE5B-2CD4-10F730C30854}"/>
              </a:ext>
            </a:extLst>
          </p:cNvPr>
          <p:cNvGrpSpPr/>
          <p:nvPr/>
        </p:nvGrpSpPr>
        <p:grpSpPr>
          <a:xfrm>
            <a:off x="5407155" y="278619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6" name="Rectangle: Rounded Corners 185">
              <a:extLst>
                <a:ext uri="{FF2B5EF4-FFF2-40B4-BE49-F238E27FC236}">
                  <a16:creationId xmlns:a16="http://schemas.microsoft.com/office/drawing/2014/main" id="{88C37B2E-C7D8-EFD1-F69B-4555B1C989C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7" name="Rectangle: Rounded Corners 4">
              <a:extLst>
                <a:ext uri="{FF2B5EF4-FFF2-40B4-BE49-F238E27FC236}">
                  <a16:creationId xmlns:a16="http://schemas.microsoft.com/office/drawing/2014/main" id="{16165056-AD68-6E36-2A80-C062E3ECC7A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ACA4163-DC16-F2B1-2750-4CDAF3E8D04B}"/>
              </a:ext>
            </a:extLst>
          </p:cNvPr>
          <p:cNvSpPr/>
          <p:nvPr/>
        </p:nvSpPr>
        <p:spPr>
          <a:xfrm>
            <a:off x="3816776" y="2494904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1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EBCE0280-0196-8356-CFB1-5012591A33AF}"/>
              </a:ext>
            </a:extLst>
          </p:cNvPr>
          <p:cNvSpPr/>
          <p:nvPr/>
        </p:nvSpPr>
        <p:spPr>
          <a:xfrm>
            <a:off x="911935" y="3733042"/>
            <a:ext cx="898759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2" name="Rectangle: Rounded Corners 201">
            <a:extLst>
              <a:ext uri="{FF2B5EF4-FFF2-40B4-BE49-F238E27FC236}">
                <a16:creationId xmlns:a16="http://schemas.microsoft.com/office/drawing/2014/main" id="{285C7136-0FB1-9CB6-3A68-A6424C604D8D}"/>
              </a:ext>
            </a:extLst>
          </p:cNvPr>
          <p:cNvSpPr/>
          <p:nvPr/>
        </p:nvSpPr>
        <p:spPr>
          <a:xfrm>
            <a:off x="2033056" y="3733041"/>
            <a:ext cx="1687918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B78D16E1-3AB0-398A-FEA9-4462B152C66B}"/>
              </a:ext>
            </a:extLst>
          </p:cNvPr>
          <p:cNvSpPr/>
          <p:nvPr/>
        </p:nvSpPr>
        <p:spPr>
          <a:xfrm>
            <a:off x="1022355" y="2865609"/>
            <a:ext cx="19948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3D5DC41A-3CB3-A483-C537-2C4230C7DA93}"/>
              </a:ext>
            </a:extLst>
          </p:cNvPr>
          <p:cNvSpPr/>
          <p:nvPr/>
        </p:nvSpPr>
        <p:spPr>
          <a:xfrm>
            <a:off x="1033901" y="3169651"/>
            <a:ext cx="2062384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416A8507-34E1-5FF2-4A1F-879F00B9CB66}"/>
              </a:ext>
            </a:extLst>
          </p:cNvPr>
          <p:cNvSpPr/>
          <p:nvPr/>
        </p:nvSpPr>
        <p:spPr>
          <a:xfrm>
            <a:off x="3825828" y="2492404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noProof="0" dirty="0">
                <a:solidFill>
                  <a:srgbClr val="000000"/>
                </a:solidFill>
                <a:latin typeface="Franklin Gothic Book"/>
              </a:rPr>
              <a:t>2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C08DBD77-6D36-1E5D-3438-B47104BDD3A8}"/>
              </a:ext>
            </a:extLst>
          </p:cNvPr>
          <p:cNvSpPr/>
          <p:nvPr/>
        </p:nvSpPr>
        <p:spPr>
          <a:xfrm>
            <a:off x="911935" y="3733041"/>
            <a:ext cx="898759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13EC35F6-8EC8-C2B7-3DE3-FCEEFF439F53}"/>
              </a:ext>
            </a:extLst>
          </p:cNvPr>
          <p:cNvSpPr/>
          <p:nvPr/>
        </p:nvSpPr>
        <p:spPr>
          <a:xfrm>
            <a:off x="2031550" y="3749642"/>
            <a:ext cx="1687918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9" name="Rectangle: Rounded Corners 208">
            <a:extLst>
              <a:ext uri="{FF2B5EF4-FFF2-40B4-BE49-F238E27FC236}">
                <a16:creationId xmlns:a16="http://schemas.microsoft.com/office/drawing/2014/main" id="{8DE5DE0E-F9D9-49C3-110E-881684DF1D19}"/>
              </a:ext>
            </a:extLst>
          </p:cNvPr>
          <p:cNvSpPr/>
          <p:nvPr/>
        </p:nvSpPr>
        <p:spPr>
          <a:xfrm>
            <a:off x="1011796" y="2882209"/>
            <a:ext cx="19948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6A563BB-7B8B-81FA-2B80-B550950D2F1D}"/>
              </a:ext>
            </a:extLst>
          </p:cNvPr>
          <p:cNvSpPr/>
          <p:nvPr/>
        </p:nvSpPr>
        <p:spPr>
          <a:xfrm>
            <a:off x="3825827" y="2510752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3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11" name="Rectangle: Rounded Corners 210">
            <a:extLst>
              <a:ext uri="{FF2B5EF4-FFF2-40B4-BE49-F238E27FC236}">
                <a16:creationId xmlns:a16="http://schemas.microsoft.com/office/drawing/2014/main" id="{E09A08A5-5091-3E39-765F-92D0DA4DA30A}"/>
              </a:ext>
            </a:extLst>
          </p:cNvPr>
          <p:cNvSpPr/>
          <p:nvPr/>
        </p:nvSpPr>
        <p:spPr>
          <a:xfrm>
            <a:off x="1015795" y="3169644"/>
            <a:ext cx="2062384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320164E0-7ACE-AD17-9BC2-6D9537CC33E5}"/>
              </a:ext>
            </a:extLst>
          </p:cNvPr>
          <p:cNvSpPr/>
          <p:nvPr/>
        </p:nvSpPr>
        <p:spPr>
          <a:xfrm>
            <a:off x="901377" y="3731535"/>
            <a:ext cx="898759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243C61B3-C770-F45F-2149-7843A20CDF96}"/>
              </a:ext>
            </a:extLst>
          </p:cNvPr>
          <p:cNvSpPr/>
          <p:nvPr/>
        </p:nvSpPr>
        <p:spPr>
          <a:xfrm>
            <a:off x="2027332" y="3719422"/>
            <a:ext cx="1687918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21F8B460-995D-197F-E1B8-A21D328BBBBB}"/>
              </a:ext>
            </a:extLst>
          </p:cNvPr>
          <p:cNvSpPr/>
          <p:nvPr/>
        </p:nvSpPr>
        <p:spPr>
          <a:xfrm>
            <a:off x="1029902" y="2863607"/>
            <a:ext cx="19948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3DEB9A32-7CF0-6B38-ABCF-1B3A8146E3DD}"/>
              </a:ext>
            </a:extLst>
          </p:cNvPr>
          <p:cNvSpPr/>
          <p:nvPr/>
        </p:nvSpPr>
        <p:spPr>
          <a:xfrm>
            <a:off x="1033901" y="3151042"/>
            <a:ext cx="2062384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3A8CCB4-43BF-A014-BECB-720BB62F2C34}"/>
              </a:ext>
            </a:extLst>
          </p:cNvPr>
          <p:cNvSpPr/>
          <p:nvPr/>
        </p:nvSpPr>
        <p:spPr>
          <a:xfrm>
            <a:off x="3834877" y="2491063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noProof="0" dirty="0">
                <a:solidFill>
                  <a:srgbClr val="000000"/>
                </a:solidFill>
                <a:latin typeface="Franklin Gothic Book"/>
              </a:rPr>
              <a:t>4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22E38768-D34A-8722-B6BE-F136685A7501}"/>
              </a:ext>
            </a:extLst>
          </p:cNvPr>
          <p:cNvSpPr/>
          <p:nvPr/>
        </p:nvSpPr>
        <p:spPr>
          <a:xfrm>
            <a:off x="905595" y="3740846"/>
            <a:ext cx="898759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4B901ED1-ED68-7DFA-0ADF-429E01C48DFA}"/>
              </a:ext>
            </a:extLst>
          </p:cNvPr>
          <p:cNvSpPr/>
          <p:nvPr/>
        </p:nvSpPr>
        <p:spPr>
          <a:xfrm>
            <a:off x="2020992" y="3727227"/>
            <a:ext cx="1687918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9E850EB7-7A3E-BF84-0E3E-37C3F64992C3}"/>
              </a:ext>
            </a:extLst>
          </p:cNvPr>
          <p:cNvSpPr/>
          <p:nvPr/>
        </p:nvSpPr>
        <p:spPr>
          <a:xfrm>
            <a:off x="1020849" y="2899999"/>
            <a:ext cx="19948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B36A54C1-CAD3-8B3F-BFDB-5D54747D51DA}"/>
              </a:ext>
            </a:extLst>
          </p:cNvPr>
          <p:cNvSpPr/>
          <p:nvPr/>
        </p:nvSpPr>
        <p:spPr>
          <a:xfrm>
            <a:off x="1024848" y="3187434"/>
            <a:ext cx="2062384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882EC5EF-254F-D0D9-A808-60B228428E11}"/>
              </a:ext>
            </a:extLst>
          </p:cNvPr>
          <p:cNvSpPr/>
          <p:nvPr/>
        </p:nvSpPr>
        <p:spPr>
          <a:xfrm>
            <a:off x="3843924" y="2480580"/>
            <a:ext cx="854451" cy="272081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0" dirty="0">
                <a:solidFill>
                  <a:srgbClr val="000000"/>
                </a:solidFill>
                <a:latin typeface="Franklin Gothic Book"/>
              </a:rPr>
              <a:t>5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0BCB1126-C99E-8160-67B4-8F23499D7AC9}"/>
              </a:ext>
            </a:extLst>
          </p:cNvPr>
          <p:cNvSpPr/>
          <p:nvPr/>
        </p:nvSpPr>
        <p:spPr>
          <a:xfrm>
            <a:off x="898369" y="3748650"/>
            <a:ext cx="898759" cy="30929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E4BE46A2-3C98-E716-22AC-B0ADDF935826}"/>
              </a:ext>
            </a:extLst>
          </p:cNvPr>
          <p:cNvSpPr/>
          <p:nvPr/>
        </p:nvSpPr>
        <p:spPr>
          <a:xfrm>
            <a:off x="2027332" y="3727723"/>
            <a:ext cx="1687918" cy="309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F47F20FA-04CA-B08D-F420-9D9064123827}"/>
              </a:ext>
            </a:extLst>
          </p:cNvPr>
          <p:cNvGrpSpPr/>
          <p:nvPr/>
        </p:nvGrpSpPr>
        <p:grpSpPr>
          <a:xfrm>
            <a:off x="5407155" y="2782833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11807261-2BD5-4606-E243-C20ECCD8B74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6" name="Rectangle: Rounded Corners 4">
              <a:extLst>
                <a:ext uri="{FF2B5EF4-FFF2-40B4-BE49-F238E27FC236}">
                  <a16:creationId xmlns:a16="http://schemas.microsoft.com/office/drawing/2014/main" id="{96A92FC8-81E8-B907-FE70-3FC6626F034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FDB3629-6BA1-72D6-C351-0148321611D8}"/>
              </a:ext>
            </a:extLst>
          </p:cNvPr>
          <p:cNvGrpSpPr/>
          <p:nvPr/>
        </p:nvGrpSpPr>
        <p:grpSpPr>
          <a:xfrm>
            <a:off x="5414702" y="2782833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8" name="Rectangle: Rounded Corners 197">
              <a:extLst>
                <a:ext uri="{FF2B5EF4-FFF2-40B4-BE49-F238E27FC236}">
                  <a16:creationId xmlns:a16="http://schemas.microsoft.com/office/drawing/2014/main" id="{595ED30D-72E3-9EA4-BAE8-2F9BE8FDE1E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FDFF5BAB-E53A-82BA-F1FC-2588447D08B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653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2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2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2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2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0" dur="2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0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6" dur="2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2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2" dur="2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2" dur="2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5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8" dur="2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4" dur="2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4" dur="2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4" dur="2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0" dur="2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0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6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6" dur="2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" grpId="0" animBg="1"/>
      <p:bldP spid="175" grpId="0" animBg="1"/>
      <p:bldP spid="176" grpId="0" animBg="1"/>
      <p:bldP spid="177" grpId="0" animBg="1"/>
      <p:bldP spid="200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3" grpId="1" animBg="1"/>
      <p:bldP spid="204" grpId="0" animBg="1"/>
      <p:bldP spid="204" grpId="1" animBg="1"/>
      <p:bldP spid="206" grpId="0" animBg="1"/>
      <p:bldP spid="207" grpId="0" animBg="1"/>
      <p:bldP spid="207" grpId="1" animBg="1"/>
      <p:bldP spid="208" grpId="0" animBg="1"/>
      <p:bldP spid="208" grpId="1" animBg="1"/>
      <p:bldP spid="209" grpId="0" animBg="1"/>
      <p:bldP spid="209" grpId="1" animBg="1"/>
      <p:bldP spid="210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3" grpId="1" animBg="1"/>
      <p:bldP spid="214" grpId="0" animBg="1"/>
      <p:bldP spid="214" grpId="1" animBg="1"/>
      <p:bldP spid="215" grpId="0" animBg="1"/>
      <p:bldP spid="215" grpId="1" animBg="1"/>
      <p:bldP spid="216" grpId="0" animBg="1"/>
      <p:bldP spid="217" grpId="0" animBg="1"/>
      <p:bldP spid="217" grpId="1" animBg="1"/>
      <p:bldP spid="218" grpId="0" animBg="1"/>
      <p:bldP spid="218" grpId="1" animBg="1"/>
      <p:bldP spid="219" grpId="0" animBg="1"/>
      <p:bldP spid="219" grpId="1" animBg="1"/>
      <p:bldP spid="220" grpId="0" animBg="1"/>
      <p:bldP spid="220" grpId="1" animBg="1"/>
      <p:bldP spid="221" grpId="0" animBg="1"/>
      <p:bldP spid="222" grpId="0" animBg="1"/>
      <p:bldP spid="222" grpId="1" animBg="1"/>
      <p:bldP spid="223" grpId="0" animBg="1"/>
      <p:bldP spid="22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B81679-A1DB-5685-C112-C06378630456}"/>
              </a:ext>
            </a:extLst>
          </p:cNvPr>
          <p:cNvSpPr txBox="1"/>
          <p:nvPr/>
        </p:nvSpPr>
        <p:spPr>
          <a:xfrm>
            <a:off x="180512" y="-27897"/>
            <a:ext cx="8040035" cy="681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900" b="1" dirty="0"/>
              <a:t>void reverseList() {</a:t>
            </a:r>
          </a:p>
          <a:p>
            <a:r>
              <a:rPr lang="en-PK" sz="1900" b="1" dirty="0"/>
              <a:t>    if (!head) { cout &lt;&lt; "\nList is empty";  return;    }</a:t>
            </a:r>
          </a:p>
          <a:p>
            <a:r>
              <a:rPr lang="en-PK" sz="1900" b="1" dirty="0"/>
              <a:t>    Node* current = head;</a:t>
            </a:r>
          </a:p>
          <a:p>
            <a:r>
              <a:rPr lang="en-PK" sz="1900" b="1" dirty="0"/>
              <a:t>    Node* temp = nullptr;</a:t>
            </a:r>
          </a:p>
          <a:p>
            <a:r>
              <a:rPr lang="en-PK" sz="1900" b="1" dirty="0"/>
              <a:t>    bool circular = isCircular();</a:t>
            </a:r>
          </a:p>
          <a:p>
            <a:r>
              <a:rPr lang="en-US" sz="1900" b="1" dirty="0"/>
              <a:t>  </a:t>
            </a:r>
            <a:r>
              <a:rPr lang="en-PK" sz="1900" b="1" dirty="0"/>
              <a:t>if (circular) {</a:t>
            </a:r>
          </a:p>
          <a:p>
            <a:r>
              <a:rPr lang="en-PK" sz="1900" b="1" dirty="0"/>
              <a:t>        while (current-&gt;next != head) {  </a:t>
            </a:r>
          </a:p>
          <a:p>
            <a:r>
              <a:rPr lang="en-PK" sz="1900" b="1" dirty="0"/>
              <a:t>            current = current-&gt;next;  </a:t>
            </a:r>
          </a:p>
          <a:p>
            <a:r>
              <a:rPr lang="en-PK" sz="1900" b="1" dirty="0"/>
              <a:t>        }</a:t>
            </a:r>
          </a:p>
          <a:p>
            <a:r>
              <a:rPr lang="en-PK" sz="1900" b="1" dirty="0"/>
              <a:t>    } else {</a:t>
            </a:r>
          </a:p>
          <a:p>
            <a:r>
              <a:rPr lang="en-PK" sz="1900" b="1" dirty="0"/>
              <a:t>        while (current-&gt;next) {  </a:t>
            </a:r>
          </a:p>
          <a:p>
            <a:r>
              <a:rPr lang="en-PK" sz="1900" b="1" dirty="0"/>
              <a:t>            current = current-&gt;next;</a:t>
            </a:r>
          </a:p>
          <a:p>
            <a:r>
              <a:rPr lang="en-PK" sz="1900" b="1" dirty="0"/>
              <a:t>        }</a:t>
            </a:r>
          </a:p>
          <a:p>
            <a:r>
              <a:rPr lang="en-PK" sz="1900" b="1" dirty="0"/>
              <a:t>    }</a:t>
            </a:r>
            <a:r>
              <a:rPr lang="en-US" sz="1900" b="1" dirty="0"/>
              <a:t> Node* </a:t>
            </a:r>
            <a:r>
              <a:rPr lang="en-US" sz="1900" b="1" dirty="0" err="1"/>
              <a:t>oldHead</a:t>
            </a:r>
            <a:r>
              <a:rPr lang="en-US" sz="1900" b="1" dirty="0"/>
              <a:t> = head;</a:t>
            </a:r>
            <a:endParaRPr lang="en-PK" sz="1900" b="1" dirty="0"/>
          </a:p>
          <a:p>
            <a:r>
              <a:rPr lang="en-PK" sz="1900" b="1" dirty="0"/>
              <a:t>head = current;  </a:t>
            </a:r>
          </a:p>
          <a:p>
            <a:r>
              <a:rPr lang="en-PK" sz="1900" b="1" dirty="0"/>
              <a:t>    do {</a:t>
            </a:r>
          </a:p>
          <a:p>
            <a:r>
              <a:rPr lang="en-PK" sz="1900" b="1" dirty="0"/>
              <a:t>        temp = current-&gt;prev; </a:t>
            </a:r>
            <a:endParaRPr lang="en-US" sz="1900" b="1" dirty="0"/>
          </a:p>
          <a:p>
            <a:r>
              <a:rPr lang="en-US" sz="1900" b="1" dirty="0"/>
              <a:t>        </a:t>
            </a:r>
            <a:r>
              <a:rPr lang="en-PK" sz="1900" b="1" dirty="0"/>
              <a:t>current-&gt;prev = current-&gt;next;</a:t>
            </a:r>
          </a:p>
          <a:p>
            <a:r>
              <a:rPr lang="en-PK" sz="1900" b="1" dirty="0"/>
              <a:t>        current-&gt;next = temp;</a:t>
            </a:r>
          </a:p>
          <a:p>
            <a:r>
              <a:rPr lang="en-US" sz="1900" b="1" dirty="0"/>
              <a:t>        </a:t>
            </a:r>
            <a:r>
              <a:rPr lang="en-PK" sz="1900" b="1" dirty="0"/>
              <a:t>current = current-&gt;next;</a:t>
            </a:r>
          </a:p>
          <a:p>
            <a:r>
              <a:rPr lang="en-PK" sz="1900" b="1" dirty="0"/>
              <a:t>    } while (current != nullptr &amp;&amp; (!circular || current != head));</a:t>
            </a:r>
          </a:p>
          <a:p>
            <a:r>
              <a:rPr lang="en-US" sz="1900" b="1" dirty="0"/>
              <a:t>    </a:t>
            </a:r>
            <a:r>
              <a:rPr lang="en-PK" sz="1900" b="1" dirty="0"/>
              <a:t>tail = oldHead;  </a:t>
            </a:r>
            <a:endParaRPr lang="en-US" sz="1900" b="1" dirty="0"/>
          </a:p>
          <a:p>
            <a:r>
              <a:rPr lang="en-US" sz="1900" b="1" dirty="0"/>
              <a:t>if (circular) tail-&gt;next = head;</a:t>
            </a:r>
            <a:r>
              <a:rPr lang="en-PK" sz="1900" b="1" dirty="0"/>
              <a:t>    cout &lt;&lt; "\nList successfully reversed.";</a:t>
            </a:r>
            <a:r>
              <a:rPr lang="en-US" sz="1900" b="1" dirty="0"/>
              <a:t>   </a:t>
            </a:r>
            <a:r>
              <a:rPr lang="en-PK" sz="1900" b="1" dirty="0"/>
              <a:t>}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CDF5F5-9A2C-FC62-0576-38F981982327}"/>
              </a:ext>
            </a:extLst>
          </p:cNvPr>
          <p:cNvGrpSpPr/>
          <p:nvPr/>
        </p:nvGrpSpPr>
        <p:grpSpPr>
          <a:xfrm>
            <a:off x="6169185" y="68646"/>
            <a:ext cx="1598686" cy="833522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D39AD7A-688E-470F-DF4E-67F26E6951A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BC6A3218-5BD2-832A-A869-7ADFF382BDE3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t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172DE9-A071-BBF5-C021-47710D64D655}"/>
              </a:ext>
            </a:extLst>
          </p:cNvPr>
          <p:cNvGrpSpPr/>
          <p:nvPr/>
        </p:nvGrpSpPr>
        <p:grpSpPr>
          <a:xfrm>
            <a:off x="5347972" y="4684674"/>
            <a:ext cx="1300470" cy="844560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A92E1BC-6496-44F9-B0ED-05862113472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99FC7B5F-304B-407F-90EF-0681BF97910C}"/>
                </a:ext>
              </a:extLst>
            </p:cNvPr>
            <p:cNvSpPr txBox="1"/>
            <p:nvPr/>
          </p:nvSpPr>
          <p:spPr>
            <a:xfrm>
              <a:off x="1302711" y="1060713"/>
              <a:ext cx="1813421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Tail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3B87B2-4689-C1A1-1887-54C60D4194CA}"/>
              </a:ext>
            </a:extLst>
          </p:cNvPr>
          <p:cNvGrpSpPr/>
          <p:nvPr/>
        </p:nvGrpSpPr>
        <p:grpSpPr>
          <a:xfrm>
            <a:off x="5381790" y="526382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1D1B39D-6F87-CE53-180F-426765A4B94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7F4AA446-D0C1-538B-7430-DEAAF92618C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DD8CEA-BEB3-218A-9978-D56D274CE3B5}"/>
              </a:ext>
            </a:extLst>
          </p:cNvPr>
          <p:cNvGrpSpPr/>
          <p:nvPr/>
        </p:nvGrpSpPr>
        <p:grpSpPr>
          <a:xfrm>
            <a:off x="7110586" y="1992319"/>
            <a:ext cx="4746183" cy="898838"/>
            <a:chOff x="411300" y="2320549"/>
            <a:chExt cx="4746183" cy="89883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9BCF9EF-BD5A-450D-09E2-F9381809E7E5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15F2427-E2B5-3AA4-29B9-B94F24F43DCA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057C33F-78E4-F536-78ED-7613E45A3DCC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87D375E1-ACF1-49FE-3A1F-45E99BFE9D1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: Rounded Corners 4">
                  <a:extLst>
                    <a:ext uri="{FF2B5EF4-FFF2-40B4-BE49-F238E27FC236}">
                      <a16:creationId xmlns:a16="http://schemas.microsoft.com/office/drawing/2014/main" id="{AE44DC4D-CDE5-426D-B6AD-9ECE9A3A9F8F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83AC060-E2F3-ED68-BCBB-37A4002AC0C4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0383DC3F-7028-2D45-A9B8-9C92EA12D551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: Rounded Corners 4">
                  <a:extLst>
                    <a:ext uri="{FF2B5EF4-FFF2-40B4-BE49-F238E27FC236}">
                      <a16:creationId xmlns:a16="http://schemas.microsoft.com/office/drawing/2014/main" id="{3BBC529A-2C3E-6AF3-E89F-31E45B1F3936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21621785-5C52-83AD-E7B7-2E2A69CEC2B6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0C026DD1-EB37-045F-B332-F071FF4CBC7A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: Rounded Corners 4">
                  <a:extLst>
                    <a:ext uri="{FF2B5EF4-FFF2-40B4-BE49-F238E27FC236}">
                      <a16:creationId xmlns:a16="http://schemas.microsoft.com/office/drawing/2014/main" id="{02084FDC-8F30-23BA-678D-653F448F949B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0AD0384-2C4C-A4D3-1659-4ABD90A096BB}"/>
                </a:ext>
              </a:extLst>
            </p:cNvPr>
            <p:cNvGrpSpPr/>
            <p:nvPr/>
          </p:nvGrpSpPr>
          <p:grpSpPr>
            <a:xfrm>
              <a:off x="451471" y="2320549"/>
              <a:ext cx="1260062" cy="279815"/>
              <a:chOff x="-1841822" y="2919476"/>
              <a:chExt cx="2218406" cy="1367624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3E5D65BE-72FD-ADDE-B3A3-237A9319E5B8}"/>
                  </a:ext>
                </a:extLst>
              </p:cNvPr>
              <p:cNvSpPr/>
              <p:nvPr/>
            </p:nvSpPr>
            <p:spPr>
              <a:xfrm>
                <a:off x="-1841822" y="2919476"/>
                <a:ext cx="2218406" cy="1367624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DBFBE830-A7C3-A3C5-6893-B8A1247731F7}"/>
                  </a:ext>
                </a:extLst>
              </p:cNvPr>
              <p:cNvSpPr txBox="1"/>
              <p:nvPr/>
            </p:nvSpPr>
            <p:spPr>
              <a:xfrm>
                <a:off x="-1697098" y="3049555"/>
                <a:ext cx="2009929" cy="1151230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0x1000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8929C8-D900-AD88-264C-E63941D893B6}"/>
              </a:ext>
            </a:extLst>
          </p:cNvPr>
          <p:cNvGrpSpPr/>
          <p:nvPr/>
        </p:nvGrpSpPr>
        <p:grpSpPr>
          <a:xfrm>
            <a:off x="9559430" y="2415979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8856CA7-386C-5094-124C-6F08C981A2D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4" name="Rectangle: Rounded Corners 4">
              <a:extLst>
                <a:ext uri="{FF2B5EF4-FFF2-40B4-BE49-F238E27FC236}">
                  <a16:creationId xmlns:a16="http://schemas.microsoft.com/office/drawing/2014/main" id="{B7F1F6B3-ABB1-168B-F855-2DDD2808C73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11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6E9D21F-1006-EB31-1F30-2F476B6581E6}"/>
              </a:ext>
            </a:extLst>
          </p:cNvPr>
          <p:cNvGrpSpPr/>
          <p:nvPr/>
        </p:nvGrpSpPr>
        <p:grpSpPr>
          <a:xfrm>
            <a:off x="7861983" y="2408070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A570035-6D1F-6CA4-BE2E-58BDA00B8A2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7" name="Rectangle: Rounded Corners 4">
              <a:extLst>
                <a:ext uri="{FF2B5EF4-FFF2-40B4-BE49-F238E27FC236}">
                  <a16:creationId xmlns:a16="http://schemas.microsoft.com/office/drawing/2014/main" id="{B0487BFC-59BB-22A7-62DC-52E6367CA9D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55D6005-30DF-B044-E096-3BA0AD1C5168}"/>
              </a:ext>
            </a:extLst>
          </p:cNvPr>
          <p:cNvGrpSpPr/>
          <p:nvPr/>
        </p:nvGrpSpPr>
        <p:grpSpPr>
          <a:xfrm>
            <a:off x="10876659" y="2420196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53952C7-163E-C869-C127-3483DA8DBEC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ECE0417B-1E1E-5574-C7B1-6CD621525F0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9F67FB9-F6B7-C7D6-D25E-B427B3209E43}"/>
              </a:ext>
            </a:extLst>
          </p:cNvPr>
          <p:cNvGrpSpPr/>
          <p:nvPr/>
        </p:nvGrpSpPr>
        <p:grpSpPr>
          <a:xfrm>
            <a:off x="7131315" y="955752"/>
            <a:ext cx="4746183" cy="915245"/>
            <a:chOff x="411300" y="2304142"/>
            <a:chExt cx="4746183" cy="91524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83CCF85-AC30-0FFA-6628-A099503C138A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F0D2BB2-4762-3DB2-D875-056B2CA510CE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D9D549C-62E5-B0EF-930F-580EBF206679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FBD8F5F8-91F5-B53A-B613-4D471A941E4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Rectangle: Rounded Corners 4">
                  <a:extLst>
                    <a:ext uri="{FF2B5EF4-FFF2-40B4-BE49-F238E27FC236}">
                      <a16:creationId xmlns:a16="http://schemas.microsoft.com/office/drawing/2014/main" id="{C828D32C-D2E9-F0B4-B5E9-C91052D175C8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1321E84-60FF-613C-A3C9-5D4604EC3319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2" name="Rectangle: Rounded Corners 51">
                  <a:extLst>
                    <a:ext uri="{FF2B5EF4-FFF2-40B4-BE49-F238E27FC236}">
                      <a16:creationId xmlns:a16="http://schemas.microsoft.com/office/drawing/2014/main" id="{4125CC3F-23C4-2FC5-58E9-B375AC9569A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Rectangle: Rounded Corners 4">
                  <a:extLst>
                    <a:ext uri="{FF2B5EF4-FFF2-40B4-BE49-F238E27FC236}">
                      <a16:creationId xmlns:a16="http://schemas.microsoft.com/office/drawing/2014/main" id="{4FF94C63-4E39-C2AD-667E-424BF5BCBB40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62113D8-8F94-C54A-A403-1BEA8665C728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EE91AB59-1610-2E07-5431-FEF9501DCA2D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: Rounded Corners 4">
                  <a:extLst>
                    <a:ext uri="{FF2B5EF4-FFF2-40B4-BE49-F238E27FC236}">
                      <a16:creationId xmlns:a16="http://schemas.microsoft.com/office/drawing/2014/main" id="{F6050E45-8F30-65C2-3809-8E242950496B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04AE71-245F-372D-1F0B-5E2176E2125A}"/>
                </a:ext>
              </a:extLst>
            </p:cNvPr>
            <p:cNvGrpSpPr/>
            <p:nvPr/>
          </p:nvGrpSpPr>
          <p:grpSpPr>
            <a:xfrm>
              <a:off x="472276" y="2304142"/>
              <a:ext cx="1218527" cy="279829"/>
              <a:chOff x="-1805193" y="2839281"/>
              <a:chExt cx="2145282" cy="1367701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15D103A2-4EEC-C1F5-1551-615A4AF42C0B}"/>
                  </a:ext>
                </a:extLst>
              </p:cNvPr>
              <p:cNvSpPr/>
              <p:nvPr/>
            </p:nvSpPr>
            <p:spPr>
              <a:xfrm>
                <a:off x="-1805193" y="2839281"/>
                <a:ext cx="2145282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45" name="Rectangle: Rounded Corners 4">
                <a:extLst>
                  <a:ext uri="{FF2B5EF4-FFF2-40B4-BE49-F238E27FC236}">
                    <a16:creationId xmlns:a16="http://schemas.microsoft.com/office/drawing/2014/main" id="{05E60016-F41E-38F8-407D-DD26E37EA01A}"/>
                  </a:ext>
                </a:extLst>
              </p:cNvPr>
              <p:cNvSpPr txBox="1"/>
              <p:nvPr/>
            </p:nvSpPr>
            <p:spPr>
              <a:xfrm>
                <a:off x="-1777961" y="3055749"/>
                <a:ext cx="2102111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0x2500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3BA1811-B0A6-757E-B047-E05FC7041F3E}"/>
              </a:ext>
            </a:extLst>
          </p:cNvPr>
          <p:cNvGrpSpPr/>
          <p:nvPr/>
        </p:nvGrpSpPr>
        <p:grpSpPr>
          <a:xfrm>
            <a:off x="9540619" y="1402474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FBB1C49-4D61-4F00-8EA5-B6A1688529C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58" name="Rectangle: Rounded Corners 4">
              <a:extLst>
                <a:ext uri="{FF2B5EF4-FFF2-40B4-BE49-F238E27FC236}">
                  <a16:creationId xmlns:a16="http://schemas.microsoft.com/office/drawing/2014/main" id="{BDC05914-2F8A-6DB9-B331-EDA554A5DD8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22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9E583C7-67B9-4D67-48E1-AF58EB4BCE87}"/>
              </a:ext>
            </a:extLst>
          </p:cNvPr>
          <p:cNvGrpSpPr/>
          <p:nvPr/>
        </p:nvGrpSpPr>
        <p:grpSpPr>
          <a:xfrm>
            <a:off x="10860585" y="1383168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793C35F9-0027-F31E-3758-18D9F1CC113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1" name="Rectangle: Rounded Corners 4">
              <a:extLst>
                <a:ext uri="{FF2B5EF4-FFF2-40B4-BE49-F238E27FC236}">
                  <a16:creationId xmlns:a16="http://schemas.microsoft.com/office/drawing/2014/main" id="{357E1FE0-AB0F-1FFE-F58F-25AD4D8AD99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2AD91FD-976E-97AF-A884-4ADFBBE2EB86}"/>
              </a:ext>
            </a:extLst>
          </p:cNvPr>
          <p:cNvGrpSpPr/>
          <p:nvPr/>
        </p:nvGrpSpPr>
        <p:grpSpPr>
          <a:xfrm>
            <a:off x="7821390" y="2407551"/>
            <a:ext cx="104832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8996CC2-A6A7-67CF-56B0-3F328D56BF0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4" name="Rectangle: Rounded Corners 4">
              <a:extLst>
                <a:ext uri="{FF2B5EF4-FFF2-40B4-BE49-F238E27FC236}">
                  <a16:creationId xmlns:a16="http://schemas.microsoft.com/office/drawing/2014/main" id="{0494DCBA-0E7D-4580-FA40-CBAD5FDCB2A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1B267F6-5B78-5B4F-1682-203763F4670C}"/>
              </a:ext>
            </a:extLst>
          </p:cNvPr>
          <p:cNvGrpSpPr/>
          <p:nvPr/>
        </p:nvGrpSpPr>
        <p:grpSpPr>
          <a:xfrm>
            <a:off x="6350527" y="586418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A2E24F2-BEE3-2DB9-AA9D-5346577133CE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67" name="Rectangle: Rounded Corners 4">
              <a:extLst>
                <a:ext uri="{FF2B5EF4-FFF2-40B4-BE49-F238E27FC236}">
                  <a16:creationId xmlns:a16="http://schemas.microsoft.com/office/drawing/2014/main" id="{19C59324-1A98-BBEB-62BD-6A76EA1FC7D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806E63B-C76C-5E22-90B8-9CC36B33F97D}"/>
              </a:ext>
            </a:extLst>
          </p:cNvPr>
          <p:cNvGrpSpPr/>
          <p:nvPr/>
        </p:nvGrpSpPr>
        <p:grpSpPr>
          <a:xfrm>
            <a:off x="7099074" y="3996123"/>
            <a:ext cx="4746183" cy="888079"/>
            <a:chOff x="411300" y="2331308"/>
            <a:chExt cx="4746183" cy="888079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2782025-8AE9-2D4E-3690-51C5D6C33956}"/>
                </a:ext>
              </a:extLst>
            </p:cNvPr>
            <p:cNvGrpSpPr/>
            <p:nvPr/>
          </p:nvGrpSpPr>
          <p:grpSpPr>
            <a:xfrm>
              <a:off x="411300" y="2652139"/>
              <a:ext cx="4746183" cy="567248"/>
              <a:chOff x="411300" y="2652139"/>
              <a:chExt cx="4746183" cy="567248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299E55C7-BCAB-7260-0BC6-B48C327BAD51}"/>
                  </a:ext>
                </a:extLst>
              </p:cNvPr>
              <p:cNvSpPr/>
              <p:nvPr/>
            </p:nvSpPr>
            <p:spPr>
              <a:xfrm>
                <a:off x="411300" y="2652139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7886614E-27C5-2EF0-C644-41133F86490F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81" name="Rectangle: Rounded Corners 80">
                  <a:extLst>
                    <a:ext uri="{FF2B5EF4-FFF2-40B4-BE49-F238E27FC236}">
                      <a16:creationId xmlns:a16="http://schemas.microsoft.com/office/drawing/2014/main" id="{598950AE-23F6-C6EC-2277-C88CE0F0D10C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4">
                  <a:extLst>
                    <a:ext uri="{FF2B5EF4-FFF2-40B4-BE49-F238E27FC236}">
                      <a16:creationId xmlns:a16="http://schemas.microsoft.com/office/drawing/2014/main" id="{974B2781-A4EB-26C6-C966-86AE62153E3B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75046DCB-A7F8-93A1-DD04-876F3AF036D3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9" name="Rectangle: Rounded Corners 78">
                  <a:extLst>
                    <a:ext uri="{FF2B5EF4-FFF2-40B4-BE49-F238E27FC236}">
                      <a16:creationId xmlns:a16="http://schemas.microsoft.com/office/drawing/2014/main" id="{3160AF00-8095-9083-EA88-8901A7ACEAE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Rectangle: Rounded Corners 4">
                  <a:extLst>
                    <a:ext uri="{FF2B5EF4-FFF2-40B4-BE49-F238E27FC236}">
                      <a16:creationId xmlns:a16="http://schemas.microsoft.com/office/drawing/2014/main" id="{6D0DAD92-8F63-426F-ADAF-B6DD61F73E4D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F6598FA8-034D-0729-E69F-AADEEBD689E6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77" name="Rectangle: Rounded Corners 76">
                  <a:extLst>
                    <a:ext uri="{FF2B5EF4-FFF2-40B4-BE49-F238E27FC236}">
                      <a16:creationId xmlns:a16="http://schemas.microsoft.com/office/drawing/2014/main" id="{5CB47269-E950-7537-6FA2-DF4ADBFDCA25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: Rounded Corners 4">
                  <a:extLst>
                    <a:ext uri="{FF2B5EF4-FFF2-40B4-BE49-F238E27FC236}">
                      <a16:creationId xmlns:a16="http://schemas.microsoft.com/office/drawing/2014/main" id="{26B7714A-A3B7-A475-265B-0B200E554333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6C9354D-9136-6610-ED43-93CEB137501A}"/>
                </a:ext>
              </a:extLst>
            </p:cNvPr>
            <p:cNvGrpSpPr/>
            <p:nvPr/>
          </p:nvGrpSpPr>
          <p:grpSpPr>
            <a:xfrm>
              <a:off x="463213" y="2331308"/>
              <a:ext cx="1323249" cy="279814"/>
              <a:chOff x="-1821155" y="2972061"/>
              <a:chExt cx="2329653" cy="1367630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8A11155A-E685-0C60-3048-4ABBEBDBAE56}"/>
                  </a:ext>
                </a:extLst>
              </p:cNvPr>
              <p:cNvSpPr/>
              <p:nvPr/>
            </p:nvSpPr>
            <p:spPr>
              <a:xfrm>
                <a:off x="-1821155" y="2972061"/>
                <a:ext cx="2329653" cy="1367630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72" name="Rectangle: Rounded Corners 4">
                <a:extLst>
                  <a:ext uri="{FF2B5EF4-FFF2-40B4-BE49-F238E27FC236}">
                    <a16:creationId xmlns:a16="http://schemas.microsoft.com/office/drawing/2014/main" id="{3E76309E-BE16-4B0F-DDAB-3F614DF0E96E}"/>
                  </a:ext>
                </a:extLst>
              </p:cNvPr>
              <p:cNvSpPr txBox="1"/>
              <p:nvPr/>
            </p:nvSpPr>
            <p:spPr>
              <a:xfrm>
                <a:off x="-1682337" y="3055703"/>
                <a:ext cx="2039246" cy="1151235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0x750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F0B9873-3280-213C-72F8-3E2D79D1700C}"/>
              </a:ext>
            </a:extLst>
          </p:cNvPr>
          <p:cNvGrpSpPr/>
          <p:nvPr/>
        </p:nvGrpSpPr>
        <p:grpSpPr>
          <a:xfrm>
            <a:off x="9539609" y="4417840"/>
            <a:ext cx="62910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FD67A508-5A07-48E8-C5FF-983B89119B3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5" name="Rectangle: Rounded Corners 4">
              <a:extLst>
                <a:ext uri="{FF2B5EF4-FFF2-40B4-BE49-F238E27FC236}">
                  <a16:creationId xmlns:a16="http://schemas.microsoft.com/office/drawing/2014/main" id="{56CDAC0D-B18F-4C69-21DB-6CB663DCA48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33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9354B8C-5236-7F68-CA28-B5C92D9E211A}"/>
              </a:ext>
            </a:extLst>
          </p:cNvPr>
          <p:cNvGrpSpPr/>
          <p:nvPr/>
        </p:nvGrpSpPr>
        <p:grpSpPr>
          <a:xfrm>
            <a:off x="7824056" y="440993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3EC64E58-3C66-D690-84ED-11D0656F92A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88" name="Rectangle: Rounded Corners 4">
              <a:extLst>
                <a:ext uri="{FF2B5EF4-FFF2-40B4-BE49-F238E27FC236}">
                  <a16:creationId xmlns:a16="http://schemas.microsoft.com/office/drawing/2014/main" id="{81C6576D-F4E5-C09A-DD55-817682018EA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C03126-D359-EA31-722F-9E88F1E20BF9}"/>
              </a:ext>
            </a:extLst>
          </p:cNvPr>
          <p:cNvGrpSpPr/>
          <p:nvPr/>
        </p:nvGrpSpPr>
        <p:grpSpPr>
          <a:xfrm>
            <a:off x="10811572" y="4431110"/>
            <a:ext cx="105247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E23074FE-8DE6-5085-39D9-25A3CECB8EF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1" name="Rectangle: Rounded Corners 4">
              <a:extLst>
                <a:ext uri="{FF2B5EF4-FFF2-40B4-BE49-F238E27FC236}">
                  <a16:creationId xmlns:a16="http://schemas.microsoft.com/office/drawing/2014/main" id="{E44701CA-7114-C09C-92B6-1B34065F7F9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BC5F42D-5538-4F0D-F887-562E56801FB2}"/>
              </a:ext>
            </a:extLst>
          </p:cNvPr>
          <p:cNvGrpSpPr/>
          <p:nvPr/>
        </p:nvGrpSpPr>
        <p:grpSpPr>
          <a:xfrm>
            <a:off x="10870788" y="2418927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30476544-BFC0-8BA8-C363-C2211CAE7C7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4" name="Rectangle: Rounded Corners 4">
              <a:extLst>
                <a:ext uri="{FF2B5EF4-FFF2-40B4-BE49-F238E27FC236}">
                  <a16:creationId xmlns:a16="http://schemas.microsoft.com/office/drawing/2014/main" id="{20D66BC2-ABD5-B1F9-3579-B52174BA85A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0C0B657-6F86-2C8A-188D-C8AA7186BBC2}"/>
              </a:ext>
            </a:extLst>
          </p:cNvPr>
          <p:cNvGrpSpPr/>
          <p:nvPr/>
        </p:nvGrpSpPr>
        <p:grpSpPr>
          <a:xfrm>
            <a:off x="7802365" y="4410226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F56DC33E-A42C-863C-B3A0-1D9CCBDEC8F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97" name="Rectangle: Rounded Corners 4">
              <a:extLst>
                <a:ext uri="{FF2B5EF4-FFF2-40B4-BE49-F238E27FC236}">
                  <a16:creationId xmlns:a16="http://schemas.microsoft.com/office/drawing/2014/main" id="{60AD6693-3518-7177-9251-8EC69D21D4B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E2FCBD7-490B-48E6-5862-54252AA4C28C}"/>
              </a:ext>
            </a:extLst>
          </p:cNvPr>
          <p:cNvGrpSpPr/>
          <p:nvPr/>
        </p:nvGrpSpPr>
        <p:grpSpPr>
          <a:xfrm>
            <a:off x="5381790" y="5263819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1C4D7115-BF93-C91D-F088-2E648AE85E5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00" name="Rectangle: Rounded Corners 4">
              <a:extLst>
                <a:ext uri="{FF2B5EF4-FFF2-40B4-BE49-F238E27FC236}">
                  <a16:creationId xmlns:a16="http://schemas.microsoft.com/office/drawing/2014/main" id="{2F527039-FE40-8F37-CA75-6E9EEA1A045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AF8FFF4-5778-A863-6A7E-72BC06D5ECE1}"/>
              </a:ext>
            </a:extLst>
          </p:cNvPr>
          <p:cNvGrpSpPr/>
          <p:nvPr/>
        </p:nvGrpSpPr>
        <p:grpSpPr>
          <a:xfrm>
            <a:off x="7129846" y="2988821"/>
            <a:ext cx="4746183" cy="915235"/>
            <a:chOff x="384141" y="2258887"/>
            <a:chExt cx="4746183" cy="91523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CFA11D33-9014-5240-6CBC-A582C799E550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F19D842D-85B5-6564-D60A-4A3FA21AAF4D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A9741F9D-E47E-9F77-5E25-8163CC1D3802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4" name="Rectangle: Rounded Corners 113">
                  <a:extLst>
                    <a:ext uri="{FF2B5EF4-FFF2-40B4-BE49-F238E27FC236}">
                      <a16:creationId xmlns:a16="http://schemas.microsoft.com/office/drawing/2014/main" id="{FB35F007-AD8A-206A-CC96-E10B4F48F8E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ectangle: Rounded Corners 4">
                  <a:extLst>
                    <a:ext uri="{FF2B5EF4-FFF2-40B4-BE49-F238E27FC236}">
                      <a16:creationId xmlns:a16="http://schemas.microsoft.com/office/drawing/2014/main" id="{DB7E730F-A3FD-280C-5FD5-BD9351317B6B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95363925-076C-F225-5E49-BAF03465203C}"/>
                  </a:ext>
                </a:extLst>
              </p:cNvPr>
              <p:cNvGrpSpPr/>
              <p:nvPr/>
            </p:nvGrpSpPr>
            <p:grpSpPr>
              <a:xfrm>
                <a:off x="3467903" y="2736531"/>
                <a:ext cx="1544541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2" name="Rectangle: Rounded Corners 111">
                  <a:extLst>
                    <a:ext uri="{FF2B5EF4-FFF2-40B4-BE49-F238E27FC236}">
                      <a16:creationId xmlns:a16="http://schemas.microsoft.com/office/drawing/2014/main" id="{06083558-1871-1BCE-5DA8-50CB3B28F5E2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Rectangle: Rounded Corners 4">
                  <a:extLst>
                    <a:ext uri="{FF2B5EF4-FFF2-40B4-BE49-F238E27FC236}">
                      <a16:creationId xmlns:a16="http://schemas.microsoft.com/office/drawing/2014/main" id="{20A170DC-244A-ED01-40C9-39E97100299E}"/>
                    </a:ext>
                  </a:extLst>
                </p:cNvPr>
                <p:cNvSpPr txBox="1"/>
                <p:nvPr/>
              </p:nvSpPr>
              <p:spPr>
                <a:xfrm>
                  <a:off x="1227266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FF1951DE-B486-B056-109A-B987A53E4A0D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10" name="Rectangle: Rounded Corners 109">
                  <a:extLst>
                    <a:ext uri="{FF2B5EF4-FFF2-40B4-BE49-F238E27FC236}">
                      <a16:creationId xmlns:a16="http://schemas.microsoft.com/office/drawing/2014/main" id="{2E48F317-B10E-3724-94C8-C8CACF6D8C2F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Rectangle: Rounded Corners 4">
                  <a:extLst>
                    <a:ext uri="{FF2B5EF4-FFF2-40B4-BE49-F238E27FC236}">
                      <a16:creationId xmlns:a16="http://schemas.microsoft.com/office/drawing/2014/main" id="{71BA36BD-3F44-8D57-17E7-32F42C36C183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FA7A8D2-1208-ABEC-D828-C3E437E1CC78}"/>
                </a:ext>
              </a:extLst>
            </p:cNvPr>
            <p:cNvGrpSpPr/>
            <p:nvPr/>
          </p:nvGrpSpPr>
          <p:grpSpPr>
            <a:xfrm>
              <a:off x="417960" y="2258887"/>
              <a:ext cx="1218525" cy="279814"/>
              <a:chOff x="-1900821" y="2618095"/>
              <a:chExt cx="2145281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20C34575-4119-73BE-8A7A-E8CB196171DD}"/>
                  </a:ext>
                </a:extLst>
              </p:cNvPr>
              <p:cNvSpPr/>
              <p:nvPr/>
            </p:nvSpPr>
            <p:spPr>
              <a:xfrm>
                <a:off x="-1900821" y="261809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05" name="Rectangle: Rounded Corners 4">
                <a:extLst>
                  <a:ext uri="{FF2B5EF4-FFF2-40B4-BE49-F238E27FC236}">
                    <a16:creationId xmlns:a16="http://schemas.microsoft.com/office/drawing/2014/main" id="{0C644097-F8A6-B9A1-71CC-E0082C8AE13E}"/>
                  </a:ext>
                </a:extLst>
              </p:cNvPr>
              <p:cNvSpPr txBox="1"/>
              <p:nvPr/>
            </p:nvSpPr>
            <p:spPr>
              <a:xfrm>
                <a:off x="-1857682" y="2701752"/>
                <a:ext cx="2039248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0x1500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D046098-E953-6D06-E02E-2EF7239BED63}"/>
              </a:ext>
            </a:extLst>
          </p:cNvPr>
          <p:cNvGrpSpPr/>
          <p:nvPr/>
        </p:nvGrpSpPr>
        <p:grpSpPr>
          <a:xfrm>
            <a:off x="9572090" y="349457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6FBDB1D1-F23F-BBC8-2796-5A87DF356CB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18" name="Rectangle: Rounded Corners 4">
              <a:extLst>
                <a:ext uri="{FF2B5EF4-FFF2-40B4-BE49-F238E27FC236}">
                  <a16:creationId xmlns:a16="http://schemas.microsoft.com/office/drawing/2014/main" id="{FCAE960A-D5C4-1F22-B711-FBCEC2ECB6C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5FE1538-54AE-FA3B-8D40-F7C8CEC556BB}"/>
              </a:ext>
            </a:extLst>
          </p:cNvPr>
          <p:cNvGrpSpPr/>
          <p:nvPr/>
        </p:nvGrpSpPr>
        <p:grpSpPr>
          <a:xfrm>
            <a:off x="7861741" y="3469401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BC73CAAC-3CB8-B8D4-0BBB-94A73357EBF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1" name="Rectangle: Rounded Corners 4">
              <a:extLst>
                <a:ext uri="{FF2B5EF4-FFF2-40B4-BE49-F238E27FC236}">
                  <a16:creationId xmlns:a16="http://schemas.microsoft.com/office/drawing/2014/main" id="{0B2E7D99-A44F-9ABA-E5A3-4829EC79EE1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37BCEEC-5B95-D4DE-F64F-5B43E6DBA59B}"/>
              </a:ext>
            </a:extLst>
          </p:cNvPr>
          <p:cNvGrpSpPr/>
          <p:nvPr/>
        </p:nvGrpSpPr>
        <p:grpSpPr>
          <a:xfrm>
            <a:off x="10881617" y="3476465"/>
            <a:ext cx="931408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4B93CECA-A74D-8F8D-1C3A-6A76ABF9DDE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4" name="Rectangle: Rounded Corners 4">
              <a:extLst>
                <a:ext uri="{FF2B5EF4-FFF2-40B4-BE49-F238E27FC236}">
                  <a16:creationId xmlns:a16="http://schemas.microsoft.com/office/drawing/2014/main" id="{5BCEB9E1-3896-9E1A-9CB0-B84C66E4B3A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5CA4AF5-6C64-0ED8-AE74-8396F42560CA}"/>
              </a:ext>
            </a:extLst>
          </p:cNvPr>
          <p:cNvGrpSpPr/>
          <p:nvPr/>
        </p:nvGrpSpPr>
        <p:grpSpPr>
          <a:xfrm>
            <a:off x="10870788" y="3476324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524F0369-71C1-BFCE-3B04-84E0414E51B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27" name="Rectangle: Rounded Corners 4">
              <a:extLst>
                <a:ext uri="{FF2B5EF4-FFF2-40B4-BE49-F238E27FC236}">
                  <a16:creationId xmlns:a16="http://schemas.microsoft.com/office/drawing/2014/main" id="{C085327E-3B45-D0C5-128D-08495EABB10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461B75D-CB68-DF24-E9C7-688F15D1DBC8}"/>
              </a:ext>
            </a:extLst>
          </p:cNvPr>
          <p:cNvGrpSpPr/>
          <p:nvPr/>
        </p:nvGrpSpPr>
        <p:grpSpPr>
          <a:xfrm>
            <a:off x="7862020" y="3467271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74FC712B-C345-9380-5D19-B3B053C5AFB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0" name="Rectangle: Rounded Corners 4">
              <a:extLst>
                <a:ext uri="{FF2B5EF4-FFF2-40B4-BE49-F238E27FC236}">
                  <a16:creationId xmlns:a16="http://schemas.microsoft.com/office/drawing/2014/main" id="{75F5A2B3-4460-068F-EA4A-4A0310DB0C2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AFE1ADC-738B-92BC-9ADB-2C33979A5A4E}"/>
              </a:ext>
            </a:extLst>
          </p:cNvPr>
          <p:cNvGrpSpPr/>
          <p:nvPr/>
        </p:nvGrpSpPr>
        <p:grpSpPr>
          <a:xfrm>
            <a:off x="7798414" y="4408872"/>
            <a:ext cx="1107931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2AC80D65-3D73-256E-8E4D-31FF1B46C7D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3" name="Rectangle: Rounded Corners 4">
              <a:extLst>
                <a:ext uri="{FF2B5EF4-FFF2-40B4-BE49-F238E27FC236}">
                  <a16:creationId xmlns:a16="http://schemas.microsoft.com/office/drawing/2014/main" id="{704ED0BD-B178-20D9-B202-0AC08ABA172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17F6F17-D4C1-8484-F0DA-8894F3442F07}"/>
              </a:ext>
            </a:extLst>
          </p:cNvPr>
          <p:cNvGrpSpPr/>
          <p:nvPr/>
        </p:nvGrpSpPr>
        <p:grpSpPr>
          <a:xfrm>
            <a:off x="10834576" y="2415979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DCFEE7FE-51A7-6B13-930A-AAC2D096550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36" name="Rectangle: Rounded Corners 4">
              <a:extLst>
                <a:ext uri="{FF2B5EF4-FFF2-40B4-BE49-F238E27FC236}">
                  <a16:creationId xmlns:a16="http://schemas.microsoft.com/office/drawing/2014/main" id="{9F9A0FEA-ADF6-1346-1874-0C493ACCC47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7F112E7-2CBE-8FF0-F939-AA50653A3CD3}"/>
              </a:ext>
            </a:extLst>
          </p:cNvPr>
          <p:cNvGrpSpPr/>
          <p:nvPr/>
        </p:nvGrpSpPr>
        <p:grpSpPr>
          <a:xfrm>
            <a:off x="7145133" y="4978050"/>
            <a:ext cx="4746183" cy="905443"/>
            <a:chOff x="384141" y="2268679"/>
            <a:chExt cx="4746183" cy="905443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68EC137-A666-34C5-B12C-E7D6AE3FE819}"/>
                </a:ext>
              </a:extLst>
            </p:cNvPr>
            <p:cNvGrpSpPr/>
            <p:nvPr/>
          </p:nvGrpSpPr>
          <p:grpSpPr>
            <a:xfrm>
              <a:off x="384141" y="2606874"/>
              <a:ext cx="4746183" cy="567248"/>
              <a:chOff x="384141" y="2606874"/>
              <a:chExt cx="4746183" cy="567248"/>
            </a:xfrm>
          </p:grpSpPr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67F39758-A213-8E9A-19AB-C2DE19730936}"/>
                  </a:ext>
                </a:extLst>
              </p:cNvPr>
              <p:cNvSpPr/>
              <p:nvPr/>
            </p:nvSpPr>
            <p:spPr>
              <a:xfrm>
                <a:off x="384141" y="2606874"/>
                <a:ext cx="4746183" cy="567248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  <a:effectLst>
                <a:glow rad="139700">
                  <a:schemeClr val="accent3">
                    <a:satMod val="175000"/>
                    <a:alpha val="40000"/>
                  </a:schemeClr>
                </a:glo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DB6D284A-41C5-396E-0CE5-E94A51FE2D75}"/>
                  </a:ext>
                </a:extLst>
              </p:cNvPr>
              <p:cNvGrpSpPr/>
              <p:nvPr/>
            </p:nvGrpSpPr>
            <p:grpSpPr>
              <a:xfrm>
                <a:off x="2069549" y="2736531"/>
                <a:ext cx="1391858" cy="371558"/>
                <a:chOff x="1159467" y="892336"/>
                <a:chExt cx="2145283" cy="1367627"/>
              </a:xfrm>
              <a:solidFill>
                <a:srgbClr val="7CA655">
                  <a:lumMod val="75000"/>
                </a:srgbClr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50" name="Rectangle: Rounded Corners 149">
                  <a:extLst>
                    <a:ext uri="{FF2B5EF4-FFF2-40B4-BE49-F238E27FC236}">
                      <a16:creationId xmlns:a16="http://schemas.microsoft.com/office/drawing/2014/main" id="{6AF0A4ED-74FD-3B78-9F3F-4FCAF3106499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4E4E4">
                        <a:lumMod val="10000"/>
                      </a:srgbClr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: Rounded Corners 4">
                  <a:extLst>
                    <a:ext uri="{FF2B5EF4-FFF2-40B4-BE49-F238E27FC236}">
                      <a16:creationId xmlns:a16="http://schemas.microsoft.com/office/drawing/2014/main" id="{1D655BD5-E84D-44CB-5C4B-CABC57496B39}"/>
                    </a:ext>
                  </a:extLst>
                </p:cNvPr>
                <p:cNvSpPr txBox="1"/>
                <p:nvPr/>
              </p:nvSpPr>
              <p:spPr>
                <a:xfrm>
                  <a:off x="1259566" y="1074384"/>
                  <a:ext cx="1813421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Data: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6192E7B-70FD-927F-FD37-44C2F236A41F}"/>
                  </a:ext>
                </a:extLst>
              </p:cNvPr>
              <p:cNvGrpSpPr/>
              <p:nvPr/>
            </p:nvGrpSpPr>
            <p:grpSpPr>
              <a:xfrm>
                <a:off x="3452913" y="2736531"/>
                <a:ext cx="1544541" cy="371558"/>
                <a:chOff x="113864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8" name="Rectangle: Rounded Corners 147">
                  <a:extLst>
                    <a:ext uri="{FF2B5EF4-FFF2-40B4-BE49-F238E27FC236}">
                      <a16:creationId xmlns:a16="http://schemas.microsoft.com/office/drawing/2014/main" id="{3803766F-8DCC-6873-15B2-CB0FF34B34C6}"/>
                    </a:ext>
                  </a:extLst>
                </p:cNvPr>
                <p:cNvSpPr/>
                <p:nvPr/>
              </p:nvSpPr>
              <p:spPr>
                <a:xfrm>
                  <a:off x="113864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Rectangle: Rounded Corners 4">
                  <a:extLst>
                    <a:ext uri="{FF2B5EF4-FFF2-40B4-BE49-F238E27FC236}">
                      <a16:creationId xmlns:a16="http://schemas.microsoft.com/office/drawing/2014/main" id="{829FC561-E32B-BE6A-79D1-7A794D3915AC}"/>
                    </a:ext>
                  </a:extLst>
                </p:cNvPr>
                <p:cNvSpPr txBox="1"/>
                <p:nvPr/>
              </p:nvSpPr>
              <p:spPr>
                <a:xfrm>
                  <a:off x="1185625" y="1108730"/>
                  <a:ext cx="1094654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next: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074D9B05-DC3C-F2AA-1897-74DB219D513F}"/>
                  </a:ext>
                </a:extLst>
              </p:cNvPr>
              <p:cNvGrpSpPr/>
              <p:nvPr/>
            </p:nvGrpSpPr>
            <p:grpSpPr>
              <a:xfrm>
                <a:off x="451470" y="2742548"/>
                <a:ext cx="1545336" cy="371558"/>
                <a:chOff x="1159467" y="892336"/>
                <a:chExt cx="2145283" cy="1367627"/>
              </a:xfrm>
              <a:solidFill>
                <a:srgbClr val="FFC000"/>
              </a:solidFill>
              <a:scene3d>
                <a:camera prst="orthographicFront"/>
                <a:lightRig rig="flat" dir="t"/>
              </a:scene3d>
            </p:grpSpPr>
            <p:sp>
              <p:nvSpPr>
                <p:cNvPr id="146" name="Rectangle: Rounded Corners 145">
                  <a:extLst>
                    <a:ext uri="{FF2B5EF4-FFF2-40B4-BE49-F238E27FC236}">
                      <a16:creationId xmlns:a16="http://schemas.microsoft.com/office/drawing/2014/main" id="{E05DC799-86D8-4D7B-7022-BDC55F3D28B0}"/>
                    </a:ext>
                  </a:extLst>
                </p:cNvPr>
                <p:cNvSpPr/>
                <p:nvPr/>
              </p:nvSpPr>
              <p:spPr>
                <a:xfrm>
                  <a:off x="1159467" y="892336"/>
                  <a:ext cx="2145283" cy="1367627"/>
                </a:xfrm>
                <a:prstGeom prst="roundRect">
                  <a:avLst>
                    <a:gd name="adj" fmla="val 16670"/>
                  </a:avLst>
                </a:prstGeom>
                <a:grpFill/>
                <a:ln>
                  <a:noFill/>
                </a:ln>
                <a:effectLst/>
                <a:sp3d prstMaterial="plastic">
                  <a:bevelT w="120900" h="88900"/>
                  <a:bevelB w="88900" h="31750" prst="angle"/>
                </a:sp3d>
              </p:spPr>
              <p:txBody>
                <a:bodyPr/>
                <a:lstStyle/>
                <a:p>
                  <a:pPr marL="0" marR="0" lvl="0" indent="0" algn="l" defTabSz="96560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PK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: Rounded Corners 4">
                  <a:extLst>
                    <a:ext uri="{FF2B5EF4-FFF2-40B4-BE49-F238E27FC236}">
                      <a16:creationId xmlns:a16="http://schemas.microsoft.com/office/drawing/2014/main" id="{C5F5FB7F-F628-830B-A82A-BA260AB36F56}"/>
                    </a:ext>
                  </a:extLst>
                </p:cNvPr>
                <p:cNvSpPr txBox="1"/>
                <p:nvPr/>
              </p:nvSpPr>
              <p:spPr>
                <a:xfrm>
                  <a:off x="1213580" y="1108730"/>
                  <a:ext cx="1072160" cy="1051981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  <a:sp3d/>
              </p:spPr>
              <p:txBody>
                <a:bodyPr spcFirstLastPara="0" vert="horz" wrap="square" lIns="99060" tIns="99060" rIns="99060" bIns="99060" numCol="1" spcCol="1270" anchor="ctr" anchorCtr="0">
                  <a:noAutofit/>
                </a:bodyPr>
                <a:lstStyle/>
                <a:p>
                  <a:pPr marL="0" marR="0" lvl="0" indent="0" algn="l" defTabSz="1155700" rtl="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prev</a:t>
                  </a:r>
                  <a:r>
                    <a: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Franklin Gothic Book"/>
                      <a:ea typeface="+mn-ea"/>
                      <a:cs typeface="+mn-cs"/>
                    </a:rPr>
                    <a:t>:</a:t>
                  </a:r>
                  <a:endParaRPr kumimoji="0" lang="en-PK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7C558DCA-FB6B-C509-7A9F-16D34E3DA1E6}"/>
                </a:ext>
              </a:extLst>
            </p:cNvPr>
            <p:cNvGrpSpPr/>
            <p:nvPr/>
          </p:nvGrpSpPr>
          <p:grpSpPr>
            <a:xfrm>
              <a:off x="411902" y="2268679"/>
              <a:ext cx="1223980" cy="279814"/>
              <a:chOff x="-1911485" y="2665955"/>
              <a:chExt cx="2154883" cy="1367628"/>
            </a:xfrm>
            <a:solidFill>
              <a:srgbClr val="000000"/>
            </a:solidFill>
            <a:scene3d>
              <a:camera prst="orthographicFront"/>
              <a:lightRig rig="flat" dir="t"/>
            </a:scene3d>
          </p:grpSpPr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22AA8D51-2A13-708A-1073-0E1F7913445A}"/>
                  </a:ext>
                </a:extLst>
              </p:cNvPr>
              <p:cNvSpPr/>
              <p:nvPr/>
            </p:nvSpPr>
            <p:spPr>
              <a:xfrm>
                <a:off x="-1901883" y="2665955"/>
                <a:ext cx="2145281" cy="1367628"/>
              </a:xfrm>
              <a:prstGeom prst="roundRect">
                <a:avLst>
                  <a:gd name="adj" fmla="val 16670"/>
                </a:avLst>
              </a:prstGeom>
              <a:grpFill/>
              <a:ln>
                <a:noFill/>
              </a:ln>
              <a:effectLst/>
              <a:sp3d prstMaterial="plastic">
                <a:bevelT w="120900" h="88900"/>
                <a:bevelB w="88900" h="31750" prst="angle"/>
              </a:sp3d>
            </p:spPr>
            <p:txBody>
              <a:bodyPr/>
              <a:lstStyle/>
              <a:p>
                <a:pPr marL="0" marR="0" lvl="0" indent="0" algn="l" defTabSz="96560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K" sz="190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4">
                <a:extLst>
                  <a:ext uri="{FF2B5EF4-FFF2-40B4-BE49-F238E27FC236}">
                    <a16:creationId xmlns:a16="http://schemas.microsoft.com/office/drawing/2014/main" id="{6923EA3E-B837-A441-DEC6-2296A66F24F4}"/>
                  </a:ext>
                </a:extLst>
              </p:cNvPr>
              <p:cNvSpPr txBox="1"/>
              <p:nvPr/>
            </p:nvSpPr>
            <p:spPr>
              <a:xfrm>
                <a:off x="-1911485" y="2793845"/>
                <a:ext cx="2039243" cy="1151233"/>
              </a:xfrm>
              <a:prstGeom prst="rect">
                <a:avLst/>
              </a:prstGeom>
              <a:grpFill/>
              <a:ln>
                <a:noFill/>
              </a:ln>
              <a:effectLst/>
              <a:sp3d/>
            </p:spPr>
            <p:txBody>
              <a:bodyPr spcFirstLastPara="0" vert="horz" wrap="square" lIns="99060" tIns="99060" rIns="99060" bIns="99060" numCol="1" spcCol="1270" anchor="ctr" anchorCtr="0">
                <a:noAutofit/>
              </a:bodyPr>
              <a:lstStyle/>
              <a:p>
                <a:pPr marL="0" marR="0" lvl="0" indent="0" algn="ctr" defTabSz="1155700" rtl="0" eaLnBrk="1" fontAlgn="auto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0x786</a:t>
                </a:r>
                <a:endParaRPr kumimoji="0" lang="en-PK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1470021A-0C22-3634-23E3-C6B35C0B79D0}"/>
              </a:ext>
            </a:extLst>
          </p:cNvPr>
          <p:cNvGrpSpPr/>
          <p:nvPr/>
        </p:nvGrpSpPr>
        <p:grpSpPr>
          <a:xfrm>
            <a:off x="9589837" y="5484591"/>
            <a:ext cx="629101" cy="315750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CC5D7822-6345-A5BB-DE4D-D64C5C702D8B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4" name="Rectangle: Rounded Corners 4">
              <a:extLst>
                <a:ext uri="{FF2B5EF4-FFF2-40B4-BE49-F238E27FC236}">
                  <a16:creationId xmlns:a16="http://schemas.microsoft.com/office/drawing/2014/main" id="{DCCD989D-040B-5A94-1B27-71D480F07EF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44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45FE541-0B18-338E-E2F3-84CC52913D9E}"/>
              </a:ext>
            </a:extLst>
          </p:cNvPr>
          <p:cNvGrpSpPr/>
          <p:nvPr/>
        </p:nvGrpSpPr>
        <p:grpSpPr>
          <a:xfrm>
            <a:off x="7870794" y="5481181"/>
            <a:ext cx="1090381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8F166A3F-ABD1-0EE1-6159-AC29F8FFDFB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57" name="Rectangle: Rounded Corners 4">
              <a:extLst>
                <a:ext uri="{FF2B5EF4-FFF2-40B4-BE49-F238E27FC236}">
                  <a16:creationId xmlns:a16="http://schemas.microsoft.com/office/drawing/2014/main" id="{2D6123C2-0536-FE14-FE2B-DBC6BDF3753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9CD36A2-8974-C8FD-8329-73CE7FB8F096}"/>
              </a:ext>
            </a:extLst>
          </p:cNvPr>
          <p:cNvGrpSpPr/>
          <p:nvPr/>
        </p:nvGrpSpPr>
        <p:grpSpPr>
          <a:xfrm>
            <a:off x="10817918" y="4439171"/>
            <a:ext cx="1037568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C73A6858-6AB5-DBF3-9CC8-DF23D4B4483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0" name="Rectangle: Rounded Corners 4">
              <a:extLst>
                <a:ext uri="{FF2B5EF4-FFF2-40B4-BE49-F238E27FC236}">
                  <a16:creationId xmlns:a16="http://schemas.microsoft.com/office/drawing/2014/main" id="{12857213-699B-5256-9549-4AA11A8528A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E43AFF6-EE28-4013-CA32-8F2FDD4FA6B6}"/>
              </a:ext>
            </a:extLst>
          </p:cNvPr>
          <p:cNvGrpSpPr/>
          <p:nvPr/>
        </p:nvGrpSpPr>
        <p:grpSpPr>
          <a:xfrm>
            <a:off x="5375568" y="5266930"/>
            <a:ext cx="1232834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B1396783-9E95-DA8A-F9B8-FDB0115EF64F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3" name="Rectangle: Rounded Corners 4">
              <a:extLst>
                <a:ext uri="{FF2B5EF4-FFF2-40B4-BE49-F238E27FC236}">
                  <a16:creationId xmlns:a16="http://schemas.microsoft.com/office/drawing/2014/main" id="{FC79D2B6-813C-03F8-1139-843C835A6A1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742FF85-6890-E11F-A60D-DF015BB56BC9}"/>
              </a:ext>
            </a:extLst>
          </p:cNvPr>
          <p:cNvGrpSpPr/>
          <p:nvPr/>
        </p:nvGrpSpPr>
        <p:grpSpPr>
          <a:xfrm>
            <a:off x="10840400" y="5482306"/>
            <a:ext cx="1090382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4962A4D0-7CD7-6A81-658E-31AE0D1F506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6" name="Rectangle: Rounded Corners 4">
              <a:extLst>
                <a:ext uri="{FF2B5EF4-FFF2-40B4-BE49-F238E27FC236}">
                  <a16:creationId xmlns:a16="http://schemas.microsoft.com/office/drawing/2014/main" id="{8F2D872E-DBDD-0636-E121-0B7067A9DCA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9EE4F3E4-D6A1-5ED7-1193-D9B66D5BDE39}"/>
              </a:ext>
            </a:extLst>
          </p:cNvPr>
          <p:cNvGrpSpPr/>
          <p:nvPr/>
        </p:nvGrpSpPr>
        <p:grpSpPr>
          <a:xfrm>
            <a:off x="7842486" y="1423332"/>
            <a:ext cx="1048322" cy="31803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04C7250A-AA9C-54CC-3666-88976F2A439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69" name="Rectangle: Rounded Corners 4">
              <a:extLst>
                <a:ext uri="{FF2B5EF4-FFF2-40B4-BE49-F238E27FC236}">
                  <a16:creationId xmlns:a16="http://schemas.microsoft.com/office/drawing/2014/main" id="{FC44C729-96F7-77C7-079F-34EEC5A87A9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D695E27-D102-5724-9AC1-3304792875AE}"/>
              </a:ext>
            </a:extLst>
          </p:cNvPr>
          <p:cNvGrpSpPr/>
          <p:nvPr/>
        </p:nvGrpSpPr>
        <p:grpSpPr>
          <a:xfrm>
            <a:off x="4692554" y="1913349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71" name="Rectangle: Rounded Corners 170">
              <a:extLst>
                <a:ext uri="{FF2B5EF4-FFF2-40B4-BE49-F238E27FC236}">
                  <a16:creationId xmlns:a16="http://schemas.microsoft.com/office/drawing/2014/main" id="{39281E8A-9A12-3402-C3A0-7AE79C199C6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2" name="Rectangle: Rounded Corners 4">
              <a:extLst>
                <a:ext uri="{FF2B5EF4-FFF2-40B4-BE49-F238E27FC236}">
                  <a16:creationId xmlns:a16="http://schemas.microsoft.com/office/drawing/2014/main" id="{6CBC1910-859A-92B2-A060-0B5024F74257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600" b="1" dirty="0">
                  <a:solidFill>
                    <a:srgbClr val="FF0000"/>
                  </a:solidFill>
                  <a:latin typeface="Aptos" panose="02110004020202020204"/>
                </a:rPr>
                <a:t>current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27F7EAD-72A8-BCE4-CFD6-FF71AF18253A}"/>
              </a:ext>
            </a:extLst>
          </p:cNvPr>
          <p:cNvGrpSpPr/>
          <p:nvPr/>
        </p:nvGrpSpPr>
        <p:grpSpPr>
          <a:xfrm>
            <a:off x="4895081" y="2190706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3E410F6B-A9A4-AE4A-DA73-F811F85EBCD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0" name="Rectangle: Rounded Corners 4">
              <a:extLst>
                <a:ext uri="{FF2B5EF4-FFF2-40B4-BE49-F238E27FC236}">
                  <a16:creationId xmlns:a16="http://schemas.microsoft.com/office/drawing/2014/main" id="{10F7D9CC-344A-9174-1EFC-76A7988EB795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3EDB5268-3ED3-7BAD-A4C5-ECB025E6A5C9}"/>
              </a:ext>
            </a:extLst>
          </p:cNvPr>
          <p:cNvGrpSpPr/>
          <p:nvPr/>
        </p:nvGrpSpPr>
        <p:grpSpPr>
          <a:xfrm>
            <a:off x="4682189" y="2844408"/>
            <a:ext cx="1613003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35FEDE97-66C2-8360-E981-DEBC21C6E06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3" name="Rectangle: Rounded Corners 4">
              <a:extLst>
                <a:ext uri="{FF2B5EF4-FFF2-40B4-BE49-F238E27FC236}">
                  <a16:creationId xmlns:a16="http://schemas.microsoft.com/office/drawing/2014/main" id="{418F8935-5E65-06B2-2CC4-D914D5BA8502}"/>
                </a:ext>
              </a:extLst>
            </p:cNvPr>
            <p:cNvSpPr txBox="1"/>
            <p:nvPr/>
          </p:nvSpPr>
          <p:spPr>
            <a:xfrm>
              <a:off x="1341947" y="1042809"/>
              <a:ext cx="1813420" cy="1051982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temp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FD90D1F7-9930-FEEE-C4F9-766E6E3D64B7}"/>
              </a:ext>
            </a:extLst>
          </p:cNvPr>
          <p:cNvGrpSpPr/>
          <p:nvPr/>
        </p:nvGrpSpPr>
        <p:grpSpPr>
          <a:xfrm>
            <a:off x="4884716" y="312176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E382B5DA-D9FD-0499-3EFE-70ED96DFB25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6" name="Rectangle: Rounded Corners 4">
              <a:extLst>
                <a:ext uri="{FF2B5EF4-FFF2-40B4-BE49-F238E27FC236}">
                  <a16:creationId xmlns:a16="http://schemas.microsoft.com/office/drawing/2014/main" id="{464BF1A2-9C42-84FB-AB3F-1CAB03A233B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197" name="Rectangle 196">
            <a:extLst>
              <a:ext uri="{FF2B5EF4-FFF2-40B4-BE49-F238E27FC236}">
                <a16:creationId xmlns:a16="http://schemas.microsoft.com/office/drawing/2014/main" id="{9C91A1B2-6F87-271E-5040-65208C8B1F96}"/>
              </a:ext>
            </a:extLst>
          </p:cNvPr>
          <p:cNvSpPr/>
          <p:nvPr/>
        </p:nvSpPr>
        <p:spPr>
          <a:xfrm>
            <a:off x="3902419" y="928221"/>
            <a:ext cx="1168557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circular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F0690C7-C358-9CFC-A6DC-237BE675068E}"/>
              </a:ext>
            </a:extLst>
          </p:cNvPr>
          <p:cNvSpPr/>
          <p:nvPr/>
        </p:nvSpPr>
        <p:spPr>
          <a:xfrm>
            <a:off x="5130514" y="924949"/>
            <a:ext cx="850392" cy="274320"/>
          </a:xfrm>
          <a:prstGeom prst="rect">
            <a:avLst/>
          </a:prstGeom>
          <a:solidFill>
            <a:srgbClr val="F9D448"/>
          </a:solidFill>
          <a:ln w="12700" cap="flat" cmpd="sng" algn="ctr">
            <a:noFill/>
            <a:prstDash val="solid"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rtlCol="0" anchor="ctr"/>
          <a:lstStyle/>
          <a:p>
            <a:pPr marL="0" marR="0" lvl="0" indent="0" algn="ctr" defTabSz="9656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false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756AE4-BBF2-8666-5696-F29BE7D20E8F}"/>
              </a:ext>
            </a:extLst>
          </p:cNvPr>
          <p:cNvGrpSpPr/>
          <p:nvPr/>
        </p:nvGrpSpPr>
        <p:grpSpPr>
          <a:xfrm>
            <a:off x="4895081" y="2179906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527EA30-FF02-1598-2990-AD7B6D8D4BD3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2ECCECE6-4227-8A37-9200-DFD38FB33AC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6C91161-FBB3-822D-76D7-BA520B956FD3}"/>
              </a:ext>
            </a:extLst>
          </p:cNvPr>
          <p:cNvGrpSpPr/>
          <p:nvPr/>
        </p:nvGrpSpPr>
        <p:grpSpPr>
          <a:xfrm>
            <a:off x="4903451" y="2176796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5" name="Rectangle: Rounded Corners 174">
              <a:extLst>
                <a:ext uri="{FF2B5EF4-FFF2-40B4-BE49-F238E27FC236}">
                  <a16:creationId xmlns:a16="http://schemas.microsoft.com/office/drawing/2014/main" id="{5D6EC3E6-84F6-E34A-C789-35598B3DA3C7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6" name="Rectangle: Rounded Corners 4">
              <a:extLst>
                <a:ext uri="{FF2B5EF4-FFF2-40B4-BE49-F238E27FC236}">
                  <a16:creationId xmlns:a16="http://schemas.microsoft.com/office/drawing/2014/main" id="{98DC1A65-4024-3C08-8554-DEF76BB0441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5D97198-4182-C7F8-5961-638F355235CD}"/>
              </a:ext>
            </a:extLst>
          </p:cNvPr>
          <p:cNvGrpSpPr/>
          <p:nvPr/>
        </p:nvGrpSpPr>
        <p:grpSpPr>
          <a:xfrm>
            <a:off x="4891085" y="217679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1" name="Rectangle: Rounded Corners 180">
              <a:extLst>
                <a:ext uri="{FF2B5EF4-FFF2-40B4-BE49-F238E27FC236}">
                  <a16:creationId xmlns:a16="http://schemas.microsoft.com/office/drawing/2014/main" id="{62232690-48DD-6217-CEAE-206A317344C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2" name="Rectangle: Rounded Corners 4">
              <a:extLst>
                <a:ext uri="{FF2B5EF4-FFF2-40B4-BE49-F238E27FC236}">
                  <a16:creationId xmlns:a16="http://schemas.microsoft.com/office/drawing/2014/main" id="{478F1E96-FD6B-7A45-3B61-3C30A1242C79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5A238F9-1330-809F-9976-555E316BFD68}"/>
              </a:ext>
            </a:extLst>
          </p:cNvPr>
          <p:cNvGrpSpPr/>
          <p:nvPr/>
        </p:nvGrpSpPr>
        <p:grpSpPr>
          <a:xfrm>
            <a:off x="4891085" y="217581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4" name="Rectangle: Rounded Corners 183">
              <a:extLst>
                <a:ext uri="{FF2B5EF4-FFF2-40B4-BE49-F238E27FC236}">
                  <a16:creationId xmlns:a16="http://schemas.microsoft.com/office/drawing/2014/main" id="{A97086DF-EA14-04D9-6EDE-27BDF1F2383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85" name="Rectangle: Rounded Corners 4">
              <a:extLst>
                <a:ext uri="{FF2B5EF4-FFF2-40B4-BE49-F238E27FC236}">
                  <a16:creationId xmlns:a16="http://schemas.microsoft.com/office/drawing/2014/main" id="{F24ACCE1-D345-F1FD-5905-8A11CA217E4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8507CED-A3A5-3B93-DF12-CDEA43D13E3A}"/>
              </a:ext>
            </a:extLst>
          </p:cNvPr>
          <p:cNvGrpSpPr/>
          <p:nvPr/>
        </p:nvGrpSpPr>
        <p:grpSpPr>
          <a:xfrm>
            <a:off x="6347947" y="585198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87" name="Rectangle: Rounded Corners 186">
              <a:extLst>
                <a:ext uri="{FF2B5EF4-FFF2-40B4-BE49-F238E27FC236}">
                  <a16:creationId xmlns:a16="http://schemas.microsoft.com/office/drawing/2014/main" id="{4A573A6A-E88D-69E5-9FD4-EF48441786D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99" name="Rectangle: Rounded Corners 4">
              <a:extLst>
                <a:ext uri="{FF2B5EF4-FFF2-40B4-BE49-F238E27FC236}">
                  <a16:creationId xmlns:a16="http://schemas.microsoft.com/office/drawing/2014/main" id="{3B781C1F-B000-22B5-5BB9-6BA289CAC2BC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0x786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657C552-4D4A-380A-8455-62706274A27A}"/>
              </a:ext>
            </a:extLst>
          </p:cNvPr>
          <p:cNvGrpSpPr/>
          <p:nvPr/>
        </p:nvGrpSpPr>
        <p:grpSpPr>
          <a:xfrm>
            <a:off x="4872219" y="3123626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1" name="Rectangle: Rounded Corners 200">
              <a:extLst>
                <a:ext uri="{FF2B5EF4-FFF2-40B4-BE49-F238E27FC236}">
                  <a16:creationId xmlns:a16="http://schemas.microsoft.com/office/drawing/2014/main" id="{7FCBA12E-5455-8DC8-67EB-766FC61A306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2" name="Rectangle: Rounded Corners 4">
              <a:extLst>
                <a:ext uri="{FF2B5EF4-FFF2-40B4-BE49-F238E27FC236}">
                  <a16:creationId xmlns:a16="http://schemas.microsoft.com/office/drawing/2014/main" id="{E64A98F9-4AB7-E76C-A034-1EF18B323DA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C1FC547-43AB-5AEF-3A07-27BDA474F984}"/>
              </a:ext>
            </a:extLst>
          </p:cNvPr>
          <p:cNvGrpSpPr/>
          <p:nvPr/>
        </p:nvGrpSpPr>
        <p:grpSpPr>
          <a:xfrm>
            <a:off x="7877220" y="5496928"/>
            <a:ext cx="1058550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4" name="Rectangle: Rounded Corners 203">
              <a:extLst>
                <a:ext uri="{FF2B5EF4-FFF2-40B4-BE49-F238E27FC236}">
                  <a16:creationId xmlns:a16="http://schemas.microsoft.com/office/drawing/2014/main" id="{D0737607-281F-09DD-AE95-5BEC3B03395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5" name="Rectangle: Rounded Corners 4">
              <a:extLst>
                <a:ext uri="{FF2B5EF4-FFF2-40B4-BE49-F238E27FC236}">
                  <a16:creationId xmlns:a16="http://schemas.microsoft.com/office/drawing/2014/main" id="{F82223DA-DB99-109E-AA9A-B9B52D74F2B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 err="1">
                  <a:solidFill>
                    <a:srgbClr val="FFFFFF"/>
                  </a:solidFill>
                  <a:latin typeface="Franklin Gothic Book"/>
                </a:rPr>
                <a:t>nullptr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081306E-2D86-6AC8-E6A8-905F9FB9DAF9}"/>
              </a:ext>
            </a:extLst>
          </p:cNvPr>
          <p:cNvGrpSpPr/>
          <p:nvPr/>
        </p:nvGrpSpPr>
        <p:grpSpPr>
          <a:xfrm>
            <a:off x="10867547" y="5510373"/>
            <a:ext cx="1046813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7ADEB750-7097-4109-D744-0887BCC5F97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08" name="Rectangle: Rounded Corners 4">
              <a:extLst>
                <a:ext uri="{FF2B5EF4-FFF2-40B4-BE49-F238E27FC236}">
                  <a16:creationId xmlns:a16="http://schemas.microsoft.com/office/drawing/2014/main" id="{89C58113-9CAE-5D67-7760-AE189FC31A1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0789C4C-91EB-5C5E-8359-819E8D03C28A}"/>
              </a:ext>
            </a:extLst>
          </p:cNvPr>
          <p:cNvGrpSpPr/>
          <p:nvPr/>
        </p:nvGrpSpPr>
        <p:grpSpPr>
          <a:xfrm>
            <a:off x="4903081" y="217676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0" name="Rectangle: Rounded Corners 209">
              <a:extLst>
                <a:ext uri="{FF2B5EF4-FFF2-40B4-BE49-F238E27FC236}">
                  <a16:creationId xmlns:a16="http://schemas.microsoft.com/office/drawing/2014/main" id="{55731269-A1A0-218A-5108-31CB00FEAF5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1" name="Rectangle: Rounded Corners 4">
              <a:extLst>
                <a:ext uri="{FF2B5EF4-FFF2-40B4-BE49-F238E27FC236}">
                  <a16:creationId xmlns:a16="http://schemas.microsoft.com/office/drawing/2014/main" id="{E484A7FE-BC12-D4DC-8906-39513C4EC26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0x750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12" name="Rectangle: Rounded Corners 211">
            <a:extLst>
              <a:ext uri="{FF2B5EF4-FFF2-40B4-BE49-F238E27FC236}">
                <a16:creationId xmlns:a16="http://schemas.microsoft.com/office/drawing/2014/main" id="{32585FB9-37D2-D94C-2044-692C39D6A918}"/>
              </a:ext>
            </a:extLst>
          </p:cNvPr>
          <p:cNvSpPr/>
          <p:nvPr/>
        </p:nvSpPr>
        <p:spPr>
          <a:xfrm>
            <a:off x="563122" y="4672203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C06367C-3C2E-AE1A-64CC-2A4832102271}"/>
              </a:ext>
            </a:extLst>
          </p:cNvPr>
          <p:cNvGrpSpPr/>
          <p:nvPr/>
        </p:nvGrpSpPr>
        <p:grpSpPr>
          <a:xfrm>
            <a:off x="4881272" y="3114573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DA90B57E-991C-8601-2A2D-910D6FC7220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5" name="Rectangle: Rounded Corners 4">
              <a:extLst>
                <a:ext uri="{FF2B5EF4-FFF2-40B4-BE49-F238E27FC236}">
                  <a16:creationId xmlns:a16="http://schemas.microsoft.com/office/drawing/2014/main" id="{456E4539-957B-4D1E-1015-3136FDF7B9E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E535BC34-A06F-0B24-F495-921103934CB8}"/>
              </a:ext>
            </a:extLst>
          </p:cNvPr>
          <p:cNvSpPr/>
          <p:nvPr/>
        </p:nvSpPr>
        <p:spPr>
          <a:xfrm>
            <a:off x="563121" y="4987566"/>
            <a:ext cx="3447563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2A1803B5-998B-B97F-12F6-996D4F32E4CB}"/>
              </a:ext>
            </a:extLst>
          </p:cNvPr>
          <p:cNvGrpSpPr/>
          <p:nvPr/>
        </p:nvGrpSpPr>
        <p:grpSpPr>
          <a:xfrm>
            <a:off x="7824075" y="4442260"/>
            <a:ext cx="1046813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18" name="Rectangle: Rounded Corners 217">
              <a:extLst>
                <a:ext uri="{FF2B5EF4-FFF2-40B4-BE49-F238E27FC236}">
                  <a16:creationId xmlns:a16="http://schemas.microsoft.com/office/drawing/2014/main" id="{DE8140AC-5CB8-F8AC-1DF0-0948B198AD18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19" name="Rectangle: Rounded Corners 4">
              <a:extLst>
                <a:ext uri="{FF2B5EF4-FFF2-40B4-BE49-F238E27FC236}">
                  <a16:creationId xmlns:a16="http://schemas.microsoft.com/office/drawing/2014/main" id="{D45C78AB-30B5-48B1-C7D1-6227D549D9CD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0x786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26AB8C56-7AC1-533C-2D5B-AB693303D671}"/>
              </a:ext>
            </a:extLst>
          </p:cNvPr>
          <p:cNvSpPr/>
          <p:nvPr/>
        </p:nvSpPr>
        <p:spPr>
          <a:xfrm>
            <a:off x="563121" y="5255968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3D6BEB6-1566-DC48-4C6B-10D0171C096F}"/>
              </a:ext>
            </a:extLst>
          </p:cNvPr>
          <p:cNvGrpSpPr/>
          <p:nvPr/>
        </p:nvGrpSpPr>
        <p:grpSpPr>
          <a:xfrm>
            <a:off x="10824013" y="4428819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1AEC4C91-705D-260C-0910-8CC8547EB04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26" name="Rectangle: Rounded Corners 4">
              <a:extLst>
                <a:ext uri="{FF2B5EF4-FFF2-40B4-BE49-F238E27FC236}">
                  <a16:creationId xmlns:a16="http://schemas.microsoft.com/office/drawing/2014/main" id="{84859E73-B304-7D12-6AB4-FCB8CED0F05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6A2DCB14-8E4B-D79F-B8AC-569243506395}"/>
              </a:ext>
            </a:extLst>
          </p:cNvPr>
          <p:cNvSpPr/>
          <p:nvPr/>
        </p:nvSpPr>
        <p:spPr>
          <a:xfrm>
            <a:off x="563120" y="5553820"/>
            <a:ext cx="27866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A16A58D0-23E8-833D-4065-CF6EFD6D6CC7}"/>
              </a:ext>
            </a:extLst>
          </p:cNvPr>
          <p:cNvGrpSpPr/>
          <p:nvPr/>
        </p:nvGrpSpPr>
        <p:grpSpPr>
          <a:xfrm>
            <a:off x="4930240" y="217676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29" name="Rectangle: Rounded Corners 228">
              <a:extLst>
                <a:ext uri="{FF2B5EF4-FFF2-40B4-BE49-F238E27FC236}">
                  <a16:creationId xmlns:a16="http://schemas.microsoft.com/office/drawing/2014/main" id="{37552F36-CEEA-F0D4-6044-6E75DB4C999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0" name="Rectangle: Rounded Corners 4">
              <a:extLst>
                <a:ext uri="{FF2B5EF4-FFF2-40B4-BE49-F238E27FC236}">
                  <a16:creationId xmlns:a16="http://schemas.microsoft.com/office/drawing/2014/main" id="{CDB17C4A-E055-0739-608C-82FFE66F96E2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0x1500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64EF49EA-1926-90DE-D1A7-F782993CC5D0}"/>
              </a:ext>
            </a:extLst>
          </p:cNvPr>
          <p:cNvSpPr/>
          <p:nvPr/>
        </p:nvSpPr>
        <p:spPr>
          <a:xfrm>
            <a:off x="1294942" y="5822222"/>
            <a:ext cx="1909985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2" name="Rectangle: Rounded Corners 231">
            <a:extLst>
              <a:ext uri="{FF2B5EF4-FFF2-40B4-BE49-F238E27FC236}">
                <a16:creationId xmlns:a16="http://schemas.microsoft.com/office/drawing/2014/main" id="{17FFE56B-24CE-12BB-C88B-0E4667EA8CCC}"/>
              </a:ext>
            </a:extLst>
          </p:cNvPr>
          <p:cNvSpPr/>
          <p:nvPr/>
        </p:nvSpPr>
        <p:spPr>
          <a:xfrm>
            <a:off x="3645725" y="5822222"/>
            <a:ext cx="953435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5BC06FD0-2665-31EE-FD10-F4786D8C0366}"/>
              </a:ext>
            </a:extLst>
          </p:cNvPr>
          <p:cNvSpPr/>
          <p:nvPr/>
        </p:nvSpPr>
        <p:spPr>
          <a:xfrm>
            <a:off x="563120" y="4680363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2608E3EE-27BB-E0B2-F61F-E09421D2DDEE}"/>
              </a:ext>
            </a:extLst>
          </p:cNvPr>
          <p:cNvGrpSpPr/>
          <p:nvPr/>
        </p:nvGrpSpPr>
        <p:grpSpPr>
          <a:xfrm>
            <a:off x="4863166" y="3109877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9F252A88-8ACC-5800-F622-D052E22ACD7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36" name="Rectangle: Rounded Corners 4">
              <a:extLst>
                <a:ext uri="{FF2B5EF4-FFF2-40B4-BE49-F238E27FC236}">
                  <a16:creationId xmlns:a16="http://schemas.microsoft.com/office/drawing/2014/main" id="{DCF7FD63-4B78-1DFB-7184-342A5D2590B8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A9B2F670-9F67-6F4A-58C2-B3103BEFF3A9}"/>
              </a:ext>
            </a:extLst>
          </p:cNvPr>
          <p:cNvSpPr/>
          <p:nvPr/>
        </p:nvSpPr>
        <p:spPr>
          <a:xfrm>
            <a:off x="535205" y="4968314"/>
            <a:ext cx="3447563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1991AC2-DCEC-5064-58E3-DED7FE896721}"/>
              </a:ext>
            </a:extLst>
          </p:cNvPr>
          <p:cNvGrpSpPr/>
          <p:nvPr/>
        </p:nvGrpSpPr>
        <p:grpSpPr>
          <a:xfrm>
            <a:off x="7889180" y="3458591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39" name="Rectangle: Rounded Corners 238">
              <a:extLst>
                <a:ext uri="{FF2B5EF4-FFF2-40B4-BE49-F238E27FC236}">
                  <a16:creationId xmlns:a16="http://schemas.microsoft.com/office/drawing/2014/main" id="{98CA9D05-3537-6598-A026-847110B7E3C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0" name="Rectangle: Rounded Corners 4">
              <a:extLst>
                <a:ext uri="{FF2B5EF4-FFF2-40B4-BE49-F238E27FC236}">
                  <a16:creationId xmlns:a16="http://schemas.microsoft.com/office/drawing/2014/main" id="{3A8392FD-0E92-4826-7D6A-B8013DE2CF2A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0x750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41" name="Rectangle: Rounded Corners 240">
            <a:extLst>
              <a:ext uri="{FF2B5EF4-FFF2-40B4-BE49-F238E27FC236}">
                <a16:creationId xmlns:a16="http://schemas.microsoft.com/office/drawing/2014/main" id="{C573D477-BF64-ECE2-FABF-FA588536DDF2}"/>
              </a:ext>
            </a:extLst>
          </p:cNvPr>
          <p:cNvSpPr/>
          <p:nvPr/>
        </p:nvSpPr>
        <p:spPr>
          <a:xfrm>
            <a:off x="535205" y="5255943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A1B5DF0-C458-361A-4823-045B7B008634}"/>
              </a:ext>
            </a:extLst>
          </p:cNvPr>
          <p:cNvGrpSpPr/>
          <p:nvPr/>
        </p:nvGrpSpPr>
        <p:grpSpPr>
          <a:xfrm>
            <a:off x="10866260" y="3475190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8ED6D01C-E94F-FEF3-F81C-96BB119EEDE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4" name="Rectangle: Rounded Corners 4">
              <a:extLst>
                <a:ext uri="{FF2B5EF4-FFF2-40B4-BE49-F238E27FC236}">
                  <a16:creationId xmlns:a16="http://schemas.microsoft.com/office/drawing/2014/main" id="{B72143A1-0F87-960C-6405-F3526538BDB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45" name="Rectangle: Rounded Corners 244">
            <a:extLst>
              <a:ext uri="{FF2B5EF4-FFF2-40B4-BE49-F238E27FC236}">
                <a16:creationId xmlns:a16="http://schemas.microsoft.com/office/drawing/2014/main" id="{01BFB8D6-8EE2-3D7B-5224-15288FD8EE5F}"/>
              </a:ext>
            </a:extLst>
          </p:cNvPr>
          <p:cNvSpPr/>
          <p:nvPr/>
        </p:nvSpPr>
        <p:spPr>
          <a:xfrm>
            <a:off x="572172" y="5543621"/>
            <a:ext cx="27866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38B4067-03BF-1B79-22A3-EF787FD1CBFA}"/>
              </a:ext>
            </a:extLst>
          </p:cNvPr>
          <p:cNvGrpSpPr/>
          <p:nvPr/>
        </p:nvGrpSpPr>
        <p:grpSpPr>
          <a:xfrm>
            <a:off x="4921187" y="217676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41F227AA-A128-324F-6871-DAB384FF233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48" name="Rectangle: Rounded Corners 4">
              <a:extLst>
                <a:ext uri="{FF2B5EF4-FFF2-40B4-BE49-F238E27FC236}">
                  <a16:creationId xmlns:a16="http://schemas.microsoft.com/office/drawing/2014/main" id="{4FA4438D-1235-F11B-D920-B54B0BFE9050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0x1000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87D6D4F1-DE33-E627-DA8F-5C56D3D40A87}"/>
              </a:ext>
            </a:extLst>
          </p:cNvPr>
          <p:cNvSpPr/>
          <p:nvPr/>
        </p:nvSpPr>
        <p:spPr>
          <a:xfrm>
            <a:off x="1303993" y="5851672"/>
            <a:ext cx="1909985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0" name="Rectangle: Rounded Corners 249">
            <a:extLst>
              <a:ext uri="{FF2B5EF4-FFF2-40B4-BE49-F238E27FC236}">
                <a16:creationId xmlns:a16="http://schemas.microsoft.com/office/drawing/2014/main" id="{78B6551B-4F6F-9C79-3879-E331587473DF}"/>
              </a:ext>
            </a:extLst>
          </p:cNvPr>
          <p:cNvSpPr/>
          <p:nvPr/>
        </p:nvSpPr>
        <p:spPr>
          <a:xfrm>
            <a:off x="3618568" y="5830123"/>
            <a:ext cx="953435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1" name="Rectangle: Rounded Corners 250">
            <a:extLst>
              <a:ext uri="{FF2B5EF4-FFF2-40B4-BE49-F238E27FC236}">
                <a16:creationId xmlns:a16="http://schemas.microsoft.com/office/drawing/2014/main" id="{6DDB990B-75A5-21D7-6E9C-A40000020469}"/>
              </a:ext>
            </a:extLst>
          </p:cNvPr>
          <p:cNvSpPr/>
          <p:nvPr/>
        </p:nvSpPr>
        <p:spPr>
          <a:xfrm>
            <a:off x="535205" y="4688523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319B133-9849-E4C1-CD49-231A8E824578}"/>
              </a:ext>
            </a:extLst>
          </p:cNvPr>
          <p:cNvGrpSpPr/>
          <p:nvPr/>
        </p:nvGrpSpPr>
        <p:grpSpPr>
          <a:xfrm>
            <a:off x="4872219" y="3109877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3" name="Rectangle: Rounded Corners 252">
              <a:extLst>
                <a:ext uri="{FF2B5EF4-FFF2-40B4-BE49-F238E27FC236}">
                  <a16:creationId xmlns:a16="http://schemas.microsoft.com/office/drawing/2014/main" id="{882DA487-FDCF-9034-DD2F-5354BBF3AA4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4" name="Rectangle: Rounded Corners 4">
              <a:extLst>
                <a:ext uri="{FF2B5EF4-FFF2-40B4-BE49-F238E27FC236}">
                  <a16:creationId xmlns:a16="http://schemas.microsoft.com/office/drawing/2014/main" id="{777502C2-C33A-CB52-A0D8-1FD5F1FCE0D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55" name="Rectangle: Rounded Corners 254">
            <a:extLst>
              <a:ext uri="{FF2B5EF4-FFF2-40B4-BE49-F238E27FC236}">
                <a16:creationId xmlns:a16="http://schemas.microsoft.com/office/drawing/2014/main" id="{68D42D35-1A88-192F-C78C-947CD45B4A16}"/>
              </a:ext>
            </a:extLst>
          </p:cNvPr>
          <p:cNvSpPr/>
          <p:nvPr/>
        </p:nvSpPr>
        <p:spPr>
          <a:xfrm>
            <a:off x="549162" y="4947613"/>
            <a:ext cx="3447563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B6996554-FA1B-1366-72B2-3030761099A7}"/>
              </a:ext>
            </a:extLst>
          </p:cNvPr>
          <p:cNvGrpSpPr/>
          <p:nvPr/>
        </p:nvGrpSpPr>
        <p:grpSpPr>
          <a:xfrm>
            <a:off x="7815244" y="2397826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57" name="Rectangle: Rounded Corners 256">
              <a:extLst>
                <a:ext uri="{FF2B5EF4-FFF2-40B4-BE49-F238E27FC236}">
                  <a16:creationId xmlns:a16="http://schemas.microsoft.com/office/drawing/2014/main" id="{25DAF133-BBE7-D16C-769E-CF5A1A4CD31C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58" name="Rectangle: Rounded Corners 4">
              <a:extLst>
                <a:ext uri="{FF2B5EF4-FFF2-40B4-BE49-F238E27FC236}">
                  <a16:creationId xmlns:a16="http://schemas.microsoft.com/office/drawing/2014/main" id="{3BD24BD1-3B12-C301-D6E0-8143A7B9DA73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FA85DE6F-3263-AB3D-5C3B-CAF7A3632170}"/>
              </a:ext>
            </a:extLst>
          </p:cNvPr>
          <p:cNvSpPr/>
          <p:nvPr/>
        </p:nvSpPr>
        <p:spPr>
          <a:xfrm>
            <a:off x="549164" y="5244578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B603DEDA-4B15-469A-FDE1-0CFF78B131D5}"/>
              </a:ext>
            </a:extLst>
          </p:cNvPr>
          <p:cNvGrpSpPr/>
          <p:nvPr/>
        </p:nvGrpSpPr>
        <p:grpSpPr>
          <a:xfrm>
            <a:off x="10819485" y="2414424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61" name="Rectangle: Rounded Corners 260">
              <a:extLst>
                <a:ext uri="{FF2B5EF4-FFF2-40B4-BE49-F238E27FC236}">
                  <a16:creationId xmlns:a16="http://schemas.microsoft.com/office/drawing/2014/main" id="{87491619-82FB-02FB-9516-5EFB3AE3AFF1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2" name="Rectangle: Rounded Corners 4">
              <a:extLst>
                <a:ext uri="{FF2B5EF4-FFF2-40B4-BE49-F238E27FC236}">
                  <a16:creationId xmlns:a16="http://schemas.microsoft.com/office/drawing/2014/main" id="{483F16B2-71BB-BACD-0088-4048188A4DE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</a:t>
              </a:r>
              <a:r>
                <a:rPr lang="en-US" b="1" kern="0" dirty="0">
                  <a:solidFill>
                    <a:srgbClr val="FFFFFF"/>
                  </a:solidFill>
                  <a:latin typeface="Franklin Gothic Book"/>
                </a:rPr>
                <a:t>2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500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70B34D4F-6E97-C644-0D2B-D0744861A380}"/>
              </a:ext>
            </a:extLst>
          </p:cNvPr>
          <p:cNvSpPr/>
          <p:nvPr/>
        </p:nvSpPr>
        <p:spPr>
          <a:xfrm>
            <a:off x="554065" y="5538948"/>
            <a:ext cx="27866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21643E5-223E-F932-9C9B-90E00360DB10}"/>
              </a:ext>
            </a:extLst>
          </p:cNvPr>
          <p:cNvGrpSpPr/>
          <p:nvPr/>
        </p:nvGrpSpPr>
        <p:grpSpPr>
          <a:xfrm>
            <a:off x="4921187" y="2176765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65" name="Rectangle: Rounded Corners 264">
              <a:extLst>
                <a:ext uri="{FF2B5EF4-FFF2-40B4-BE49-F238E27FC236}">
                  <a16:creationId xmlns:a16="http://schemas.microsoft.com/office/drawing/2014/main" id="{1863C4B7-B66F-190F-DF4B-F16714F81862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66" name="Rectangle: Rounded Corners 4">
              <a:extLst>
                <a:ext uri="{FF2B5EF4-FFF2-40B4-BE49-F238E27FC236}">
                  <a16:creationId xmlns:a16="http://schemas.microsoft.com/office/drawing/2014/main" id="{2DAD8261-34D4-FFB0-618E-9F7506A706C6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kern="0" dirty="0">
                  <a:solidFill>
                    <a:srgbClr val="FFFFFF"/>
                  </a:solidFill>
                  <a:latin typeface="Franklin Gothic Book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67" name="Rectangle: Rounded Corners 266">
            <a:extLst>
              <a:ext uri="{FF2B5EF4-FFF2-40B4-BE49-F238E27FC236}">
                <a16:creationId xmlns:a16="http://schemas.microsoft.com/office/drawing/2014/main" id="{2389A891-5EB1-5518-5422-419AE400C71B}"/>
              </a:ext>
            </a:extLst>
          </p:cNvPr>
          <p:cNvSpPr/>
          <p:nvPr/>
        </p:nvSpPr>
        <p:spPr>
          <a:xfrm>
            <a:off x="1276832" y="5841524"/>
            <a:ext cx="1909985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2C5BF1E5-D4B2-2031-0BCA-A1F693715981}"/>
              </a:ext>
            </a:extLst>
          </p:cNvPr>
          <p:cNvSpPr/>
          <p:nvPr/>
        </p:nvSpPr>
        <p:spPr>
          <a:xfrm>
            <a:off x="3617860" y="5818210"/>
            <a:ext cx="953435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B22AF51C-ADFA-E4B4-9948-D1EC459FC8F6}"/>
              </a:ext>
            </a:extLst>
          </p:cNvPr>
          <p:cNvSpPr/>
          <p:nvPr/>
        </p:nvSpPr>
        <p:spPr>
          <a:xfrm>
            <a:off x="535203" y="4662004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52FC7166-06A0-BAA0-63B0-B6129F263760}"/>
              </a:ext>
            </a:extLst>
          </p:cNvPr>
          <p:cNvGrpSpPr/>
          <p:nvPr/>
        </p:nvGrpSpPr>
        <p:grpSpPr>
          <a:xfrm>
            <a:off x="4872219" y="3105520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71" name="Rectangle: Rounded Corners 270">
              <a:extLst>
                <a:ext uri="{FF2B5EF4-FFF2-40B4-BE49-F238E27FC236}">
                  <a16:creationId xmlns:a16="http://schemas.microsoft.com/office/drawing/2014/main" id="{06B61F8D-751D-6F7F-5DDA-4DB325B08129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2" name="Rectangle: Rounded Corners 4">
              <a:extLst>
                <a:ext uri="{FF2B5EF4-FFF2-40B4-BE49-F238E27FC236}">
                  <a16:creationId xmlns:a16="http://schemas.microsoft.com/office/drawing/2014/main" id="{108935C9-6F63-312F-AAAB-481EE5F133D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45494E26-DB6E-B001-756C-AFE4BEA00487}"/>
              </a:ext>
            </a:extLst>
          </p:cNvPr>
          <p:cNvSpPr/>
          <p:nvPr/>
        </p:nvSpPr>
        <p:spPr>
          <a:xfrm>
            <a:off x="530299" y="4963641"/>
            <a:ext cx="3447563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047CAF4F-81E1-1C13-38DF-3F7DC92533BB}"/>
              </a:ext>
            </a:extLst>
          </p:cNvPr>
          <p:cNvGrpSpPr/>
          <p:nvPr/>
        </p:nvGrpSpPr>
        <p:grpSpPr>
          <a:xfrm>
            <a:off x="7840896" y="1427596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75" name="Rectangle: Rounded Corners 274">
              <a:extLst>
                <a:ext uri="{FF2B5EF4-FFF2-40B4-BE49-F238E27FC236}">
                  <a16:creationId xmlns:a16="http://schemas.microsoft.com/office/drawing/2014/main" id="{9B65DFFA-24F4-91A2-5778-92FA69C64CF4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76" name="Rectangle: Rounded Corners 4">
              <a:extLst>
                <a:ext uri="{FF2B5EF4-FFF2-40B4-BE49-F238E27FC236}">
                  <a16:creationId xmlns:a16="http://schemas.microsoft.com/office/drawing/2014/main" id="{E76795FD-58D3-01AD-56DE-91A94486FB54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0x1000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28873868-2A29-FD0F-3BFF-A933C502D3E0}"/>
              </a:ext>
            </a:extLst>
          </p:cNvPr>
          <p:cNvSpPr/>
          <p:nvPr/>
        </p:nvSpPr>
        <p:spPr>
          <a:xfrm>
            <a:off x="521246" y="5262943"/>
            <a:ext cx="2578430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89EFCFC2-7517-15CF-2F86-BEFBD548DB1E}"/>
              </a:ext>
            </a:extLst>
          </p:cNvPr>
          <p:cNvGrpSpPr/>
          <p:nvPr/>
        </p:nvGrpSpPr>
        <p:grpSpPr>
          <a:xfrm>
            <a:off x="10881352" y="1389873"/>
            <a:ext cx="1045717" cy="373058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0D8148A7-36B7-EA8A-7B77-603969427F85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80" name="Rectangle: Rounded Corners 4">
              <a:extLst>
                <a:ext uri="{FF2B5EF4-FFF2-40B4-BE49-F238E27FC236}">
                  <a16:creationId xmlns:a16="http://schemas.microsoft.com/office/drawing/2014/main" id="{28B5B554-53D6-27A3-1A7B-2A943F121BBB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85FA16EB-E580-A605-0C91-6846483E9C2F}"/>
              </a:ext>
            </a:extLst>
          </p:cNvPr>
          <p:cNvSpPr/>
          <p:nvPr/>
        </p:nvSpPr>
        <p:spPr>
          <a:xfrm>
            <a:off x="554062" y="5537164"/>
            <a:ext cx="2786661" cy="25934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A791F0F-43FD-8898-9DF4-CFBD337BDEC9}"/>
              </a:ext>
            </a:extLst>
          </p:cNvPr>
          <p:cNvGrpSpPr/>
          <p:nvPr/>
        </p:nvGrpSpPr>
        <p:grpSpPr>
          <a:xfrm>
            <a:off x="4921187" y="2167712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83" name="Rectangle: Rounded Corners 282">
              <a:extLst>
                <a:ext uri="{FF2B5EF4-FFF2-40B4-BE49-F238E27FC236}">
                  <a16:creationId xmlns:a16="http://schemas.microsoft.com/office/drawing/2014/main" id="{D85C1B64-8193-3AA6-4C12-65AA78FEDE06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284" name="Rectangle: Rounded Corners 4">
              <a:extLst>
                <a:ext uri="{FF2B5EF4-FFF2-40B4-BE49-F238E27FC236}">
                  <a16:creationId xmlns:a16="http://schemas.microsoft.com/office/drawing/2014/main" id="{DC2757B9-49D3-FD7B-4E4D-C3901394C847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nullptr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94B92089-D93B-AF7B-9764-5CCA22BA0F36}"/>
              </a:ext>
            </a:extLst>
          </p:cNvPr>
          <p:cNvSpPr/>
          <p:nvPr/>
        </p:nvSpPr>
        <p:spPr>
          <a:xfrm>
            <a:off x="1303285" y="5813118"/>
            <a:ext cx="1909985" cy="2593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201D674-3ED8-98EF-8B9D-66BAE851B5F0}"/>
              </a:ext>
            </a:extLst>
          </p:cNvPr>
          <p:cNvGrpSpPr/>
          <p:nvPr/>
        </p:nvGrpSpPr>
        <p:grpSpPr>
          <a:xfrm>
            <a:off x="4653521" y="3594336"/>
            <a:ext cx="1756335" cy="488858"/>
            <a:chOff x="1159467" y="892336"/>
            <a:chExt cx="2145283" cy="1367627"/>
          </a:xfrm>
          <a:solidFill>
            <a:srgbClr val="00B050"/>
          </a:solidFill>
          <a:scene3d>
            <a:camera prst="orthographicFront"/>
            <a:lightRig rig="flat" dir="t"/>
          </a:scene3d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0788A56-122C-1AA5-0A97-8B65F103F17A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8502047"/>
                <a:satOff val="-8328"/>
                <a:lumOff val="5490"/>
                <a:alphaOff val="0"/>
              </a:schemeClr>
            </a:fillRef>
            <a:effectRef idx="2">
              <a:schemeClr val="accent3">
                <a:hueOff val="8502047"/>
                <a:satOff val="-8328"/>
                <a:lumOff val="5490"/>
                <a:alphaOff val="0"/>
              </a:schemeClr>
            </a:effectRef>
            <a:fontRef idx="minor">
              <a:schemeClr val="lt1"/>
            </a:fontRef>
          </p:style>
          <p:txBody>
            <a:bodyPr anchor="b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3" name="Rectangle: Rounded Corners 4">
              <a:extLst>
                <a:ext uri="{FF2B5EF4-FFF2-40B4-BE49-F238E27FC236}">
                  <a16:creationId xmlns:a16="http://schemas.microsoft.com/office/drawing/2014/main" id="{8EC79F19-D56E-BB78-2B8E-00167F1B64AB}"/>
                </a:ext>
              </a:extLst>
            </p:cNvPr>
            <p:cNvSpPr txBox="1"/>
            <p:nvPr/>
          </p:nvSpPr>
          <p:spPr>
            <a:xfrm>
              <a:off x="1341947" y="1042810"/>
              <a:ext cx="1813420" cy="1051983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b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oldHead</a:t>
              </a:r>
              <a:endParaRPr kumimoji="0" lang="en-PK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123D0BF-86E1-BF47-82D6-D6A426FE9BCD}"/>
              </a:ext>
            </a:extLst>
          </p:cNvPr>
          <p:cNvGrpSpPr/>
          <p:nvPr/>
        </p:nvGrpSpPr>
        <p:grpSpPr>
          <a:xfrm>
            <a:off x="4919420" y="3871693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178" name="Rectangle: Rounded Corners 177">
              <a:extLst>
                <a:ext uri="{FF2B5EF4-FFF2-40B4-BE49-F238E27FC236}">
                  <a16:creationId xmlns:a16="http://schemas.microsoft.com/office/drawing/2014/main" id="{1BAE843B-0006-BEFA-393C-24D1938AB970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179" name="Rectangle: Rounded Corners 4">
              <a:extLst>
                <a:ext uri="{FF2B5EF4-FFF2-40B4-BE49-F238E27FC236}">
                  <a16:creationId xmlns:a16="http://schemas.microsoft.com/office/drawing/2014/main" id="{E694E5C8-2B72-C452-C516-C8032420B501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CDF74AA-0FB8-47F6-88BE-22B3C7C45BA4}"/>
              </a:ext>
            </a:extLst>
          </p:cNvPr>
          <p:cNvGrpSpPr/>
          <p:nvPr/>
        </p:nvGrpSpPr>
        <p:grpSpPr>
          <a:xfrm>
            <a:off x="5364489" y="5277466"/>
            <a:ext cx="1232834" cy="266155"/>
            <a:chOff x="1159467" y="892336"/>
            <a:chExt cx="2145283" cy="1367627"/>
          </a:xfrm>
          <a:solidFill>
            <a:srgbClr val="000000"/>
          </a:solidFill>
          <a:scene3d>
            <a:camera prst="orthographicFront"/>
            <a:lightRig rig="flat" dir="t"/>
          </a:scene3d>
        </p:grpSpPr>
        <p:sp>
          <p:nvSpPr>
            <p:cNvPr id="299" name="Rectangle: Rounded Corners 298">
              <a:extLst>
                <a:ext uri="{FF2B5EF4-FFF2-40B4-BE49-F238E27FC236}">
                  <a16:creationId xmlns:a16="http://schemas.microsoft.com/office/drawing/2014/main" id="{5046B9E8-BFC4-4C9B-7F51-BEC22858B6ED}"/>
                </a:ext>
              </a:extLst>
            </p:cNvPr>
            <p:cNvSpPr/>
            <p:nvPr/>
          </p:nvSpPr>
          <p:spPr>
            <a:xfrm>
              <a:off x="1159467" y="892336"/>
              <a:ext cx="2145283" cy="1367627"/>
            </a:xfrm>
            <a:prstGeom prst="roundRect">
              <a:avLst>
                <a:gd name="adj" fmla="val 16670"/>
              </a:avLst>
            </a:prstGeom>
            <a:grpFill/>
            <a:ln>
              <a:noFill/>
            </a:ln>
            <a:effectLst/>
            <a:sp3d prstMaterial="plastic">
              <a:bevelT w="120900" h="88900"/>
              <a:bevelB w="88900" h="31750" prst="angle"/>
            </a:sp3d>
          </p:spPr>
          <p:txBody>
            <a:bodyPr/>
            <a:lstStyle/>
            <a:p>
              <a:pPr marL="0" marR="0" lvl="0" indent="0" algn="l" defTabSz="9656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K" sz="190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  <p:sp>
          <p:nvSpPr>
            <p:cNvPr id="300" name="Rectangle: Rounded Corners 4">
              <a:extLst>
                <a:ext uri="{FF2B5EF4-FFF2-40B4-BE49-F238E27FC236}">
                  <a16:creationId xmlns:a16="http://schemas.microsoft.com/office/drawing/2014/main" id="{DFA9648E-E4B0-07E2-F243-A8971A9AA3CF}"/>
                </a:ext>
              </a:extLst>
            </p:cNvPr>
            <p:cNvSpPr txBox="1"/>
            <p:nvPr/>
          </p:nvSpPr>
          <p:spPr>
            <a:xfrm>
              <a:off x="1202638" y="1108729"/>
              <a:ext cx="2022421" cy="1051981"/>
            </a:xfrm>
            <a:prstGeom prst="rect">
              <a:avLst/>
            </a:prstGeom>
            <a:grpFill/>
            <a:ln>
              <a:noFill/>
            </a:ln>
            <a:effectLst/>
            <a:sp3d/>
          </p:spPr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marL="0" marR="0" lvl="0" indent="0" algn="ctr" defTabSz="11557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rPr>
                <a:t>0x2500</a:t>
              </a:r>
              <a:endParaRPr kumimoji="0" lang="en-PK" sz="22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845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0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6" dur="2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2" dur="2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8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8" dur="2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4" dur="2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9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0" dur="2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0"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4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0" dur="25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5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6" dur="2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2" dur="2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2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8" dur="2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3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4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4" dur="2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4" dur="2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4" dur="2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9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0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0" dur="2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5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6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6" dur="2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1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2" dur="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8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8" dur="2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9" fill="hold">
                      <p:stCondLst>
                        <p:cond delay="indefinite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par>
                                <p:cTn id="4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8" dur="2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8" dur="2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3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4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8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indefinite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4" dur="2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0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0" dur="2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5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6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5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6" dur="2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1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6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2" dur="25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indefinite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2" dur="10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3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9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0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7 L 0.32188 0.85116 " pathEditMode="relative" rAng="0" ptsTypes="AA">
                                      <p:cBhvr>
                                        <p:cTn id="594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94" y="42546"/>
                                    </p:animMotion>
                                  </p:childTnLst>
                                </p:cTn>
                              </p:par>
                              <p:par>
                                <p:cTn id="59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85185E-6 L 0.32162 0.84815 " pathEditMode="relative" rAng="0" ptsTypes="AA">
                                      <p:cBhvr>
                                        <p:cTn id="59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81" y="42407"/>
                                    </p:animMotion>
                                  </p:childTnLst>
                                </p:cTn>
                              </p:par>
                              <p:par>
                                <p:cTn id="59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81481E-6 L 0.3224 0.84584 " pathEditMode="relative" rAng="0" ptsTypes="AA">
                                      <p:cBhvr>
                                        <p:cTn id="59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20" y="42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11111E-6 L 0.08073 -0.68426 " pathEditMode="relative" rAng="0" ptsTypes="AA">
                                      <p:cBhvr>
                                        <p:cTn id="602" dur="2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36" y="-34213"/>
                                    </p:animMotion>
                                  </p:childTnLst>
                                </p:cTn>
                              </p:par>
                              <p:par>
                                <p:cTn id="60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59259E-6 L 0.07955 -0.67408 " pathEditMode="relative" rAng="0" ptsTypes="AA">
                                      <p:cBhvr>
                                        <p:cTn id="60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2" y="-32361"/>
                                    </p:animMotion>
                                  </p:childTnLst>
                                </p:cTn>
                              </p:par>
                              <p:par>
                                <p:cTn id="60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7.40741E-7 L 0.07929 -0.68611 " pathEditMode="relative" rAng="0" ptsTypes="AA">
                                      <p:cBhvr>
                                        <p:cTn id="60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-34306"/>
                                    </p:animMotion>
                                  </p:childTnLst>
                                </p:cTn>
                              </p:par>
                              <p:par>
                                <p:cTn id="60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7.40741E-7 L 0.07929 -0.68611 " pathEditMode="relative" rAng="0" ptsTypes="AA">
                                      <p:cBhvr>
                                        <p:cTn id="608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-34306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6 L 0.07981 -0.68657 " pathEditMode="relative" rAng="0" ptsTypes="AA">
                                      <p:cBhvr>
                                        <p:cTn id="610" dur="2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84" y="-3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10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6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1000" fill="hold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198" grpId="0" animBg="1"/>
      <p:bldP spid="212" grpId="0" animBg="1"/>
      <p:bldP spid="212" grpId="1" animBg="1"/>
      <p:bldP spid="216" grpId="0" animBg="1"/>
      <p:bldP spid="216" grpId="1" animBg="1"/>
      <p:bldP spid="220" grpId="0" animBg="1"/>
      <p:bldP spid="220" grpId="1" animBg="1"/>
      <p:bldP spid="227" grpId="0" animBg="1"/>
      <p:bldP spid="227" grpId="1" animBg="1"/>
      <p:bldP spid="231" grpId="0" animBg="1"/>
      <p:bldP spid="231" grpId="1" animBg="1"/>
      <p:bldP spid="232" grpId="0" animBg="1"/>
      <p:bldP spid="232" grpId="1" animBg="1"/>
      <p:bldP spid="233" grpId="0" animBg="1"/>
      <p:bldP spid="233" grpId="1" animBg="1"/>
      <p:bldP spid="237" grpId="0" animBg="1"/>
      <p:bldP spid="237" grpId="1" animBg="1"/>
      <p:bldP spid="241" grpId="0" animBg="1"/>
      <p:bldP spid="241" grpId="1" animBg="1"/>
      <p:bldP spid="245" grpId="0" animBg="1"/>
      <p:bldP spid="245" grpId="1" animBg="1"/>
      <p:bldP spid="249" grpId="0" animBg="1"/>
      <p:bldP spid="249" grpId="1" animBg="1"/>
      <p:bldP spid="250" grpId="0" animBg="1"/>
      <p:bldP spid="250" grpId="1" animBg="1"/>
      <p:bldP spid="251" grpId="0" animBg="1"/>
      <p:bldP spid="251" grpId="1" animBg="1"/>
      <p:bldP spid="255" grpId="0" animBg="1"/>
      <p:bldP spid="255" grpId="1" animBg="1"/>
      <p:bldP spid="259" grpId="0" animBg="1"/>
      <p:bldP spid="259" grpId="1" animBg="1"/>
      <p:bldP spid="263" grpId="0" animBg="1"/>
      <p:bldP spid="263" grpId="1" animBg="1"/>
      <p:bldP spid="267" grpId="0" animBg="1"/>
      <p:bldP spid="267" grpId="1" animBg="1"/>
      <p:bldP spid="268" grpId="0" animBg="1"/>
      <p:bldP spid="268" grpId="1" animBg="1"/>
      <p:bldP spid="269" grpId="0" animBg="1"/>
      <p:bldP spid="269" grpId="1" animBg="1"/>
      <p:bldP spid="273" grpId="0" animBg="1"/>
      <p:bldP spid="273" grpId="1" animBg="1"/>
      <p:bldP spid="277" grpId="0" animBg="1"/>
      <p:bldP spid="277" grpId="1" animBg="1"/>
      <p:bldP spid="281" grpId="0" animBg="1"/>
      <p:bldP spid="281" grpId="1" animBg="1"/>
      <p:bldP spid="285" grpId="0" animBg="1"/>
      <p:bldP spid="285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0E11-48D8-67D5-00B3-B80C136A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118" y="200233"/>
            <a:ext cx="10515600" cy="7141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Applications of Linked Lists</a:t>
            </a:r>
            <a:br>
              <a:rPr lang="en-US" b="1" dirty="0"/>
            </a:b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F787-98B9-A0A3-2EBD-A7900B3E9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57" y="662248"/>
            <a:ext cx="10515600" cy="6135792"/>
          </a:xfrm>
        </p:spPr>
        <p:txBody>
          <a:bodyPr>
            <a:noAutofit/>
          </a:bodyPr>
          <a:lstStyle/>
          <a:p>
            <a:r>
              <a:rPr lang="en-US" sz="2000" dirty="0"/>
              <a:t>Dynamic Memory Allocation</a:t>
            </a:r>
          </a:p>
          <a:p>
            <a:r>
              <a:rPr lang="en-US" sz="2000" dirty="0"/>
              <a:t> Implementation of Stacks and Queues</a:t>
            </a:r>
          </a:p>
          <a:p>
            <a:r>
              <a:rPr lang="en-US" sz="2000" dirty="0"/>
              <a:t>Graph Representation (Adjacency List)</a:t>
            </a:r>
          </a:p>
          <a:p>
            <a:r>
              <a:rPr lang="en-US" sz="2000" dirty="0"/>
              <a:t> Polynomial Arithmetic</a:t>
            </a:r>
          </a:p>
          <a:p>
            <a:r>
              <a:rPr lang="en-US" sz="2000" dirty="0"/>
              <a:t> Handling Large Numbers (Arbitrary Precision Arithmetic)</a:t>
            </a:r>
          </a:p>
          <a:p>
            <a:r>
              <a:rPr lang="en-US" sz="2000" dirty="0"/>
              <a:t> Memory Management in OS (Paging and Segmentation)</a:t>
            </a:r>
          </a:p>
          <a:p>
            <a:r>
              <a:rPr lang="en-US" sz="2000" dirty="0"/>
              <a:t> Undo/Redo Functionality</a:t>
            </a:r>
          </a:p>
          <a:p>
            <a:r>
              <a:rPr lang="en-US" sz="2000" dirty="0"/>
              <a:t>  Browser Forward and Backward Navigation</a:t>
            </a:r>
          </a:p>
          <a:p>
            <a:r>
              <a:rPr lang="en-US" sz="2000" dirty="0"/>
              <a:t> Music and Video Playlists</a:t>
            </a:r>
          </a:p>
          <a:p>
            <a:r>
              <a:rPr lang="en-US" sz="2000" dirty="0"/>
              <a:t>Implementation of Hash Tables (Chaining for Collision Resolution)</a:t>
            </a:r>
          </a:p>
          <a:p>
            <a:r>
              <a:rPr lang="en-US" sz="2000" dirty="0"/>
              <a:t>Text Processing (Linked List-Based Text Buffers)</a:t>
            </a:r>
          </a:p>
          <a:p>
            <a:r>
              <a:rPr lang="en-US" sz="2000" dirty="0"/>
              <a:t>Sparse Matrix Representation</a:t>
            </a:r>
          </a:p>
          <a:p>
            <a:r>
              <a:rPr lang="en-US" sz="2000" dirty="0"/>
              <a:t>Operating System Process Management (Scheduling)</a:t>
            </a:r>
          </a:p>
          <a:p>
            <a:r>
              <a:rPr lang="en-US" sz="2000" dirty="0"/>
              <a:t>DNA Sequencing (Biological Data Storage)</a:t>
            </a:r>
          </a:p>
          <a:p>
            <a:r>
              <a:rPr lang="en-US" sz="2000" dirty="0"/>
              <a:t>File System Directory Structure</a:t>
            </a:r>
          </a:p>
        </p:txBody>
      </p:sp>
    </p:spTree>
    <p:extLst>
      <p:ext uri="{BB962C8B-B14F-4D97-AF65-F5344CB8AC3E}">
        <p14:creationId xmlns:p14="http://schemas.microsoft.com/office/powerpoint/2010/main" val="22344762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2095</TotalTime>
  <Words>5000</Words>
  <Application>Microsoft Office PowerPoint</Application>
  <PresentationFormat>Widescreen</PresentationFormat>
  <Paragraphs>1302</Paragraphs>
  <Slides>27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Franklin Gothic Book</vt:lpstr>
      <vt:lpstr>Franklin Gothic Demi</vt:lpstr>
      <vt:lpstr>Custom</vt:lpstr>
      <vt:lpstr>Office Theme</vt:lpstr>
      <vt:lpstr>Doubly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Applications of Linked Lists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684</cp:revision>
  <dcterms:created xsi:type="dcterms:W3CDTF">2025-02-27T09:03:55Z</dcterms:created>
  <dcterms:modified xsi:type="dcterms:W3CDTF">2025-04-03T16:54:02Z</dcterms:modified>
</cp:coreProperties>
</file>