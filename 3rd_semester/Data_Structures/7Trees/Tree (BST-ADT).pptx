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sldIdLst>
    <p:sldId id="397" r:id="rId3"/>
    <p:sldId id="399" r:id="rId4"/>
    <p:sldId id="401" r:id="rId5"/>
    <p:sldId id="402" r:id="rId6"/>
    <p:sldId id="404" r:id="rId7"/>
    <p:sldId id="405" r:id="rId8"/>
    <p:sldId id="406" r:id="rId9"/>
    <p:sldId id="407" r:id="rId10"/>
    <p:sldId id="408" r:id="rId11"/>
    <p:sldId id="409" r:id="rId12"/>
    <p:sldId id="410" r:id="rId13"/>
    <p:sldId id="411" r:id="rId14"/>
    <p:sldId id="412" r:id="rId15"/>
    <p:sldId id="413" r:id="rId16"/>
    <p:sldId id="414" r:id="rId17"/>
    <p:sldId id="41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CE151-D5D4-4665-A430-1E7F8C54CF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A3CBED-A859-48FB-935F-AC31F899B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472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ACF8E-FB7F-F5CD-50E7-8D3C24A34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9AB460-F7D4-0D88-3A3B-B9C757058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5B9C3-E91A-5F21-8B1B-AAF5DE4EF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7EC-0DC1-452A-A5C4-07F7F88F07E7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8F391-2318-9066-E7D5-F74463D63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CDDCD-FA06-33EB-3709-7FC9910AF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5985-2603-4DF3-830C-CAC7D1257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12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EBB99-C886-0707-ABDD-89275543F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951F8-D8CC-0180-61C5-9152710A7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CD9F7-FD89-E98C-99A2-5E2BA96C1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7EC-0DC1-452A-A5C4-07F7F88F07E7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4E972-BFBA-536E-65C7-D04EFDAE1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C435D-C503-1367-DD9D-D0628D6DF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5985-2603-4DF3-830C-CAC7D1257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93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21981-2810-19EF-A5D6-8314A60B1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6BF05-9263-3E02-3F3C-F99BA17B6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E5970-193C-1495-58F1-AB332FD10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7EC-0DC1-452A-A5C4-07F7F88F07E7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530CC-53E3-8463-CFA8-5264B8C2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9F033-248F-C5C0-9241-4336898F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5985-2603-4DF3-830C-CAC7D1257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947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72B8C-1F16-691F-6D8E-739F9D1C1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BC479-8DFF-9610-2D3B-B76540FF6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FD33C-C8F0-3738-354F-1C33ADAC6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59F7C-4A07-2752-9043-42550DE2C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7EC-0DC1-452A-A5C4-07F7F88F07E7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D25E1-DDBD-EDE5-BD8F-D2DA86776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64ADE-4B34-DC0C-4FA3-ED1C6AAB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5985-2603-4DF3-830C-CAC7D1257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738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18F2B-3C27-B880-ED92-837514698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B6E5B-3551-D780-F806-A64082B17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08AA1D-C5F3-2ADB-B87F-2920B4B0C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F6C53C-5798-6E35-B1E9-2ACF51953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B1820F-A6E1-A76A-49A9-7921429805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74C487-43C5-FE62-91E7-D6382DCA2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7EC-0DC1-452A-A5C4-07F7F88F07E7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824B49-6D93-5777-0791-BC9C3A274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5AB1D-1FAF-8073-5BCB-1369C9E17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5985-2603-4DF3-830C-CAC7D1257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31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E82F-9488-5A82-E79A-767CC4349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1071CC-1234-A69A-2B05-4D560315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7EC-0DC1-452A-A5C4-07F7F88F07E7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31C31-BAAA-859B-0765-7324C0779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C5579F-CE3A-3322-604E-842265C4B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5985-2603-4DF3-830C-CAC7D1257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43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FBA6D-0F92-DF70-254D-4D0665D18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7EC-0DC1-452A-A5C4-07F7F88F07E7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C71D0A-F541-FE6A-C132-FA254DCB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6BA51-5196-B2F9-80DD-42F7A8DC6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5985-2603-4DF3-830C-CAC7D1257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20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B1528-307C-0599-B59D-9654A0AAF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C62BE-674B-7E86-EB3D-318D5716C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EA5D0-49C0-FA61-6F1F-20D7131A5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E74EA-F9EF-1BC0-2789-BD1F0B9DE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7EC-0DC1-452A-A5C4-07F7F88F07E7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24457-6002-A964-0F3F-59DC9AE41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DBA1E-A00C-0A10-E1F6-FE8370E12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5985-2603-4DF3-830C-CAC7D1257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241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8242F-C6E8-541B-84FF-5B79FC52B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118553-1C78-7B3F-98D5-BF055E7087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500733-CB67-FF1A-4970-2E734D3AA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4DCAA-D3FF-ECA8-7C00-11CDE2A3B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7EC-0DC1-452A-A5C4-07F7F88F07E7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E76A6-8970-293E-6FCB-335826C3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C658D-3EA1-6B41-8C5C-151663863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5985-2603-4DF3-830C-CAC7D1257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9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C6A47-99A7-299E-00AE-2DB9DF7F5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5E896-6144-C97D-0DE7-8B6024F65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64CB9-A509-E299-A9C1-744374B5C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7EC-0DC1-452A-A5C4-07F7F88F07E7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C7784-A7FD-DB47-E232-5546FFE85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4EB78-AF0E-4BD9-2F2B-B2E626CDA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5985-2603-4DF3-830C-CAC7D1257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64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C70CC8-6684-FDF5-F5AC-69DE78D36A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814EAE-9D53-ED50-27E2-530529102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F976E-C336-81AF-09F3-4ED4E619C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7EC-0DC1-452A-A5C4-07F7F88F07E7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CEC58-292C-8834-1DA4-EDC538DC6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E35DD-F4A6-64AD-E228-A8E22541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5985-2603-4DF3-830C-CAC7D1257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745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5250" b="1" i="0" spc="87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072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1" y="2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2" y="189574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 spc="43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61" y="2281920"/>
            <a:ext cx="6787747" cy="3708517"/>
          </a:xfrm>
        </p:spPr>
        <p:txBody>
          <a:bodyPr lIns="0" tIns="228600" rIns="0" bIns="0">
            <a:normAutofit/>
          </a:bodyPr>
          <a:lstStyle>
            <a:lvl1pPr marL="248034" indent="-248034">
              <a:lnSpc>
                <a:spcPct val="80000"/>
              </a:lnSpc>
              <a:spcBef>
                <a:spcPts val="1926"/>
              </a:spcBef>
              <a:buFont typeface="Arial" panose="020B0604020202020204" pitchFamily="34" charset="0"/>
              <a:buChar char="•"/>
              <a:defRPr lang="en-US" sz="21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48034">
              <a:spcBef>
                <a:spcPts val="525"/>
              </a:spcBef>
              <a:defRPr sz="1750"/>
            </a:lvl2pPr>
            <a:lvl3pPr indent="-248034">
              <a:spcBef>
                <a:spcPts val="1575"/>
              </a:spcBef>
              <a:defRPr sz="1750"/>
            </a:lvl3pPr>
            <a:lvl4pPr indent="-248034">
              <a:spcBef>
                <a:spcPts val="1575"/>
              </a:spcBef>
              <a:defRPr sz="1750"/>
            </a:lvl4pPr>
            <a:lvl5pPr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AE7A3BE3-A3A4-4A31-B2D1-5C953E9DC527}" type="datetime1">
              <a:rPr lang="en-US" smtClean="0">
                <a:latin typeface="+mn-lt"/>
              </a:rPr>
              <a:t>4/22/2025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4183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17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60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525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38" dirty="0"/>
          </a:p>
        </p:txBody>
      </p:sp>
    </p:spTree>
    <p:extLst>
      <p:ext uri="{BB962C8B-B14F-4D97-AF65-F5344CB8AC3E}">
        <p14:creationId xmlns:p14="http://schemas.microsoft.com/office/powerpoint/2010/main" val="1679201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392">
          <p15:clr>
            <a:srgbClr val="FBAE40"/>
          </p15:clr>
        </p15:guide>
        <p15:guide id="3" pos="5131">
          <p15:clr>
            <a:srgbClr val="FBAE40"/>
          </p15:clr>
        </p15:guide>
        <p15:guide id="4" pos="5387">
          <p15:clr>
            <a:srgbClr val="FBAE40"/>
          </p15:clr>
        </p15:guide>
        <p15:guide id="8" orient="horz" pos="210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5250" b="1" i="0" spc="87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17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1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3501"/>
            </a:lvl2pPr>
            <a:lvl3pPr>
              <a:defRPr sz="3501"/>
            </a:lvl3pPr>
            <a:lvl4pPr>
              <a:defRPr sz="3501"/>
            </a:lvl4pPr>
            <a:lvl5pPr>
              <a:defRPr sz="3501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3155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7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1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48034" indent="-248034">
              <a:spcBef>
                <a:spcPts val="1575"/>
              </a:spcBef>
              <a:buFont typeface="Arial" panose="020B0604020202020204" pitchFamily="34" charset="0"/>
              <a:buChar char="•"/>
              <a:defRPr sz="1750"/>
            </a:lvl1pPr>
            <a:lvl2pPr indent="-248034">
              <a:spcBef>
                <a:spcPts val="1575"/>
              </a:spcBef>
              <a:defRPr sz="1750"/>
            </a:lvl2pPr>
            <a:lvl3pPr indent="-248034">
              <a:spcBef>
                <a:spcPts val="1575"/>
              </a:spcBef>
              <a:defRPr sz="1750"/>
            </a:lvl3pPr>
            <a:lvl4pPr indent="-248034">
              <a:spcBef>
                <a:spcPts val="1575"/>
              </a:spcBef>
              <a:defRPr sz="1750"/>
            </a:lvl4pPr>
            <a:lvl5pPr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1B6094AC-E784-48DD-A888-543E37FD6BFE}" type="datetime1">
              <a:rPr lang="en-US" smtClean="0">
                <a:latin typeface="+mn-lt"/>
              </a:rPr>
              <a:t>4/22/2025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33225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2722">
          <p15:clr>
            <a:srgbClr val="FBAE40"/>
          </p15:clr>
        </p15:guide>
        <p15:guide id="4" pos="6776">
          <p15:clr>
            <a:srgbClr val="FBAE40"/>
          </p15:clr>
        </p15:guide>
        <p15:guide id="5" pos="2296">
          <p15:clr>
            <a:srgbClr val="FBAE40"/>
          </p15:clr>
        </p15:guide>
        <p15:guide id="6" pos="4734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638">
          <p15:clr>
            <a:srgbClr val="FBAE40"/>
          </p15:clr>
        </p15:guide>
        <p15:guide id="9" orient="horz" pos="628">
          <p15:clr>
            <a:srgbClr val="FBAE40"/>
          </p15:clr>
        </p15:guide>
        <p15:guide id="10" pos="6322">
          <p15:clr>
            <a:srgbClr val="FBAE40"/>
          </p15:clr>
        </p15:guide>
        <p15:guide id="11" pos="430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5250" b="1" i="0" spc="87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1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3501"/>
            </a:lvl2pPr>
            <a:lvl3pPr>
              <a:defRPr sz="3501"/>
            </a:lvl3pPr>
            <a:lvl4pPr>
              <a:defRPr sz="3501"/>
            </a:lvl4pPr>
            <a:lvl5pPr>
              <a:defRPr sz="3501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113992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2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2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2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marL="248034" indent="-248034">
              <a:spcBef>
                <a:spcPts val="1575"/>
              </a:spcBef>
              <a:defRPr sz="1750"/>
            </a:lvl2pPr>
            <a:lvl3pPr marL="520072" indent="-248034">
              <a:spcBef>
                <a:spcPts val="1575"/>
              </a:spcBef>
              <a:defRPr sz="1750"/>
            </a:lvl3pPr>
            <a:lvl4pPr marL="720098" indent="-248034">
              <a:spcBef>
                <a:spcPts val="1575"/>
              </a:spcBef>
              <a:defRPr sz="1750"/>
            </a:lvl4pPr>
            <a:lvl5pPr marL="880121"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90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marL="248034" indent="-248034">
              <a:spcBef>
                <a:spcPts val="1575"/>
              </a:spcBef>
              <a:defRPr sz="1750"/>
            </a:lvl2pPr>
            <a:lvl3pPr marL="480066" indent="-248034">
              <a:spcBef>
                <a:spcPts val="1575"/>
              </a:spcBef>
              <a:defRPr sz="1750"/>
            </a:lvl3pPr>
            <a:lvl4pPr marL="720098" indent="-248034">
              <a:spcBef>
                <a:spcPts val="1575"/>
              </a:spcBef>
              <a:defRPr sz="1750"/>
            </a:lvl4pPr>
            <a:lvl5pPr marL="880121"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8F5FDDE-4FCE-46FC-9D1E-82E2067BF07D}" type="datetime1">
              <a:rPr lang="en-US" smtClean="0">
                <a:latin typeface="+mn-lt"/>
              </a:rPr>
              <a:t>4/22/2025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839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1" y="2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8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6" y="457201"/>
            <a:ext cx="5198269" cy="2305050"/>
          </a:xfrm>
        </p:spPr>
        <p:txBody>
          <a:bodyPr lIns="0" tIns="274320">
            <a:normAutofit/>
          </a:bodyPr>
          <a:lstStyle>
            <a:lvl1pPr marL="400055" indent="-400055">
              <a:spcBef>
                <a:spcPts val="1575"/>
              </a:spcBef>
              <a:buFont typeface="+mj-lt"/>
              <a:buAutoNum type="arabicPeriod"/>
              <a:defRPr sz="1750"/>
            </a:lvl1pPr>
            <a:lvl2pPr marL="800110" indent="-400055">
              <a:spcBef>
                <a:spcPts val="1575"/>
              </a:spcBef>
              <a:buFont typeface="+mj-lt"/>
              <a:buAutoNum type="alphaLcPeriod"/>
              <a:defRPr sz="1750"/>
            </a:lvl2pPr>
            <a:lvl3pPr marL="1200165" indent="-400055">
              <a:spcBef>
                <a:spcPts val="1575"/>
              </a:spcBef>
              <a:buFont typeface="+mj-lt"/>
              <a:buAutoNum type="arabicParenR"/>
              <a:defRPr sz="1750"/>
            </a:lvl3pPr>
            <a:lvl4pPr marL="1200165" indent="0">
              <a:spcBef>
                <a:spcPts val="1575"/>
              </a:spcBef>
              <a:buFont typeface="+mj-lt"/>
              <a:buNone/>
              <a:defRPr sz="1750"/>
            </a:lvl4pPr>
            <a:lvl5pPr marL="2000274" indent="-400055">
              <a:spcBef>
                <a:spcPts val="1575"/>
              </a:spcBef>
              <a:buFont typeface="+mj-lt"/>
              <a:buAutoNum type="arabicPeriod"/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2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marL="248034" indent="-248034">
              <a:spcBef>
                <a:spcPts val="1575"/>
              </a:spcBef>
              <a:defRPr sz="1750"/>
            </a:lvl2pPr>
            <a:lvl3pPr marL="480066" indent="-248034">
              <a:spcBef>
                <a:spcPts val="1575"/>
              </a:spcBef>
              <a:defRPr sz="1750"/>
            </a:lvl3pPr>
            <a:lvl4pPr marL="720098" indent="-248034">
              <a:spcBef>
                <a:spcPts val="1575"/>
              </a:spcBef>
              <a:defRPr sz="1750"/>
            </a:lvl4pPr>
            <a:lvl5pPr marL="880121"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11F5BF9-E5FF-49A6-85B7-274668A709BF}" type="datetime1">
              <a:rPr lang="en-US" smtClean="0">
                <a:latin typeface="+mn-lt"/>
              </a:rPr>
              <a:t>4/22/2025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4315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30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81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indent="-248034">
              <a:spcBef>
                <a:spcPts val="1575"/>
              </a:spcBef>
              <a:defRPr sz="1750"/>
            </a:lvl2pPr>
            <a:lvl3pPr indent="-248034">
              <a:spcBef>
                <a:spcPts val="1575"/>
              </a:spcBef>
              <a:defRPr sz="1750"/>
            </a:lvl3pPr>
            <a:lvl4pPr indent="-248034">
              <a:spcBef>
                <a:spcPts val="1575"/>
              </a:spcBef>
              <a:defRPr sz="1750"/>
            </a:lvl4pPr>
            <a:lvl5pPr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2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17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3867F27-3135-49B5-9523-328765329631}" type="datetime1">
              <a:rPr lang="en-US" smtClean="0">
                <a:latin typeface="+mn-lt"/>
              </a:rPr>
              <a:t>4/22/2025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99059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8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6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marL="400055" indent="0">
              <a:spcBef>
                <a:spcPts val="1575"/>
              </a:spcBef>
              <a:buNone/>
              <a:defRPr sz="1750"/>
            </a:lvl2pPr>
            <a:lvl3pPr marL="800110" indent="0">
              <a:spcBef>
                <a:spcPts val="1575"/>
              </a:spcBef>
              <a:buNone/>
              <a:defRPr sz="1750"/>
            </a:lvl3pPr>
            <a:lvl4pPr marL="1200165" indent="0">
              <a:spcBef>
                <a:spcPts val="1575"/>
              </a:spcBef>
              <a:buNone/>
              <a:defRPr sz="1750"/>
            </a:lvl4pPr>
            <a:lvl5pPr marL="1600220" indent="0">
              <a:spcBef>
                <a:spcPts val="1575"/>
              </a:spcBef>
              <a:buNone/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5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575"/>
              </a:spcBef>
              <a:buNone/>
              <a:defRPr sz="1750"/>
            </a:lvl1pPr>
            <a:lvl2pPr>
              <a:spcBef>
                <a:spcPts val="525"/>
              </a:spcBef>
              <a:defRPr sz="1750"/>
            </a:lvl2pPr>
            <a:lvl3pPr>
              <a:spcBef>
                <a:spcPts val="1575"/>
              </a:spcBef>
              <a:defRPr sz="1750"/>
            </a:lvl3pPr>
            <a:lvl4pPr>
              <a:spcBef>
                <a:spcPts val="1575"/>
              </a:spcBef>
              <a:defRPr sz="1750"/>
            </a:lvl4pPr>
            <a:lvl5pPr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02F2146-D6F7-4345-B711-D9089D0FC027}" type="datetime1">
              <a:rPr lang="en-US" smtClean="0">
                <a:latin typeface="+mn-lt"/>
              </a:rPr>
              <a:t>4/22/2025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72700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2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10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575"/>
              </a:spcBef>
              <a:buNone/>
              <a:defRPr sz="1750"/>
            </a:lvl1pPr>
            <a:lvl2pPr>
              <a:spcBef>
                <a:spcPts val="525"/>
              </a:spcBef>
              <a:defRPr sz="1750"/>
            </a:lvl2pPr>
            <a:lvl3pPr>
              <a:spcBef>
                <a:spcPts val="1575"/>
              </a:spcBef>
              <a:defRPr sz="1750"/>
            </a:lvl3pPr>
            <a:lvl4pPr>
              <a:spcBef>
                <a:spcPts val="1575"/>
              </a:spcBef>
              <a:defRPr sz="1750"/>
            </a:lvl4pPr>
            <a:lvl5pPr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00041" indent="-300041">
              <a:spcBef>
                <a:spcPts val="1575"/>
              </a:spcBef>
              <a:buFont typeface="Arial" panose="020B0604020202020204" pitchFamily="34" charset="0"/>
              <a:buChar char="•"/>
              <a:defRPr sz="1750"/>
            </a:lvl1pPr>
            <a:lvl2pPr>
              <a:spcBef>
                <a:spcPts val="1575"/>
              </a:spcBef>
              <a:defRPr sz="1750"/>
            </a:lvl2pPr>
            <a:lvl3pPr>
              <a:spcBef>
                <a:spcPts val="1575"/>
              </a:spcBef>
              <a:defRPr sz="1750"/>
            </a:lvl3pPr>
            <a:lvl4pPr>
              <a:spcBef>
                <a:spcPts val="1575"/>
              </a:spcBef>
              <a:defRPr sz="1750"/>
            </a:lvl4pPr>
            <a:lvl5pPr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65B2A43-A627-45E7-84DD-5C36C6D815C9}" type="datetime1">
              <a:rPr lang="en-US" smtClean="0">
                <a:latin typeface="+mn-lt"/>
              </a:rPr>
              <a:t>4/22/2025</a:t>
            </a:fld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23009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2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F437B7B-046D-4C0E-BC06-C9A3BA31177F}" type="datetime1">
              <a:rPr lang="en-US" smtClean="0">
                <a:latin typeface="+mn-lt"/>
              </a:rPr>
              <a:t>4/22/2025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912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5250" b="1" i="0" spc="87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1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3501"/>
            </a:lvl2pPr>
            <a:lvl3pPr>
              <a:defRPr sz="3501"/>
            </a:lvl3pPr>
            <a:lvl4pPr>
              <a:defRPr sz="3501"/>
            </a:lvl4pPr>
            <a:lvl5pPr>
              <a:defRPr sz="3501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0169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E6F9-6713-456F-8139-48C5EC2606DA}" type="datetime1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8283B-55A7-4531-B812-042440F644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59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6D100-EFAE-DF24-0939-CEDC5EB73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FD180-43D5-1779-86D6-921C9DC3D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DF6F9-1A46-2F5F-E0E4-BEDD71DB1D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1097EC-0DC1-452A-A5C4-07F7F88F07E7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07DC9-ED17-785C-D4D6-A68F5AF77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0CD8F-65F4-8A26-63F1-F672D7EBBA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2F5985-2603-4DF3-830C-CAC7D1257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19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1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1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2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63" b="0" i="0">
                <a:solidFill>
                  <a:schemeClr val="bg1"/>
                </a:solidFill>
                <a:latin typeface="+mn-lt"/>
              </a:defRPr>
            </a:lvl1pPr>
          </a:lstStyle>
          <a:p>
            <a:fld id="{E3BC92F9-ED9E-45FE-947B-14976A8B1B40}" type="datetime1">
              <a:rPr lang="en-US" smtClean="0">
                <a:latin typeface="+mn-lt"/>
              </a:rPr>
              <a:t>4/22/2025</a:t>
            </a:fld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2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63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1848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/>
  <p:txStyles>
    <p:titleStyle>
      <a:lvl1pPr algn="l" defTabSz="800110" rtl="0" eaLnBrk="1" latinLnBrk="0" hangingPunct="1">
        <a:lnSpc>
          <a:spcPct val="80000"/>
        </a:lnSpc>
        <a:spcBef>
          <a:spcPct val="0"/>
        </a:spcBef>
        <a:buNone/>
        <a:defRPr sz="3850" b="1" i="0" kern="1200" spc="87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0028" indent="-248034" algn="l" defTabSz="800110" rtl="0" eaLnBrk="1" latinLnBrk="0" hangingPunct="1">
        <a:lnSpc>
          <a:spcPct val="90000"/>
        </a:lnSpc>
        <a:spcBef>
          <a:spcPts val="875"/>
        </a:spcBef>
        <a:buFont typeface="Arial" panose="020B0604020202020204" pitchFamily="34" charset="0"/>
        <a:buChar char="•"/>
        <a:defRPr sz="245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00083" indent="-248034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21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000138" indent="-248034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75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400193" indent="-248034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1800248" indent="-248034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200302" indent="-200028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600358" indent="-200028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3000413" indent="-200028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400467" indent="-200028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400055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80011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00165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0022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2000274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40033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800386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20044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58">
          <p15:clr>
            <a:srgbClr val="A4A3A4"/>
          </p15:clr>
        </p15:guide>
        <p15:guide id="2" pos="4536">
          <p15:clr>
            <a:srgbClr val="A4A3A4"/>
          </p15:clr>
        </p15:guide>
        <p15:guide id="3" pos="284">
          <p15:clr>
            <a:srgbClr val="547EBF"/>
          </p15:clr>
        </p15:guide>
        <p15:guide id="4" orient="horz" pos="273">
          <p15:clr>
            <a:srgbClr val="547EBF"/>
          </p15:clr>
        </p15:guide>
        <p15:guide id="5" pos="8789">
          <p15:clr>
            <a:srgbClr val="547EBF"/>
          </p15:clr>
        </p15:guide>
        <p15:guide id="6" orient="horz" pos="4642">
          <p15:clr>
            <a:srgbClr val="547EBF"/>
          </p15:clr>
        </p15:guide>
        <p15:guide id="7" pos="709">
          <p15:clr>
            <a:srgbClr val="547EBF"/>
          </p15:clr>
        </p15:guide>
        <p15:guide id="8" pos="4394">
          <p15:clr>
            <a:srgbClr val="547EBF"/>
          </p15:clr>
        </p15:guide>
        <p15:guide id="9" pos="2495">
          <p15:clr>
            <a:srgbClr val="547EBF"/>
          </p15:clr>
        </p15:guide>
        <p15:guide id="10" pos="2183">
          <p15:clr>
            <a:srgbClr val="547EBF"/>
          </p15:clr>
        </p15:guide>
        <p15:guide id="11" pos="6577">
          <p15:clr>
            <a:srgbClr val="547EBF"/>
          </p15:clr>
        </p15:guide>
        <p15:guide id="12" pos="6889">
          <p15:clr>
            <a:srgbClr val="547EBF"/>
          </p15:clr>
        </p15:guide>
        <p15:guide id="13" pos="5868">
          <p15:clr>
            <a:srgbClr val="9FCC3B"/>
          </p15:clr>
        </p15:guide>
        <p15:guide id="14" pos="6152">
          <p15:clr>
            <a:srgbClr val="9FCC3B"/>
          </p15:clr>
        </p15:guide>
        <p15:guide id="15" pos="3204">
          <p15:clr>
            <a:srgbClr val="9FCC3B"/>
          </p15:clr>
        </p15:guide>
        <p15:guide id="16" pos="2920">
          <p15:clr>
            <a:srgbClr val="9FCC3B"/>
          </p15:clr>
        </p15:guide>
        <p15:guide id="17" pos="46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vVgbnpt3dnQ" TargetMode="External"/><Relationship Id="rId7" Type="http://schemas.openxmlformats.org/officeDocument/2006/relationships/hyperlink" Target="https://freesvg.org/subscribe-butto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.png"/><Relationship Id="rId5" Type="http://schemas.openxmlformats.org/officeDocument/2006/relationships/hyperlink" Target="https://youtu.be/f1xQwp-C_hQ" TargetMode="External"/><Relationship Id="rId4" Type="http://schemas.openxmlformats.org/officeDocument/2006/relationships/hyperlink" Target="https://youtu.be/Yl-Jvfr0zV4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3166" y="788669"/>
            <a:ext cx="4934078" cy="2880360"/>
          </a:xfrm>
        </p:spPr>
        <p:txBody>
          <a:bodyPr/>
          <a:lstStyle/>
          <a:p>
            <a:r>
              <a:rPr lang="en-US" dirty="0"/>
              <a:t>Trees (BST, ADT)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442CD-A26D-1761-8CE7-8BC3075BB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83166" y="4139662"/>
            <a:ext cx="3908049" cy="1121038"/>
          </a:xfrm>
        </p:spPr>
        <p:txBody>
          <a:bodyPr>
            <a:normAutofit/>
          </a:bodyPr>
          <a:lstStyle/>
          <a:p>
            <a:r>
              <a:rPr lang="en-US" dirty="0"/>
              <a:t>ADT, Applications</a:t>
            </a:r>
          </a:p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C230368-557F-784A-0938-D34B9D616AC0}"/>
              </a:ext>
            </a:extLst>
          </p:cNvPr>
          <p:cNvSpPr txBox="1">
            <a:spLocks/>
          </p:cNvSpPr>
          <p:nvPr/>
        </p:nvSpPr>
        <p:spPr>
          <a:xfrm>
            <a:off x="9435762" y="5409987"/>
            <a:ext cx="2271476" cy="1121039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00113" rtl="0" eaLnBrk="1" fontAlgn="auto" latinLnBrk="0" hangingPunct="1">
              <a:lnSpc>
                <a:spcPct val="90000"/>
              </a:lnSpc>
              <a:spcBef>
                <a:spcPts val="98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756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Samin Ahmed</a:t>
            </a:r>
          </a:p>
          <a:p>
            <a:pPr marL="0" marR="0" lvl="0" indent="0" algn="l" defTabSz="900113" rtl="0" eaLnBrk="1" fontAlgn="auto" latinLnBrk="0" hangingPunct="1">
              <a:lnSpc>
                <a:spcPct val="90000"/>
              </a:lnSpc>
              <a:spcBef>
                <a:spcPts val="98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756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FAST-NUCES</a:t>
            </a:r>
          </a:p>
          <a:p>
            <a:pPr marL="0" marR="0" lvl="0" indent="0" algn="l" defTabSz="900113" rtl="0" eaLnBrk="1" fontAlgn="auto" latinLnBrk="0" hangingPunct="1">
              <a:lnSpc>
                <a:spcPct val="90000"/>
              </a:lnSpc>
              <a:spcBef>
                <a:spcPts val="98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756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Peshawar Campus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9170235-8272-D703-3BDB-65C3B1202FFC}"/>
              </a:ext>
            </a:extLst>
          </p:cNvPr>
          <p:cNvSpPr txBox="1">
            <a:spLocks/>
          </p:cNvSpPr>
          <p:nvPr/>
        </p:nvSpPr>
        <p:spPr>
          <a:xfrm>
            <a:off x="3844577" y="901044"/>
            <a:ext cx="4104366" cy="15705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800110" rtl="0" eaLnBrk="1" latinLnBrk="0" hangingPunct="1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None/>
              <a:defRPr sz="2100" b="1" i="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008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3501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0013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3501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0019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3501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0024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3501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00302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0358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0413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0467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00110" rtl="0" eaLnBrk="1" fontAlgn="auto" latinLnBrk="0" hangingPunct="1">
              <a:lnSpc>
                <a:spcPct val="90000"/>
              </a:lnSpc>
              <a:spcBef>
                <a:spcPts val="8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7CA655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  <a:hlinkClick r:id="rId3"/>
              </a:rPr>
              <a:t>https://youtu.be/vVgbnpt3dnQ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srgbClr val="7CA655">
                  <a:lumMod val="75000"/>
                </a:srgbClr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l" defTabSz="800110" rtl="0" eaLnBrk="1" fontAlgn="auto" latinLnBrk="0" hangingPunct="1">
              <a:lnSpc>
                <a:spcPct val="90000"/>
              </a:lnSpc>
              <a:spcBef>
                <a:spcPts val="8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7CA655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  <a:hlinkClick r:id="rId4"/>
              </a:rPr>
              <a:t>https://youtu.be/Yl-Jvfr0zV4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srgbClr val="7CA655">
                  <a:lumMod val="75000"/>
                </a:srgbClr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l" defTabSz="800110" rtl="0" eaLnBrk="1" fontAlgn="auto" latinLnBrk="0" hangingPunct="1">
              <a:lnSpc>
                <a:spcPct val="90000"/>
              </a:lnSpc>
              <a:spcBef>
                <a:spcPts val="8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7CA655">
                    <a:lumMod val="75000"/>
                  </a:srgbClr>
                </a:solidFill>
                <a:latin typeface="Franklin Gothic Book"/>
                <a:hlinkClick r:id="rId5"/>
              </a:rPr>
              <a:t>https://youtu.be/f1xQwp-C_hQ</a:t>
            </a:r>
            <a:endParaRPr lang="en-US" dirty="0">
              <a:solidFill>
                <a:srgbClr val="7CA655">
                  <a:lumMod val="75000"/>
                </a:srgbClr>
              </a:solidFill>
              <a:latin typeface="Franklin Gothic Book"/>
            </a:endParaRPr>
          </a:p>
          <a:p>
            <a:pPr marL="0" marR="0" lvl="0" indent="0" algn="l" defTabSz="800110" rtl="0" eaLnBrk="1" fontAlgn="auto" latinLnBrk="0" hangingPunct="1">
              <a:lnSpc>
                <a:spcPct val="90000"/>
              </a:lnSpc>
              <a:spcBef>
                <a:spcPts val="8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7CA655">
                    <a:lumMod val="75000"/>
                  </a:srgbClr>
                </a:solidFill>
                <a:latin typeface="Franklin Gothic Book"/>
              </a:rPr>
              <a:t>https://youtu.be/4sKNB4Oy3-A</a:t>
            </a:r>
          </a:p>
          <a:p>
            <a:pPr marL="0" marR="0" lvl="0" indent="0" algn="l" defTabSz="800110" rtl="0" eaLnBrk="1" fontAlgn="auto" latinLnBrk="0" hangingPunct="1">
              <a:lnSpc>
                <a:spcPct val="90000"/>
              </a:lnSpc>
              <a:spcBef>
                <a:spcPts val="8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>
              <a:solidFill>
                <a:srgbClr val="7CA655">
                  <a:lumMod val="75000"/>
                </a:srgbClr>
              </a:solidFill>
              <a:latin typeface="Franklin Gothic Book"/>
            </a:endParaRPr>
          </a:p>
          <a:p>
            <a:pPr marL="0" marR="0" lvl="0" indent="0" algn="l" defTabSz="800110" rtl="0" eaLnBrk="1" fontAlgn="auto" latinLnBrk="0" hangingPunct="1">
              <a:lnSpc>
                <a:spcPct val="90000"/>
              </a:lnSpc>
              <a:spcBef>
                <a:spcPts val="8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srgbClr val="7CA655">
                  <a:lumMod val="75000"/>
                </a:srgbClr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pic>
        <p:nvPicPr>
          <p:cNvPr id="6" name="Picture 5" descr="A gold square with black text&#10;&#10;AI-generated content may be incorrect.">
            <a:extLst>
              <a:ext uri="{FF2B5EF4-FFF2-40B4-BE49-F238E27FC236}">
                <a16:creationId xmlns:a16="http://schemas.microsoft.com/office/drawing/2014/main" id="{3566F8C3-5A48-408C-F73F-5AB945081F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664061" y="1005975"/>
            <a:ext cx="2072343" cy="112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432895">
        <p:random/>
      </p:transition>
    </mc:Choice>
    <mc:Fallback xmlns="">
      <p:transition spd="slow" advTm="1432895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build="p"/>
      <p:bldP spid="2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4ED28-1762-B456-2C7E-4EE04D34A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61845-0307-9508-FBDA-442836F4B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9778365" cy="1494596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Trees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41E3B-B88F-4BC4-9BE2-CC793D4C98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2" y="2372008"/>
            <a:ext cx="10393428" cy="3901987"/>
          </a:xfrm>
        </p:spPr>
        <p:txBody>
          <a:bodyPr>
            <a:normAutofit/>
          </a:bodyPr>
          <a:lstStyle/>
          <a:p>
            <a:pPr marL="342900" indent="-342900">
              <a:buSzPct val="154000"/>
              <a:buBlip>
                <a:blip r:embed="rId2"/>
              </a:buBlip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tree is a hierarchical data structure that consists of nodes connected by edges. It is a non-linear data structure used for efficient searching, sorting, and hierarchical representation.</a:t>
            </a:r>
          </a:p>
          <a:p>
            <a:pPr marL="342900" indent="-342900">
              <a:buSzPct val="154000"/>
              <a:buBlip>
                <a:blip r:embed="rId2"/>
              </a:buBlip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tree is called a graph.</a:t>
            </a:r>
          </a:p>
          <a:p>
            <a:pPr marL="342900" indent="-342900">
              <a:buSzPct val="154000"/>
              <a:buBlip>
                <a:blip r:embed="rId2"/>
              </a:buBlip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every graph is not a Tree.</a:t>
            </a:r>
          </a:p>
          <a:p>
            <a:pPr marL="342900" indent="-342900">
              <a:buSzPct val="154000"/>
              <a:buBlip>
                <a:blip r:embed="rId2"/>
              </a:buBlip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Why? </a:t>
            </a:r>
          </a:p>
          <a:p>
            <a:pPr marL="590934" lvl="1" indent="-342900">
              <a:buSzPct val="154000"/>
              <a:buBlip>
                <a:blip r:embed="rId2"/>
              </a:buBlip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contains cycles.</a:t>
            </a:r>
            <a:r>
              <a:rPr lang="en-US" sz="2500" dirty="0"/>
              <a:t> </a:t>
            </a:r>
          </a:p>
          <a:p>
            <a:pPr marL="590934" lvl="1" indent="-342900">
              <a:buSzPct val="154000"/>
              <a:buBlip>
                <a:blip r:embed="rId2"/>
              </a:buBlip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Trees do not contain cycles.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92E91-709A-7834-0C82-422EDE44C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>
              <a:latin typeface="+mn-lt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72C89A7-1B69-5737-FA54-E76BBD9956C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8F5FDDE-4FCE-46FC-9D1E-82E2067BF07D}" type="datetime1">
              <a:rPr lang="en-US" smtClean="0">
                <a:latin typeface="+mn-lt"/>
              </a:rPr>
              <a:t>4/22/2025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62954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FC7122D-1123-1F01-76FB-F7F0BED50611}"/>
              </a:ext>
            </a:extLst>
          </p:cNvPr>
          <p:cNvSpPr txBox="1">
            <a:spLocks/>
          </p:cNvSpPr>
          <p:nvPr/>
        </p:nvSpPr>
        <p:spPr>
          <a:xfrm>
            <a:off x="594360" y="162972"/>
            <a:ext cx="9778365" cy="84197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80011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50" b="1" i="0" u="none" strike="noStrike" kern="1200" cap="none" spc="87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Key Terminologies</a:t>
            </a:r>
            <a:br>
              <a:rPr kumimoji="0" lang="en-US" sz="3850" b="1" i="0" u="none" strike="noStrike" kern="1200" cap="none" spc="87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kumimoji="0" lang="en-PK" sz="3850" b="1" i="0" u="none" strike="noStrike" kern="1200" cap="none" spc="87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A33B1F-1E94-68E9-F0C2-2ADC08C73421}"/>
              </a:ext>
            </a:extLst>
          </p:cNvPr>
          <p:cNvSpPr txBox="1">
            <a:spLocks/>
          </p:cNvSpPr>
          <p:nvPr/>
        </p:nvSpPr>
        <p:spPr>
          <a:xfrm>
            <a:off x="123582" y="458469"/>
            <a:ext cx="8450049" cy="664449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200" b="1" dirty="0">
                <a:latin typeface="Arial" panose="020B0604020202020204" pitchFamily="34" charset="0"/>
              </a:rPr>
              <a:t>Node(Vertice)</a:t>
            </a:r>
            <a:r>
              <a:rPr lang="en-US" altLang="en-US" sz="2200" dirty="0">
                <a:latin typeface="Arial" panose="020B0604020202020204" pitchFamily="34" charset="0"/>
              </a:rPr>
              <a:t>: Each element in a tree.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200" b="1" dirty="0">
                <a:latin typeface="Arial" panose="020B0604020202020204" pitchFamily="34" charset="0"/>
              </a:rPr>
              <a:t>Root</a:t>
            </a:r>
            <a:r>
              <a:rPr lang="en-US" altLang="en-US" sz="2200" dirty="0">
                <a:latin typeface="Arial" panose="020B0604020202020204" pitchFamily="34" charset="0"/>
              </a:rPr>
              <a:t>: The topmost node of the tree.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200" b="1" dirty="0">
                <a:latin typeface="Arial" panose="020B0604020202020204" pitchFamily="34" charset="0"/>
              </a:rPr>
              <a:t>Edge:</a:t>
            </a:r>
            <a:r>
              <a:rPr lang="en-US" altLang="en-US" sz="2200" dirty="0">
                <a:latin typeface="Arial" panose="020B0604020202020204" pitchFamily="34" charset="0"/>
              </a:rPr>
              <a:t> A line (branch) connecting two nodes.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200" b="1" dirty="0">
                <a:latin typeface="Arial" panose="020B0604020202020204" pitchFamily="34" charset="0"/>
              </a:rPr>
              <a:t>Parent &amp; Child</a:t>
            </a:r>
            <a:r>
              <a:rPr lang="en-US" altLang="en-US" sz="2200" dirty="0">
                <a:latin typeface="Arial" panose="020B0604020202020204" pitchFamily="34" charset="0"/>
              </a:rPr>
              <a:t>: The node that has branches leading to other nodes is a parent, and the connected nodes are children.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200" b="1" dirty="0">
                <a:latin typeface="Arial" panose="020B0604020202020204" pitchFamily="34" charset="0"/>
              </a:rPr>
              <a:t>Siblings</a:t>
            </a:r>
            <a:r>
              <a:rPr lang="en-US" altLang="en-US" sz="2200" dirty="0">
                <a:latin typeface="Arial" panose="020B0604020202020204" pitchFamily="34" charset="0"/>
              </a:rPr>
              <a:t>: Nodes with the same parent.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200" b="1" dirty="0">
                <a:latin typeface="Arial" panose="020B0604020202020204" pitchFamily="34" charset="0"/>
              </a:rPr>
              <a:t>Leaf/External/Exterior Node</a:t>
            </a:r>
            <a:r>
              <a:rPr lang="en-US" altLang="en-US" sz="2200" dirty="0">
                <a:latin typeface="Arial" panose="020B0604020202020204" pitchFamily="34" charset="0"/>
              </a:rPr>
              <a:t>: A node with no children.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200" b="1" dirty="0">
                <a:latin typeface="Arial" panose="020B0604020202020204" pitchFamily="34" charset="0"/>
              </a:rPr>
              <a:t>Internal/Interior Node</a:t>
            </a:r>
            <a:r>
              <a:rPr lang="en-US" altLang="en-US" sz="2200" dirty="0">
                <a:latin typeface="Arial" panose="020B0604020202020204" pitchFamily="34" charset="0"/>
              </a:rPr>
              <a:t>: A node that has children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200" b="1" dirty="0">
                <a:latin typeface="Arial" panose="020B0604020202020204" pitchFamily="34" charset="0"/>
              </a:rPr>
              <a:t>Degree of a Node</a:t>
            </a:r>
            <a:r>
              <a:rPr lang="en-US" altLang="en-US" sz="2200" dirty="0">
                <a:latin typeface="Arial" panose="020B0604020202020204" pitchFamily="34" charset="0"/>
              </a:rPr>
              <a:t>: The number of children a node has.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200" b="1" dirty="0">
                <a:latin typeface="Arial" panose="020B0604020202020204" pitchFamily="34" charset="0"/>
              </a:rPr>
              <a:t>Depth of a Node</a:t>
            </a:r>
            <a:r>
              <a:rPr lang="en-US" altLang="en-US" sz="2200" dirty="0">
                <a:latin typeface="Arial" panose="020B0604020202020204" pitchFamily="34" charset="0"/>
              </a:rPr>
              <a:t>: </a:t>
            </a:r>
            <a:r>
              <a:rPr lang="en-US" altLang="en-US" sz="2200" u="sng" dirty="0">
                <a:latin typeface="Arial" panose="020B0604020202020204" pitchFamily="34" charset="0"/>
              </a:rPr>
              <a:t>Distance from a </a:t>
            </a:r>
            <a:r>
              <a:rPr lang="en-US" altLang="en-US" sz="2200" u="sng" dirty="0">
                <a:solidFill>
                  <a:srgbClr val="C00000"/>
                </a:solidFill>
                <a:latin typeface="Arial" panose="020B0604020202020204" pitchFamily="34" charset="0"/>
              </a:rPr>
              <a:t>node to root node.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200" b="1" dirty="0">
                <a:latin typeface="Arial" panose="020B0604020202020204" pitchFamily="34" charset="0"/>
              </a:rPr>
              <a:t>Height of a Node</a:t>
            </a:r>
            <a:r>
              <a:rPr lang="en-US" altLang="en-US" sz="2200" dirty="0">
                <a:latin typeface="Arial" panose="020B0604020202020204" pitchFamily="34" charset="0"/>
              </a:rPr>
              <a:t>: </a:t>
            </a:r>
            <a:r>
              <a:rPr lang="en-US" altLang="en-US" sz="2200" u="sng" dirty="0">
                <a:latin typeface="Arial" panose="020B0604020202020204" pitchFamily="34" charset="0"/>
              </a:rPr>
              <a:t>Distance from a </a:t>
            </a:r>
            <a:r>
              <a:rPr lang="en-US" altLang="en-US" sz="2200" u="sng" dirty="0">
                <a:solidFill>
                  <a:srgbClr val="C00000"/>
                </a:solidFill>
                <a:latin typeface="Arial" panose="020B0604020202020204" pitchFamily="34" charset="0"/>
              </a:rPr>
              <a:t>node to leaf node.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200" b="1" dirty="0">
                <a:latin typeface="Arial" panose="020B0604020202020204" pitchFamily="34" charset="0"/>
              </a:rPr>
              <a:t>Height of a Tree</a:t>
            </a:r>
            <a:r>
              <a:rPr lang="en-US" altLang="en-US" sz="2200" dirty="0">
                <a:latin typeface="Arial" panose="020B0604020202020204" pitchFamily="34" charset="0"/>
              </a:rPr>
              <a:t>: The longest path from the root node to leaf.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Depth of a tree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length of the longest path from the leaf node to root node. 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sz="2200" b="1" dirty="0"/>
              <a:t>Degree of a tree</a:t>
            </a:r>
            <a:r>
              <a:rPr lang="en-US" sz="2200" dirty="0"/>
              <a:t>: The maximum number of children any node in the tree has.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SzPct val="160000"/>
              <a:buNone/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marL="342900" indent="-342900">
              <a:buSzPct val="160000"/>
              <a:buBlip>
                <a:blip r:embed="rId2"/>
              </a:buBlip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marL="342900" indent="-342900">
              <a:buSzPct val="160000"/>
              <a:buBlip>
                <a:blip r:embed="rId2"/>
              </a:buBlip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marL="342900" indent="-342900">
              <a:buSzPct val="160000"/>
              <a:buBlip>
                <a:blip r:embed="rId2"/>
              </a:buBlip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marL="342900" indent="-342900">
              <a:buSzPct val="160000"/>
              <a:buFont typeface="Arial" panose="020B0604020202020204" pitchFamily="34" charset="0"/>
              <a:buBlip>
                <a:blip r:embed="rId2"/>
              </a:buBlip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diagram of a network&#10;&#10;Description automatically generated">
            <a:extLst>
              <a:ext uri="{FF2B5EF4-FFF2-40B4-BE49-F238E27FC236}">
                <a16:creationId xmlns:a16="http://schemas.microsoft.com/office/drawing/2014/main" id="{5826C72D-F809-E2F5-5359-93A8690D5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687" y="238125"/>
            <a:ext cx="3900731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01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88428-0B46-5B9D-E557-771C4D347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C117FBB-1B38-A5BC-B8A7-01B2B9AB839B}"/>
              </a:ext>
            </a:extLst>
          </p:cNvPr>
          <p:cNvSpPr txBox="1">
            <a:spLocks/>
          </p:cNvSpPr>
          <p:nvPr/>
        </p:nvSpPr>
        <p:spPr>
          <a:xfrm>
            <a:off x="594360" y="162972"/>
            <a:ext cx="9778365" cy="84197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80011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50" b="1" i="0" u="none" strike="noStrike" kern="1200" cap="none" spc="8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Tyes of Trees (Binary Tree) </a:t>
            </a:r>
            <a:br>
              <a:rPr kumimoji="0" lang="en-US" sz="3850" b="1" i="0" u="none" strike="noStrike" kern="1200" cap="none" spc="8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kumimoji="0" lang="en-PK" sz="3850" b="1" i="0" u="none" strike="noStrike" kern="1200" cap="none" spc="87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C7B461-945D-A9A3-8A1E-3318D81A72F7}"/>
              </a:ext>
            </a:extLst>
          </p:cNvPr>
          <p:cNvSpPr txBox="1">
            <a:spLocks/>
          </p:cNvSpPr>
          <p:nvPr/>
        </p:nvSpPr>
        <p:spPr>
          <a:xfrm>
            <a:off x="24000" y="570377"/>
            <a:ext cx="7789142" cy="611560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60000"/>
              <a:buBlip>
                <a:blip r:embed="rId2"/>
              </a:buBlip>
            </a:pPr>
            <a:r>
              <a:rPr lang="en-US" sz="2000" b="1" dirty="0"/>
              <a:t>General Tree</a:t>
            </a:r>
            <a:r>
              <a:rPr lang="en-US" sz="2000" dirty="0"/>
              <a:t>: No restrictions on the number of children.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sz="2000" b="1" dirty="0"/>
              <a:t>Binary Tree</a:t>
            </a:r>
            <a:r>
              <a:rPr lang="en-US" sz="2000" dirty="0"/>
              <a:t>: Each node has at most two children.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sz="2000" b="1" dirty="0"/>
              <a:t>Full Binary Tree/ Strictly Binary Tree </a:t>
            </a:r>
            <a:r>
              <a:rPr lang="en-US" sz="2000" dirty="0"/>
              <a:t>: Every node has either 0 or 2 children.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sz="2000" b="1" dirty="0"/>
              <a:t>Complete Binary Tree</a:t>
            </a:r>
            <a:r>
              <a:rPr lang="en-US" sz="2000" dirty="0"/>
              <a:t>: All levels are fully filled except possibly the last, which is filled from left to right. (no gaps in between at the last level).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sz="2000" b="1" dirty="0"/>
              <a:t>Perfect Binary Tree/ Strictly Complete Binary Tree </a:t>
            </a:r>
            <a:r>
              <a:rPr lang="en-US" sz="2000" dirty="0"/>
              <a:t>: All internal nodes have two children, and all leaf nodes are at the same level.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sz="2000" b="1" dirty="0"/>
              <a:t>Incomplete Binary Tree</a:t>
            </a:r>
            <a:r>
              <a:rPr lang="en-US" sz="2000" dirty="0"/>
              <a:t>: A binary tree that </a:t>
            </a:r>
            <a:r>
              <a:rPr lang="en-US" sz="2000" b="1" dirty="0"/>
              <a:t>does not satisfy</a:t>
            </a:r>
            <a:r>
              <a:rPr lang="en-US" sz="2000" dirty="0"/>
              <a:t> the conditions of being full or complete; it has </a:t>
            </a:r>
            <a:r>
              <a:rPr lang="en-US" sz="2000" b="1" dirty="0"/>
              <a:t>missing nodes</a:t>
            </a:r>
            <a:r>
              <a:rPr lang="en-US" sz="2000" dirty="0"/>
              <a:t> in levels other than possibly the last, or not all internal nodes have two children.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sz="2000" b="1" dirty="0"/>
              <a:t>Binary Search Tree (BST)</a:t>
            </a:r>
            <a:r>
              <a:rPr lang="en-US" sz="2000" dirty="0"/>
              <a:t>: A binary tree where the left child is smaller, and the right child is larger than the parent.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sz="2000" b="1" dirty="0"/>
              <a:t>AVL Tree</a:t>
            </a:r>
            <a:r>
              <a:rPr lang="en-US" sz="2000" dirty="0"/>
              <a:t>: A self-balancing BST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0B4A68-BC51-B356-5BF3-0625C9F76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2215" y="761628"/>
            <a:ext cx="4033079" cy="363527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B3973C1-D261-8955-0163-DBEECD1BB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142" y="761628"/>
            <a:ext cx="4354858" cy="504895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5BE0D23-8ED8-5F47-08A7-4F9DFA2544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324" y="685800"/>
            <a:ext cx="4354859" cy="504895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D8FB302-56CB-6B23-0048-1BBA9A41B3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634" y="859370"/>
            <a:ext cx="4263873" cy="406911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77F54D2-DBB8-1FD1-3448-7DFA7AA456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3142" y="761628"/>
            <a:ext cx="4333365" cy="442974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B39B905-AF89-E35B-6CA2-954489BDCC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4634" y="1047418"/>
            <a:ext cx="4333365" cy="480276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21ED6E3-824F-F8FF-3CAF-5EF7F4E08C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2215" y="893691"/>
            <a:ext cx="4239459" cy="458347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13A267E-6F52-DAA1-3D8D-10BFADC8DB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82816" y="859370"/>
            <a:ext cx="4333367" cy="461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565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3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4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5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6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6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77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81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92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96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107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1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122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26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B3EA8A9-AD58-56A6-21FE-90938A7C8677}"/>
              </a:ext>
            </a:extLst>
          </p:cNvPr>
          <p:cNvSpPr txBox="1">
            <a:spLocks/>
          </p:cNvSpPr>
          <p:nvPr/>
        </p:nvSpPr>
        <p:spPr>
          <a:xfrm>
            <a:off x="4645950" y="102358"/>
            <a:ext cx="5874177" cy="58570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BST(ADT) (constants &amp; Node Class)</a:t>
            </a:r>
            <a:br>
              <a:rPr lang="en-US" sz="2800" dirty="0"/>
            </a:br>
            <a:endParaRPr lang="en-PK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03E319-3F17-058B-59B7-246C6D717F19}"/>
              </a:ext>
            </a:extLst>
          </p:cNvPr>
          <p:cNvSpPr txBox="1"/>
          <p:nvPr/>
        </p:nvSpPr>
        <p:spPr>
          <a:xfrm>
            <a:off x="495678" y="117693"/>
            <a:ext cx="651170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#include &lt;</a:t>
            </a:r>
            <a:r>
              <a:rPr lang="en-US" dirty="0" err="1"/>
              <a:t>iomanip</a:t>
            </a:r>
            <a:r>
              <a:rPr lang="en-US" dirty="0"/>
              <a:t>&gt;</a:t>
            </a:r>
          </a:p>
          <a:p>
            <a:r>
              <a:rPr lang="en-US" dirty="0"/>
              <a:t>#include 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r>
              <a:rPr lang="en-US" dirty="0"/>
              <a:t>#include &lt;queue&gt;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const int INSERT=1;const int DELETE=2;const int SEARCH=3;const int MINIMUM=4;const int MAXIMUM=5;</a:t>
            </a:r>
          </a:p>
          <a:p>
            <a:r>
              <a:rPr lang="en-US" dirty="0"/>
              <a:t>const int INORDER=6;const int PREORDER=7;const int POSTORDER=8;const int DISPLAY=9;const int TREE_HEIGHT=10;</a:t>
            </a:r>
          </a:p>
          <a:p>
            <a:r>
              <a:rPr lang="en-US" dirty="0"/>
              <a:t>const int COUNT_NODES=11; const int NODE_HEIGHT=12; const int NODE_DEPTH = 13; const int COUNT_NODES_AT_LEVEL = 14;</a:t>
            </a:r>
          </a:p>
          <a:p>
            <a:r>
              <a:rPr lang="en-US" dirty="0"/>
              <a:t>const int FIND_PARENT = 15; const int FIND_LEFT_CHILD = 16;const int FIND_RIGHT_CHILD = 17;</a:t>
            </a:r>
          </a:p>
          <a:p>
            <a:r>
              <a:rPr lang="en-US" dirty="0"/>
              <a:t>const int BREADTH_FIRST_SEARCH = 18;</a:t>
            </a:r>
          </a:p>
          <a:p>
            <a:r>
              <a:rPr lang="en-US" dirty="0"/>
              <a:t>const int EXIT=19;</a:t>
            </a:r>
          </a:p>
          <a:p>
            <a:r>
              <a:rPr lang="en-US" dirty="0"/>
              <a:t>class Node {</a:t>
            </a:r>
          </a:p>
          <a:p>
            <a:r>
              <a:rPr lang="en-US" dirty="0"/>
              <a:t>    public:</a:t>
            </a:r>
          </a:p>
          <a:p>
            <a:r>
              <a:rPr lang="en-US" dirty="0"/>
              <a:t>    int data;</a:t>
            </a:r>
          </a:p>
          <a:p>
            <a:r>
              <a:rPr lang="en-US" dirty="0"/>
              <a:t>    Node* left;</a:t>
            </a:r>
          </a:p>
          <a:p>
            <a:r>
              <a:rPr lang="en-US" dirty="0"/>
              <a:t>    Node* right;</a:t>
            </a:r>
          </a:p>
          <a:p>
            <a:r>
              <a:rPr lang="en-US" dirty="0"/>
              <a:t>    Node(int value) : data(value), left(</a:t>
            </a:r>
            <a:r>
              <a:rPr lang="en-US" dirty="0" err="1"/>
              <a:t>nullptr</a:t>
            </a:r>
            <a:r>
              <a:rPr lang="en-US" dirty="0"/>
              <a:t>), right(</a:t>
            </a:r>
            <a:r>
              <a:rPr lang="en-US" dirty="0" err="1"/>
              <a:t>nullptr</a:t>
            </a:r>
            <a:r>
              <a:rPr lang="en-US" dirty="0"/>
              <a:t>) {}</a:t>
            </a:r>
          </a:p>
          <a:p>
            <a:r>
              <a:rPr lang="en-US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161023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61DB82-FB60-57ED-3C51-5C75925AF5F9}"/>
              </a:ext>
            </a:extLst>
          </p:cNvPr>
          <p:cNvSpPr txBox="1"/>
          <p:nvPr/>
        </p:nvSpPr>
        <p:spPr>
          <a:xfrm>
            <a:off x="226335" y="394692"/>
            <a:ext cx="10112721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 BST {</a:t>
            </a:r>
          </a:p>
          <a:p>
            <a:r>
              <a:rPr lang="en-US" dirty="0"/>
              <a:t>private:</a:t>
            </a:r>
          </a:p>
          <a:p>
            <a:r>
              <a:rPr lang="en-US" dirty="0"/>
              <a:t>    Node* root;</a:t>
            </a:r>
          </a:p>
          <a:p>
            <a:r>
              <a:rPr lang="en-US" dirty="0"/>
              <a:t>    Node* insert(Node* root, int value) {</a:t>
            </a:r>
          </a:p>
          <a:p>
            <a:r>
              <a:rPr lang="en-US" dirty="0"/>
              <a:t>        if (root == </a:t>
            </a:r>
            <a:r>
              <a:rPr lang="en-US" dirty="0" err="1"/>
              <a:t>nullptr</a:t>
            </a:r>
            <a:r>
              <a:rPr lang="en-US" dirty="0"/>
              <a:t>) return new Node(value);</a:t>
            </a:r>
          </a:p>
          <a:p>
            <a:r>
              <a:rPr lang="en-US" dirty="0"/>
              <a:t>        if (value &lt; root-&gt;data)           root-&gt;left = insert(root-&gt;left, value);</a:t>
            </a:r>
          </a:p>
          <a:p>
            <a:r>
              <a:rPr lang="en-US" dirty="0"/>
              <a:t>              else                                          root-&gt;right = insert(root-&gt;right, value);</a:t>
            </a:r>
          </a:p>
          <a:p>
            <a:r>
              <a:rPr lang="en-US" dirty="0"/>
              <a:t>        return root;</a:t>
            </a:r>
          </a:p>
          <a:p>
            <a:r>
              <a:rPr lang="en-US" dirty="0"/>
              <a:t>    } </a:t>
            </a:r>
          </a:p>
          <a:p>
            <a:r>
              <a:rPr lang="en-US" dirty="0"/>
              <a:t>Node* </a:t>
            </a:r>
            <a:r>
              <a:rPr lang="en-US" dirty="0" err="1"/>
              <a:t>deleteNode</a:t>
            </a:r>
            <a:r>
              <a:rPr lang="en-US" dirty="0"/>
              <a:t>(Node* root, int key) {</a:t>
            </a:r>
          </a:p>
          <a:p>
            <a:r>
              <a:rPr lang="en-US" dirty="0"/>
              <a:t>        if (root == </a:t>
            </a:r>
            <a:r>
              <a:rPr lang="en-US" dirty="0" err="1"/>
              <a:t>nullptr</a:t>
            </a:r>
            <a:r>
              <a:rPr lang="en-US" dirty="0"/>
              <a:t>) return root;</a:t>
            </a:r>
          </a:p>
          <a:p>
            <a:r>
              <a:rPr lang="en-US" dirty="0"/>
              <a:t>        if (key &lt; root-&gt;data)                 root-&gt;left = </a:t>
            </a:r>
            <a:r>
              <a:rPr lang="en-US" dirty="0" err="1"/>
              <a:t>deleteNode</a:t>
            </a:r>
            <a:r>
              <a:rPr lang="en-US" dirty="0"/>
              <a:t>(root-&gt;left, key);</a:t>
            </a:r>
          </a:p>
          <a:p>
            <a:r>
              <a:rPr lang="en-US" dirty="0"/>
              <a:t>        else if (key &gt; root-&gt;data)       root-&gt;right = </a:t>
            </a:r>
            <a:r>
              <a:rPr lang="en-US" dirty="0" err="1"/>
              <a:t>deleteNode</a:t>
            </a:r>
            <a:r>
              <a:rPr lang="en-US" dirty="0"/>
              <a:t>(root-&gt;right, key);</a:t>
            </a:r>
          </a:p>
          <a:p>
            <a:r>
              <a:rPr lang="en-US" dirty="0"/>
              <a:t>        else {</a:t>
            </a:r>
          </a:p>
          <a:p>
            <a:r>
              <a:rPr lang="en-US" dirty="0"/>
              <a:t>            if (root-&gt;left == </a:t>
            </a:r>
            <a:r>
              <a:rPr lang="en-US" dirty="0" err="1"/>
              <a:t>nullptr</a:t>
            </a:r>
            <a:r>
              <a:rPr lang="en-US" dirty="0"/>
              <a:t>) {   Node* temp = root-&gt;right;            delete root;         return temp;    } </a:t>
            </a:r>
          </a:p>
          <a:p>
            <a:r>
              <a:rPr lang="en-US" dirty="0"/>
              <a:t>            else if (root-&gt;right == </a:t>
            </a:r>
            <a:r>
              <a:rPr lang="en-US" dirty="0" err="1"/>
              <a:t>nullptr</a:t>
            </a:r>
            <a:r>
              <a:rPr lang="en-US" dirty="0"/>
              <a:t>) {        Node* temp = root-&gt;left;   delete root;      return temp;       }</a:t>
            </a:r>
          </a:p>
          <a:p>
            <a:r>
              <a:rPr lang="en-US" dirty="0"/>
              <a:t>            Node* temp = </a:t>
            </a:r>
            <a:r>
              <a:rPr lang="en-US" dirty="0" err="1"/>
              <a:t>findMin</a:t>
            </a:r>
            <a:r>
              <a:rPr lang="en-US" dirty="0"/>
              <a:t>(root-&gt;right);</a:t>
            </a:r>
          </a:p>
          <a:p>
            <a:r>
              <a:rPr lang="en-US" dirty="0"/>
              <a:t>            root-&gt;data = temp-&gt;data;</a:t>
            </a:r>
          </a:p>
          <a:p>
            <a:r>
              <a:rPr lang="en-US" dirty="0"/>
              <a:t>            root-&gt;right = </a:t>
            </a:r>
            <a:r>
              <a:rPr lang="en-US" dirty="0" err="1"/>
              <a:t>deleteNode</a:t>
            </a:r>
            <a:r>
              <a:rPr lang="en-US" dirty="0"/>
              <a:t>(root-&gt;right, temp-&gt;data);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return root;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CA3D9F-8E66-F188-244B-EDBDE5CED51D}"/>
              </a:ext>
            </a:extLst>
          </p:cNvPr>
          <p:cNvSpPr txBox="1">
            <a:spLocks/>
          </p:cNvSpPr>
          <p:nvPr/>
        </p:nvSpPr>
        <p:spPr>
          <a:xfrm>
            <a:off x="4645950" y="102358"/>
            <a:ext cx="6833844" cy="43179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BST(ADT) (BST Class, private section)</a:t>
            </a:r>
            <a:br>
              <a:rPr lang="en-US" sz="2800" dirty="0"/>
            </a:b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419379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B5ECB9-3ACC-5876-A13F-B89111AE32AE}"/>
              </a:ext>
            </a:extLst>
          </p:cNvPr>
          <p:cNvSpPr txBox="1"/>
          <p:nvPr/>
        </p:nvSpPr>
        <p:spPr>
          <a:xfrm>
            <a:off x="133539" y="509606"/>
            <a:ext cx="5832695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Node* </a:t>
            </a:r>
            <a:r>
              <a:rPr lang="en-US" dirty="0" err="1"/>
              <a:t>findMin</a:t>
            </a:r>
            <a:r>
              <a:rPr lang="en-US" dirty="0"/>
              <a:t>(Node* root) {</a:t>
            </a:r>
          </a:p>
          <a:p>
            <a:r>
              <a:rPr lang="en-US" dirty="0"/>
              <a:t>        while (root &amp;&amp; root-&gt;left != </a:t>
            </a:r>
            <a:r>
              <a:rPr lang="en-US" dirty="0" err="1"/>
              <a:t>nullptr</a:t>
            </a:r>
            <a:r>
              <a:rPr lang="en-US" dirty="0"/>
              <a:t>)</a:t>
            </a:r>
          </a:p>
          <a:p>
            <a:r>
              <a:rPr lang="en-US" dirty="0"/>
              <a:t>            root = root-&gt;left;        return root;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Node* </a:t>
            </a:r>
            <a:r>
              <a:rPr lang="en-US" dirty="0" err="1"/>
              <a:t>findMax</a:t>
            </a:r>
            <a:r>
              <a:rPr lang="en-US" dirty="0"/>
              <a:t>(Node* root) {</a:t>
            </a:r>
          </a:p>
          <a:p>
            <a:r>
              <a:rPr lang="en-US" dirty="0"/>
              <a:t>        while (root &amp;&amp; root-&gt;right != </a:t>
            </a:r>
            <a:r>
              <a:rPr lang="en-US" dirty="0" err="1"/>
              <a:t>nullptr</a:t>
            </a:r>
            <a:r>
              <a:rPr lang="en-US" dirty="0"/>
              <a:t>)</a:t>
            </a:r>
          </a:p>
          <a:p>
            <a:r>
              <a:rPr lang="en-US" dirty="0"/>
              <a:t>            root = root-&gt;right;        return root;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bool search(Node* root, int key) {</a:t>
            </a:r>
          </a:p>
          <a:p>
            <a:r>
              <a:rPr lang="en-US" dirty="0"/>
              <a:t>        if (root == </a:t>
            </a:r>
            <a:r>
              <a:rPr lang="en-US" dirty="0" err="1"/>
              <a:t>nullptr</a:t>
            </a:r>
            <a:r>
              <a:rPr lang="en-US" dirty="0"/>
              <a:t>) return false;</a:t>
            </a:r>
          </a:p>
          <a:p>
            <a:r>
              <a:rPr lang="en-US" dirty="0"/>
              <a:t>        if (key == root-&gt;data) return true;</a:t>
            </a:r>
          </a:p>
          <a:p>
            <a:r>
              <a:rPr lang="en-US" dirty="0"/>
              <a:t>        if (key &lt; root-&gt;data)</a:t>
            </a:r>
          </a:p>
          <a:p>
            <a:r>
              <a:rPr lang="en-US" dirty="0"/>
              <a:t>            return search(root-&gt;left, key);</a:t>
            </a:r>
          </a:p>
          <a:p>
            <a:r>
              <a:rPr lang="en-US" dirty="0"/>
              <a:t>        else</a:t>
            </a:r>
          </a:p>
          <a:p>
            <a:r>
              <a:rPr lang="en-US" dirty="0"/>
              <a:t>            return search(root-&gt;right, key);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void display(Node* root, int space) {</a:t>
            </a:r>
          </a:p>
          <a:p>
            <a:r>
              <a:rPr lang="en-US" dirty="0"/>
              <a:t>        const int INDENT = 6;</a:t>
            </a:r>
          </a:p>
          <a:p>
            <a:r>
              <a:rPr lang="en-US" dirty="0"/>
              <a:t>        if (root == </a:t>
            </a:r>
            <a:r>
              <a:rPr lang="en-US" dirty="0" err="1"/>
              <a:t>nullptr</a:t>
            </a:r>
            <a:r>
              <a:rPr lang="en-US" dirty="0"/>
              <a:t>) return;</a:t>
            </a:r>
          </a:p>
          <a:p>
            <a:r>
              <a:rPr lang="en-US" dirty="0"/>
              <a:t>        display(root-&gt;right, space + INDENT);</a:t>
            </a:r>
          </a:p>
          <a:p>
            <a:r>
              <a:rPr lang="en-US" dirty="0"/>
              <a:t>        cout &lt;&lt; </a:t>
            </a:r>
            <a:r>
              <a:rPr lang="en-US" dirty="0" err="1"/>
              <a:t>setw</a:t>
            </a:r>
            <a:r>
              <a:rPr lang="en-US" dirty="0"/>
              <a:t>(space) &lt;&lt; ' ' &lt;&lt; root-&gt;data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    display(root-&gt;left, space + INDENT);</a:t>
            </a:r>
          </a:p>
          <a:p>
            <a:r>
              <a:rPr lang="en-US" dirty="0"/>
              <a:t>    }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3FB8166-CE55-06F6-3F97-1CCE2BABF4C3}"/>
              </a:ext>
            </a:extLst>
          </p:cNvPr>
          <p:cNvSpPr txBox="1">
            <a:spLocks/>
          </p:cNvSpPr>
          <p:nvPr/>
        </p:nvSpPr>
        <p:spPr>
          <a:xfrm>
            <a:off x="2002338" y="57093"/>
            <a:ext cx="6833844" cy="43179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BST(ADT) (BST Class, private section)</a:t>
            </a:r>
            <a:br>
              <a:rPr lang="en-US" sz="2800" dirty="0"/>
            </a:br>
            <a:endParaRPr lang="en-PK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0B4E3-DBC2-9E8F-CDFC-461C07682ED5}"/>
              </a:ext>
            </a:extLst>
          </p:cNvPr>
          <p:cNvSpPr txBox="1"/>
          <p:nvPr/>
        </p:nvSpPr>
        <p:spPr>
          <a:xfrm>
            <a:off x="8006281" y="663507"/>
            <a:ext cx="395334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inorder</a:t>
            </a:r>
            <a:r>
              <a:rPr lang="en-US" dirty="0"/>
              <a:t>(Node* root) {</a:t>
            </a:r>
          </a:p>
          <a:p>
            <a:r>
              <a:rPr lang="en-US" dirty="0"/>
              <a:t>        if (root != </a:t>
            </a:r>
            <a:r>
              <a:rPr lang="en-US" dirty="0" err="1"/>
              <a:t>nullptr</a:t>
            </a:r>
            <a:r>
              <a:rPr lang="en-US" dirty="0"/>
              <a:t>) {</a:t>
            </a:r>
          </a:p>
          <a:p>
            <a:r>
              <a:rPr lang="en-US" dirty="0"/>
              <a:t>            </a:t>
            </a:r>
            <a:r>
              <a:rPr lang="en-US" dirty="0" err="1"/>
              <a:t>inorder</a:t>
            </a:r>
            <a:r>
              <a:rPr lang="en-US" dirty="0"/>
              <a:t>(root-&gt;left);</a:t>
            </a:r>
          </a:p>
          <a:p>
            <a:r>
              <a:rPr lang="en-US" dirty="0"/>
              <a:t>            cout &lt;&lt; root-&gt;data &lt;&lt; " ";</a:t>
            </a:r>
          </a:p>
          <a:p>
            <a:r>
              <a:rPr lang="en-US" dirty="0"/>
              <a:t>            </a:t>
            </a:r>
            <a:r>
              <a:rPr lang="en-US" dirty="0" err="1"/>
              <a:t>inorder</a:t>
            </a:r>
            <a:r>
              <a:rPr lang="en-US" dirty="0"/>
              <a:t>(root-&gt;right);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void preorder(Node* root) {</a:t>
            </a:r>
          </a:p>
          <a:p>
            <a:r>
              <a:rPr lang="en-US" dirty="0"/>
              <a:t>        if (root != </a:t>
            </a:r>
            <a:r>
              <a:rPr lang="en-US" dirty="0" err="1"/>
              <a:t>nullptr</a:t>
            </a:r>
            <a:r>
              <a:rPr lang="en-US" dirty="0"/>
              <a:t>) {</a:t>
            </a:r>
          </a:p>
          <a:p>
            <a:r>
              <a:rPr lang="en-US" dirty="0"/>
              <a:t>            cout &lt;&lt; root-&gt;data &lt;&lt; " ";</a:t>
            </a:r>
          </a:p>
          <a:p>
            <a:r>
              <a:rPr lang="en-US" dirty="0"/>
              <a:t>            preorder(root-&gt;left);</a:t>
            </a:r>
          </a:p>
          <a:p>
            <a:r>
              <a:rPr lang="en-US" dirty="0"/>
              <a:t>            preorder(root-&gt;right);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void </a:t>
            </a:r>
            <a:r>
              <a:rPr lang="en-US" dirty="0" err="1"/>
              <a:t>postorder</a:t>
            </a:r>
            <a:r>
              <a:rPr lang="en-US" dirty="0"/>
              <a:t>(Node* root) {</a:t>
            </a:r>
          </a:p>
          <a:p>
            <a:r>
              <a:rPr lang="en-US" dirty="0"/>
              <a:t>        if (root != </a:t>
            </a:r>
            <a:r>
              <a:rPr lang="en-US" dirty="0" err="1"/>
              <a:t>nullptr</a:t>
            </a:r>
            <a:r>
              <a:rPr lang="en-US" dirty="0"/>
              <a:t>) {</a:t>
            </a:r>
          </a:p>
          <a:p>
            <a:r>
              <a:rPr lang="en-US" dirty="0"/>
              <a:t>            </a:t>
            </a:r>
            <a:r>
              <a:rPr lang="en-US" dirty="0" err="1"/>
              <a:t>postorder</a:t>
            </a:r>
            <a:r>
              <a:rPr lang="en-US" dirty="0"/>
              <a:t>(root-&gt;left);</a:t>
            </a:r>
          </a:p>
          <a:p>
            <a:r>
              <a:rPr lang="en-US" dirty="0"/>
              <a:t>            </a:t>
            </a:r>
            <a:r>
              <a:rPr lang="en-US" dirty="0" err="1"/>
              <a:t>postorder</a:t>
            </a:r>
            <a:r>
              <a:rPr lang="en-US" dirty="0"/>
              <a:t>(root-&gt;right);</a:t>
            </a:r>
          </a:p>
          <a:p>
            <a:r>
              <a:rPr lang="en-US" dirty="0"/>
              <a:t>            cout &lt;&lt; root-&gt;data &lt;&lt; " ";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104610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B0F4D-8AC7-D57C-4460-C40B73295AE9}"/>
              </a:ext>
            </a:extLst>
          </p:cNvPr>
          <p:cNvSpPr txBox="1">
            <a:spLocks/>
          </p:cNvSpPr>
          <p:nvPr/>
        </p:nvSpPr>
        <p:spPr>
          <a:xfrm>
            <a:off x="2002338" y="102358"/>
            <a:ext cx="6833844" cy="43179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BST(ADT) (BST Class, private section)</a:t>
            </a:r>
            <a:br>
              <a:rPr lang="en-US" sz="2800" dirty="0"/>
            </a:br>
            <a:endParaRPr lang="en-PK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162798-DEF1-6663-DBE6-B0864BEC99C7}"/>
              </a:ext>
            </a:extLst>
          </p:cNvPr>
          <p:cNvSpPr txBox="1"/>
          <p:nvPr/>
        </p:nvSpPr>
        <p:spPr>
          <a:xfrm>
            <a:off x="24910" y="495778"/>
            <a:ext cx="659317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 </a:t>
            </a:r>
            <a:r>
              <a:rPr lang="en-US" dirty="0" err="1"/>
              <a:t>findHeight</a:t>
            </a:r>
            <a:r>
              <a:rPr lang="en-US" dirty="0"/>
              <a:t>(Node *root) {</a:t>
            </a:r>
          </a:p>
          <a:p>
            <a:r>
              <a:rPr lang="en-US" dirty="0"/>
              <a:t>    if (root == </a:t>
            </a:r>
            <a:r>
              <a:rPr lang="en-US" dirty="0" err="1"/>
              <a:t>nullptr</a:t>
            </a:r>
            <a:r>
              <a:rPr lang="en-US" dirty="0"/>
              <a:t>)        return -1;</a:t>
            </a:r>
          </a:p>
          <a:p>
            <a:r>
              <a:rPr lang="en-US" dirty="0"/>
              <a:t>    else {</a:t>
            </a:r>
          </a:p>
          <a:p>
            <a:r>
              <a:rPr lang="en-US" dirty="0"/>
              <a:t>        int </a:t>
            </a:r>
            <a:r>
              <a:rPr lang="en-US" dirty="0" err="1"/>
              <a:t>leftHeight</a:t>
            </a:r>
            <a:r>
              <a:rPr lang="en-US" dirty="0"/>
              <a:t> = </a:t>
            </a:r>
            <a:r>
              <a:rPr lang="en-US" dirty="0" err="1"/>
              <a:t>findHeight</a:t>
            </a:r>
            <a:r>
              <a:rPr lang="en-US" dirty="0"/>
              <a:t>(root-&gt;left);</a:t>
            </a:r>
          </a:p>
          <a:p>
            <a:r>
              <a:rPr lang="en-US" dirty="0"/>
              <a:t>        int </a:t>
            </a:r>
            <a:r>
              <a:rPr lang="en-US" dirty="0" err="1"/>
              <a:t>rightHeight</a:t>
            </a:r>
            <a:r>
              <a:rPr lang="en-US" dirty="0"/>
              <a:t> = </a:t>
            </a:r>
            <a:r>
              <a:rPr lang="en-US" dirty="0" err="1"/>
              <a:t>findHeight</a:t>
            </a:r>
            <a:r>
              <a:rPr lang="en-US" dirty="0"/>
              <a:t>(root-&gt;right);</a:t>
            </a:r>
          </a:p>
          <a:p>
            <a:r>
              <a:rPr lang="en-US" dirty="0"/>
              <a:t>        return 1 + ((</a:t>
            </a:r>
            <a:r>
              <a:rPr lang="en-US" dirty="0" err="1"/>
              <a:t>leftHeight</a:t>
            </a:r>
            <a:r>
              <a:rPr lang="en-US" dirty="0"/>
              <a:t> &gt; </a:t>
            </a:r>
            <a:r>
              <a:rPr lang="en-US" dirty="0" err="1"/>
              <a:t>rightHeight</a:t>
            </a:r>
            <a:r>
              <a:rPr lang="en-US" dirty="0"/>
              <a:t>) ? </a:t>
            </a:r>
            <a:r>
              <a:rPr lang="en-US" dirty="0" err="1"/>
              <a:t>leftHeight</a:t>
            </a:r>
            <a:r>
              <a:rPr lang="en-US" dirty="0"/>
              <a:t> : </a:t>
            </a:r>
            <a:r>
              <a:rPr lang="en-US" dirty="0" err="1"/>
              <a:t>rightHeight</a:t>
            </a:r>
            <a:r>
              <a:rPr lang="en-US" dirty="0"/>
              <a:t>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int </a:t>
            </a:r>
            <a:r>
              <a:rPr lang="en-US" dirty="0" err="1"/>
              <a:t>countNodes</a:t>
            </a:r>
            <a:r>
              <a:rPr lang="en-US" dirty="0"/>
              <a:t>(Node* root) {</a:t>
            </a:r>
          </a:p>
          <a:p>
            <a:r>
              <a:rPr lang="en-US" dirty="0"/>
              <a:t>    if (root == </a:t>
            </a:r>
            <a:r>
              <a:rPr lang="en-US" dirty="0" err="1"/>
              <a:t>nullptr</a:t>
            </a:r>
            <a:r>
              <a:rPr lang="en-US" dirty="0"/>
              <a:t>) return 0;</a:t>
            </a:r>
          </a:p>
          <a:p>
            <a:r>
              <a:rPr lang="en-US" dirty="0"/>
              <a:t>    return 1 + </a:t>
            </a:r>
            <a:r>
              <a:rPr lang="en-US" dirty="0" err="1"/>
              <a:t>countNodes</a:t>
            </a:r>
            <a:r>
              <a:rPr lang="en-US" dirty="0"/>
              <a:t>(root-&gt;left) + </a:t>
            </a:r>
            <a:r>
              <a:rPr lang="en-US" dirty="0" err="1"/>
              <a:t>countNodes</a:t>
            </a:r>
            <a:r>
              <a:rPr lang="en-US" dirty="0"/>
              <a:t>(root-&gt;right);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Node* </a:t>
            </a:r>
            <a:r>
              <a:rPr lang="en-US" dirty="0" err="1"/>
              <a:t>findNode</a:t>
            </a:r>
            <a:r>
              <a:rPr lang="en-US" dirty="0"/>
              <a:t>(Node* root, int key) {</a:t>
            </a:r>
          </a:p>
          <a:p>
            <a:r>
              <a:rPr lang="en-US" dirty="0"/>
              <a:t>    if (root == </a:t>
            </a:r>
            <a:r>
              <a:rPr lang="en-US" dirty="0" err="1"/>
              <a:t>nullptr</a:t>
            </a:r>
            <a:r>
              <a:rPr lang="en-US" dirty="0"/>
              <a:t> || root-&gt;data == key) return root;</a:t>
            </a:r>
          </a:p>
          <a:p>
            <a:r>
              <a:rPr lang="en-US" dirty="0"/>
              <a:t>    if (key &lt; root-&gt;data)         return </a:t>
            </a:r>
            <a:r>
              <a:rPr lang="en-US" dirty="0" err="1"/>
              <a:t>findNode</a:t>
            </a:r>
            <a:r>
              <a:rPr lang="en-US" dirty="0"/>
              <a:t>(root-&gt;left, key);</a:t>
            </a:r>
          </a:p>
          <a:p>
            <a:r>
              <a:rPr lang="en-US" dirty="0"/>
              <a:t>    else                         	               return </a:t>
            </a:r>
            <a:r>
              <a:rPr lang="en-US" dirty="0" err="1"/>
              <a:t>findNode</a:t>
            </a:r>
            <a:r>
              <a:rPr lang="en-US" dirty="0"/>
              <a:t>(root-&gt;right, key);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int </a:t>
            </a:r>
            <a:r>
              <a:rPr lang="en-US" dirty="0" err="1"/>
              <a:t>NodeHeight</a:t>
            </a:r>
            <a:r>
              <a:rPr lang="en-US" dirty="0"/>
              <a:t>(Node* node) {</a:t>
            </a:r>
          </a:p>
          <a:p>
            <a:r>
              <a:rPr lang="en-US" dirty="0"/>
              <a:t>    if (node == </a:t>
            </a:r>
            <a:r>
              <a:rPr lang="en-US" dirty="0" err="1"/>
              <a:t>nullptr</a:t>
            </a:r>
            <a:r>
              <a:rPr lang="en-US" dirty="0"/>
              <a:t>) return -1;</a:t>
            </a:r>
          </a:p>
          <a:p>
            <a:r>
              <a:rPr lang="en-US" dirty="0"/>
              <a:t>    int </a:t>
            </a:r>
            <a:r>
              <a:rPr lang="en-US" dirty="0" err="1"/>
              <a:t>leftHeight</a:t>
            </a:r>
            <a:r>
              <a:rPr lang="en-US" dirty="0"/>
              <a:t> = </a:t>
            </a:r>
            <a:r>
              <a:rPr lang="en-US" dirty="0" err="1"/>
              <a:t>findHeight</a:t>
            </a:r>
            <a:r>
              <a:rPr lang="en-US" dirty="0"/>
              <a:t>(node-&gt;left);</a:t>
            </a:r>
          </a:p>
          <a:p>
            <a:r>
              <a:rPr lang="en-US" dirty="0"/>
              <a:t>    int </a:t>
            </a:r>
            <a:r>
              <a:rPr lang="en-US" dirty="0" err="1"/>
              <a:t>rightHeight</a:t>
            </a:r>
            <a:r>
              <a:rPr lang="en-US" dirty="0"/>
              <a:t> = </a:t>
            </a:r>
            <a:r>
              <a:rPr lang="en-US" dirty="0" err="1"/>
              <a:t>findHeight</a:t>
            </a:r>
            <a:r>
              <a:rPr lang="en-US" dirty="0"/>
              <a:t>(node-&gt;right);</a:t>
            </a:r>
          </a:p>
          <a:p>
            <a:r>
              <a:rPr lang="en-US" dirty="0"/>
              <a:t>    return 1 + ((</a:t>
            </a:r>
            <a:r>
              <a:rPr lang="en-US" dirty="0" err="1"/>
              <a:t>leftHeight</a:t>
            </a:r>
            <a:r>
              <a:rPr lang="en-US" dirty="0"/>
              <a:t> &gt; </a:t>
            </a:r>
            <a:r>
              <a:rPr lang="en-US" dirty="0" err="1"/>
              <a:t>rightHeight</a:t>
            </a:r>
            <a:r>
              <a:rPr lang="en-US" dirty="0"/>
              <a:t>) ? </a:t>
            </a:r>
            <a:r>
              <a:rPr lang="en-US" dirty="0" err="1"/>
              <a:t>leftHeight</a:t>
            </a:r>
            <a:r>
              <a:rPr lang="en-US" dirty="0"/>
              <a:t> : </a:t>
            </a:r>
            <a:r>
              <a:rPr lang="en-US" dirty="0" err="1"/>
              <a:t>rightHeight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C6AD68-0C29-1922-306D-6442CA2C809A}"/>
              </a:ext>
            </a:extLst>
          </p:cNvPr>
          <p:cNvSpPr txBox="1"/>
          <p:nvPr/>
        </p:nvSpPr>
        <p:spPr>
          <a:xfrm>
            <a:off x="6550182" y="588472"/>
            <a:ext cx="6111088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 </a:t>
            </a:r>
            <a:r>
              <a:rPr lang="en-US" dirty="0" err="1"/>
              <a:t>NodeDepth</a:t>
            </a:r>
            <a:r>
              <a:rPr lang="en-US" dirty="0"/>
              <a:t>(Node* root, int key, int depth = 0) {</a:t>
            </a:r>
          </a:p>
          <a:p>
            <a:r>
              <a:rPr lang="en-US" dirty="0"/>
              <a:t>    if (root == </a:t>
            </a:r>
            <a:r>
              <a:rPr lang="en-US" dirty="0" err="1"/>
              <a:t>nullptr</a:t>
            </a:r>
            <a:r>
              <a:rPr lang="en-US" dirty="0"/>
              <a:t>) return -1; </a:t>
            </a:r>
          </a:p>
          <a:p>
            <a:r>
              <a:rPr lang="en-US" dirty="0"/>
              <a:t>    if (root-&gt;data == key) return depth;</a:t>
            </a:r>
          </a:p>
          <a:p>
            <a:r>
              <a:rPr lang="en-US" dirty="0"/>
              <a:t>    if (key &lt; root-&gt;data)</a:t>
            </a:r>
          </a:p>
          <a:p>
            <a:r>
              <a:rPr lang="en-US" dirty="0"/>
              <a:t>        return </a:t>
            </a:r>
            <a:r>
              <a:rPr lang="en-US" dirty="0" err="1"/>
              <a:t>NodeDepth</a:t>
            </a:r>
            <a:r>
              <a:rPr lang="en-US" dirty="0"/>
              <a:t>(root-&gt;left, key, depth + 1);</a:t>
            </a:r>
          </a:p>
          <a:p>
            <a:r>
              <a:rPr lang="en-US" dirty="0"/>
              <a:t>    else</a:t>
            </a:r>
          </a:p>
          <a:p>
            <a:r>
              <a:rPr lang="en-US" dirty="0"/>
              <a:t>        return </a:t>
            </a:r>
            <a:r>
              <a:rPr lang="en-US" dirty="0" err="1"/>
              <a:t>NodeDepth</a:t>
            </a:r>
            <a:r>
              <a:rPr lang="en-US" dirty="0"/>
              <a:t>(root-&gt;right, key, depth + 1);</a:t>
            </a:r>
          </a:p>
          <a:p>
            <a:r>
              <a:rPr lang="en-US" dirty="0"/>
              <a:t>   }</a:t>
            </a:r>
          </a:p>
          <a:p>
            <a:r>
              <a:rPr lang="en-US" dirty="0"/>
              <a:t>   int </a:t>
            </a:r>
            <a:r>
              <a:rPr lang="en-US" dirty="0" err="1"/>
              <a:t>countNodesAtLevel</a:t>
            </a:r>
            <a:r>
              <a:rPr lang="en-US" dirty="0"/>
              <a:t>(Node* node, int level) {</a:t>
            </a:r>
          </a:p>
          <a:p>
            <a:r>
              <a:rPr lang="en-US" dirty="0"/>
              <a:t>    if (node == </a:t>
            </a:r>
            <a:r>
              <a:rPr lang="en-US" dirty="0" err="1"/>
              <a:t>nullptr</a:t>
            </a:r>
            <a:r>
              <a:rPr lang="en-US" dirty="0"/>
              <a:t>)     return 0;</a:t>
            </a:r>
          </a:p>
          <a:p>
            <a:r>
              <a:rPr lang="en-US" dirty="0"/>
              <a:t>    if (level == 0)                 return 1;</a:t>
            </a:r>
          </a:p>
          <a:p>
            <a:r>
              <a:rPr lang="en-US" dirty="0"/>
              <a:t>    return </a:t>
            </a:r>
            <a:r>
              <a:rPr lang="en-US" dirty="0" err="1"/>
              <a:t>countNodesAtLevel</a:t>
            </a:r>
            <a:r>
              <a:rPr lang="en-US" dirty="0"/>
              <a:t>(node-&gt;left, level - 1) +</a:t>
            </a:r>
          </a:p>
          <a:p>
            <a:r>
              <a:rPr lang="en-US" dirty="0"/>
              <a:t>           </a:t>
            </a:r>
            <a:r>
              <a:rPr lang="en-US" dirty="0" err="1"/>
              <a:t>countNodesAtLevel</a:t>
            </a:r>
            <a:r>
              <a:rPr lang="en-US" dirty="0"/>
              <a:t>(node-&gt;right, level - 1);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Node* </a:t>
            </a:r>
            <a:r>
              <a:rPr lang="en-US" dirty="0" err="1"/>
              <a:t>findParent</a:t>
            </a:r>
            <a:r>
              <a:rPr lang="en-US" dirty="0"/>
              <a:t>(Node* node, int value) {</a:t>
            </a:r>
          </a:p>
          <a:p>
            <a:r>
              <a:rPr lang="en-US" dirty="0"/>
              <a:t>    if (node == </a:t>
            </a:r>
            <a:r>
              <a:rPr lang="en-US" dirty="0" err="1"/>
              <a:t>nullptr</a:t>
            </a:r>
            <a:r>
              <a:rPr lang="en-US" dirty="0"/>
              <a:t> || node-&gt;data == value)</a:t>
            </a:r>
          </a:p>
          <a:p>
            <a:r>
              <a:rPr lang="en-US" dirty="0"/>
              <a:t>        return </a:t>
            </a:r>
            <a:r>
              <a:rPr lang="en-US" dirty="0" err="1"/>
              <a:t>nullptr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if ((node-&gt;left &amp;&amp; node-&gt;left-&gt;data == value) ||</a:t>
            </a:r>
          </a:p>
          <a:p>
            <a:r>
              <a:rPr lang="en-US" dirty="0"/>
              <a:t>        (node-&gt;right &amp;&amp; node-&gt;right-&gt;data == value))</a:t>
            </a:r>
          </a:p>
          <a:p>
            <a:r>
              <a:rPr lang="en-US" dirty="0"/>
              <a:t>        return node;</a:t>
            </a:r>
          </a:p>
          <a:p>
            <a:endParaRPr lang="en-US" dirty="0"/>
          </a:p>
          <a:p>
            <a:r>
              <a:rPr lang="en-US" dirty="0"/>
              <a:t>    if (value &lt; node-&gt;data)</a:t>
            </a:r>
          </a:p>
          <a:p>
            <a:r>
              <a:rPr lang="en-US" dirty="0"/>
              <a:t>        return </a:t>
            </a:r>
            <a:r>
              <a:rPr lang="en-US" dirty="0" err="1"/>
              <a:t>findParent</a:t>
            </a:r>
            <a:r>
              <a:rPr lang="en-US" dirty="0"/>
              <a:t>(node-&gt;left, value);</a:t>
            </a:r>
          </a:p>
          <a:p>
            <a:r>
              <a:rPr lang="en-US" dirty="0"/>
              <a:t>    else</a:t>
            </a:r>
          </a:p>
          <a:p>
            <a:r>
              <a:rPr lang="en-US" dirty="0"/>
              <a:t>        return </a:t>
            </a:r>
            <a:r>
              <a:rPr lang="en-US" dirty="0" err="1"/>
              <a:t>findParent</a:t>
            </a:r>
            <a:r>
              <a:rPr lang="en-US" dirty="0"/>
              <a:t>(node-&gt;right, value);</a:t>
            </a:r>
          </a:p>
          <a:p>
            <a:r>
              <a:rPr lang="en-US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823472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8C28AE-682B-6FB4-FD95-8CBCD41644A8}"/>
              </a:ext>
            </a:extLst>
          </p:cNvPr>
          <p:cNvSpPr txBox="1"/>
          <p:nvPr/>
        </p:nvSpPr>
        <p:spPr>
          <a:xfrm>
            <a:off x="167489" y="887233"/>
            <a:ext cx="1092300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 </a:t>
            </a:r>
            <a:r>
              <a:rPr lang="en-US" dirty="0" err="1"/>
              <a:t>NodeDepth</a:t>
            </a:r>
            <a:r>
              <a:rPr lang="en-US" dirty="0"/>
              <a:t>(Node* root, int key, int depth = 0) {</a:t>
            </a:r>
          </a:p>
          <a:p>
            <a:r>
              <a:rPr lang="en-US" dirty="0"/>
              <a:t>    if (root == </a:t>
            </a:r>
            <a:r>
              <a:rPr lang="en-US" dirty="0" err="1"/>
              <a:t>nullptr</a:t>
            </a:r>
            <a:r>
              <a:rPr lang="en-US" dirty="0"/>
              <a:t>) return -1; </a:t>
            </a:r>
          </a:p>
          <a:p>
            <a:r>
              <a:rPr lang="en-US" dirty="0"/>
              <a:t>    if (root-&gt;data == key) return depth;</a:t>
            </a:r>
          </a:p>
          <a:p>
            <a:r>
              <a:rPr lang="en-US" dirty="0"/>
              <a:t>    if (key &lt; root-&gt;data)        return </a:t>
            </a:r>
            <a:r>
              <a:rPr lang="en-US" dirty="0" err="1"/>
              <a:t>NodeDepth</a:t>
            </a:r>
            <a:r>
              <a:rPr lang="en-US" dirty="0"/>
              <a:t>(root-&gt;left, key, depth + 1);</a:t>
            </a:r>
          </a:p>
          <a:p>
            <a:r>
              <a:rPr lang="en-US" dirty="0"/>
              <a:t>    else                                        return </a:t>
            </a:r>
            <a:r>
              <a:rPr lang="en-US" dirty="0" err="1"/>
              <a:t>NodeDepth</a:t>
            </a:r>
            <a:r>
              <a:rPr lang="en-US" dirty="0"/>
              <a:t>(root-&gt;right, key, depth + 1);</a:t>
            </a:r>
          </a:p>
          <a:p>
            <a:r>
              <a:rPr lang="en-US" dirty="0"/>
              <a:t>   }</a:t>
            </a:r>
          </a:p>
          <a:p>
            <a:r>
              <a:rPr lang="en-US" dirty="0"/>
              <a:t>   int </a:t>
            </a:r>
            <a:r>
              <a:rPr lang="en-US" dirty="0" err="1"/>
              <a:t>countNodesAtLevel</a:t>
            </a:r>
            <a:r>
              <a:rPr lang="en-US" dirty="0"/>
              <a:t>(Node* node, int level) {</a:t>
            </a:r>
          </a:p>
          <a:p>
            <a:r>
              <a:rPr lang="en-US" dirty="0"/>
              <a:t>    if (node == </a:t>
            </a:r>
            <a:r>
              <a:rPr lang="en-US" dirty="0" err="1"/>
              <a:t>nullptr</a:t>
            </a:r>
            <a:r>
              <a:rPr lang="en-US" dirty="0"/>
              <a:t>)     return 0;</a:t>
            </a:r>
          </a:p>
          <a:p>
            <a:r>
              <a:rPr lang="en-US" dirty="0"/>
              <a:t>    if (level == 0)                 return 1;</a:t>
            </a:r>
          </a:p>
          <a:p>
            <a:r>
              <a:rPr lang="en-US" dirty="0"/>
              <a:t>    return           </a:t>
            </a:r>
            <a:r>
              <a:rPr lang="en-US" dirty="0" err="1"/>
              <a:t>countNodesAtLevel</a:t>
            </a:r>
            <a:r>
              <a:rPr lang="en-US" dirty="0"/>
              <a:t>(node-&gt;left, level - 1) +  </a:t>
            </a:r>
            <a:r>
              <a:rPr lang="en-US" dirty="0" err="1"/>
              <a:t>countNodesAtLevel</a:t>
            </a:r>
            <a:r>
              <a:rPr lang="en-US" dirty="0"/>
              <a:t>(node-&gt;right, level - 1);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Node* </a:t>
            </a:r>
            <a:r>
              <a:rPr lang="en-US" dirty="0" err="1"/>
              <a:t>findParent</a:t>
            </a:r>
            <a:r>
              <a:rPr lang="en-US" dirty="0"/>
              <a:t>(Node* node, int value) {</a:t>
            </a:r>
          </a:p>
          <a:p>
            <a:r>
              <a:rPr lang="en-US" dirty="0"/>
              <a:t>    if (node == </a:t>
            </a:r>
            <a:r>
              <a:rPr lang="en-US" dirty="0" err="1"/>
              <a:t>nullptr</a:t>
            </a:r>
            <a:r>
              <a:rPr lang="en-US" dirty="0"/>
              <a:t> || node-&gt;data == value)        return </a:t>
            </a:r>
            <a:r>
              <a:rPr lang="en-US" dirty="0" err="1"/>
              <a:t>nullptr</a:t>
            </a:r>
            <a:r>
              <a:rPr lang="en-US" dirty="0"/>
              <a:t>;</a:t>
            </a:r>
          </a:p>
          <a:p>
            <a:r>
              <a:rPr lang="en-US" dirty="0"/>
              <a:t>    if ((node-&gt;left &amp;&amp; node-&gt;left-&gt;data == value) ||  (node-&gt;right &amp;&amp; node-&gt;right-&gt;data == value))</a:t>
            </a:r>
          </a:p>
          <a:p>
            <a:r>
              <a:rPr lang="en-US" dirty="0"/>
              <a:t>        return node;</a:t>
            </a:r>
          </a:p>
          <a:p>
            <a:r>
              <a:rPr lang="en-US" dirty="0"/>
              <a:t>    if (value &lt; node-&gt;data)</a:t>
            </a:r>
          </a:p>
          <a:p>
            <a:r>
              <a:rPr lang="en-US" dirty="0"/>
              <a:t>        return </a:t>
            </a:r>
            <a:r>
              <a:rPr lang="en-US" dirty="0" err="1"/>
              <a:t>findParent</a:t>
            </a:r>
            <a:r>
              <a:rPr lang="en-US" dirty="0"/>
              <a:t>(node-&gt;left, value);</a:t>
            </a:r>
          </a:p>
          <a:p>
            <a:r>
              <a:rPr lang="en-US" dirty="0"/>
              <a:t>    else</a:t>
            </a:r>
          </a:p>
          <a:p>
            <a:r>
              <a:rPr lang="en-US" dirty="0"/>
              <a:t>        return </a:t>
            </a:r>
            <a:r>
              <a:rPr lang="en-US" dirty="0" err="1"/>
              <a:t>findParent</a:t>
            </a:r>
            <a:r>
              <a:rPr lang="en-US" dirty="0"/>
              <a:t>(node-&gt;right, value);</a:t>
            </a:r>
          </a:p>
          <a:p>
            <a:r>
              <a:rPr lang="en-US" dirty="0"/>
              <a:t>    }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CC95F6D-D548-4EA8-421D-F51A4AA91432}"/>
              </a:ext>
            </a:extLst>
          </p:cNvPr>
          <p:cNvSpPr txBox="1">
            <a:spLocks/>
          </p:cNvSpPr>
          <p:nvPr/>
        </p:nvSpPr>
        <p:spPr>
          <a:xfrm>
            <a:off x="2455012" y="211000"/>
            <a:ext cx="6833844" cy="43179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BST(ADT) (BST Class, private section)</a:t>
            </a:r>
            <a:br>
              <a:rPr lang="en-US" sz="2800" dirty="0"/>
            </a:br>
            <a:endParaRPr lang="en-PK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2BFC31-B60F-79BF-CB76-719177659396}"/>
              </a:ext>
            </a:extLst>
          </p:cNvPr>
          <p:cNvSpPr txBox="1"/>
          <p:nvPr/>
        </p:nvSpPr>
        <p:spPr>
          <a:xfrm>
            <a:off x="8453674" y="887226"/>
            <a:ext cx="3478794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destroyTree</a:t>
            </a:r>
            <a:r>
              <a:rPr lang="en-US" dirty="0"/>
              <a:t>(Node* root) {</a:t>
            </a:r>
          </a:p>
          <a:p>
            <a:r>
              <a:rPr lang="en-US" dirty="0"/>
              <a:t>        if (root != </a:t>
            </a:r>
            <a:r>
              <a:rPr lang="en-US" dirty="0" err="1"/>
              <a:t>nullptr</a:t>
            </a:r>
            <a:r>
              <a:rPr lang="en-US" dirty="0"/>
              <a:t>) {</a:t>
            </a:r>
          </a:p>
          <a:p>
            <a:r>
              <a:rPr lang="en-US" dirty="0"/>
              <a:t>            </a:t>
            </a:r>
            <a:r>
              <a:rPr lang="en-US" dirty="0" err="1"/>
              <a:t>destroyTree</a:t>
            </a:r>
            <a:r>
              <a:rPr lang="en-US" dirty="0"/>
              <a:t>(root-&gt;left);</a:t>
            </a:r>
          </a:p>
          <a:p>
            <a:r>
              <a:rPr lang="en-US" dirty="0"/>
              <a:t>            </a:t>
            </a:r>
            <a:r>
              <a:rPr lang="en-US" dirty="0" err="1"/>
              <a:t>destroyTree</a:t>
            </a:r>
            <a:r>
              <a:rPr lang="en-US" dirty="0"/>
              <a:t>(root-&gt;right);</a:t>
            </a:r>
          </a:p>
          <a:p>
            <a:r>
              <a:rPr lang="en-US" dirty="0"/>
              <a:t>            delete root;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32903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23156-31F4-D185-5ACE-42279AB4AFBF}"/>
              </a:ext>
            </a:extLst>
          </p:cNvPr>
          <p:cNvSpPr txBox="1">
            <a:spLocks/>
          </p:cNvSpPr>
          <p:nvPr/>
        </p:nvSpPr>
        <p:spPr>
          <a:xfrm>
            <a:off x="2455012" y="211000"/>
            <a:ext cx="6833844" cy="43179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BST(ADT) (BST Class, public section)</a:t>
            </a:r>
            <a:br>
              <a:rPr lang="en-US" sz="2800" dirty="0"/>
            </a:br>
            <a:endParaRPr lang="en-PK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1B84BB-EC68-7155-E0F9-79170F15080A}"/>
              </a:ext>
            </a:extLst>
          </p:cNvPr>
          <p:cNvSpPr txBox="1"/>
          <p:nvPr/>
        </p:nvSpPr>
        <p:spPr>
          <a:xfrm>
            <a:off x="296502" y="642796"/>
            <a:ext cx="609750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public:</a:t>
            </a:r>
          </a:p>
          <a:p>
            <a:r>
              <a:rPr lang="en-US" dirty="0"/>
              <a:t>    BST() : root(</a:t>
            </a:r>
            <a:r>
              <a:rPr lang="en-US" dirty="0" err="1"/>
              <a:t>nullptr</a:t>
            </a:r>
            <a:r>
              <a:rPr lang="en-US" dirty="0"/>
              <a:t>) {}</a:t>
            </a:r>
          </a:p>
          <a:p>
            <a:r>
              <a:rPr lang="en-US" dirty="0"/>
              <a:t>    ~BST() {</a:t>
            </a:r>
          </a:p>
          <a:p>
            <a:r>
              <a:rPr lang="en-US" dirty="0"/>
              <a:t>        </a:t>
            </a:r>
            <a:r>
              <a:rPr lang="en-US" dirty="0" err="1"/>
              <a:t>destroyTree</a:t>
            </a:r>
            <a:r>
              <a:rPr lang="en-US" dirty="0"/>
              <a:t>(root);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void insert(int value) {</a:t>
            </a:r>
          </a:p>
          <a:p>
            <a:r>
              <a:rPr lang="en-US" dirty="0"/>
              <a:t>        root = insert(root, value);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void </a:t>
            </a:r>
            <a:r>
              <a:rPr lang="en-US" dirty="0" err="1"/>
              <a:t>deleteValue</a:t>
            </a:r>
            <a:r>
              <a:rPr lang="en-US" dirty="0"/>
              <a:t>(int key) {</a:t>
            </a:r>
          </a:p>
          <a:p>
            <a:r>
              <a:rPr lang="en-US" dirty="0"/>
              <a:t>        root = </a:t>
            </a:r>
            <a:r>
              <a:rPr lang="en-US" dirty="0" err="1"/>
              <a:t>deleteNode</a:t>
            </a:r>
            <a:r>
              <a:rPr lang="en-US" dirty="0"/>
              <a:t>(root, key);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bool search(int key) {</a:t>
            </a:r>
          </a:p>
          <a:p>
            <a:r>
              <a:rPr lang="en-US" dirty="0"/>
              <a:t>        return search(root, key);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int </a:t>
            </a:r>
            <a:r>
              <a:rPr lang="en-US" dirty="0" err="1"/>
              <a:t>findMin</a:t>
            </a:r>
            <a:r>
              <a:rPr lang="en-US" dirty="0"/>
              <a:t>() {</a:t>
            </a:r>
          </a:p>
          <a:p>
            <a:r>
              <a:rPr lang="en-US" dirty="0"/>
              <a:t>        Node* temp = </a:t>
            </a:r>
            <a:r>
              <a:rPr lang="en-US" dirty="0" err="1"/>
              <a:t>findMin</a:t>
            </a:r>
            <a:r>
              <a:rPr lang="en-US" dirty="0"/>
              <a:t>(root);</a:t>
            </a:r>
          </a:p>
          <a:p>
            <a:r>
              <a:rPr lang="en-US" dirty="0"/>
              <a:t>        return temp ? temp-&gt;data : -1;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int </a:t>
            </a:r>
            <a:r>
              <a:rPr lang="en-US" dirty="0" err="1"/>
              <a:t>findMax</a:t>
            </a:r>
            <a:r>
              <a:rPr lang="en-US" dirty="0"/>
              <a:t>() {</a:t>
            </a:r>
          </a:p>
          <a:p>
            <a:r>
              <a:rPr lang="en-US" dirty="0"/>
              <a:t>        Node* temp = </a:t>
            </a:r>
            <a:r>
              <a:rPr lang="en-US" dirty="0" err="1"/>
              <a:t>findMax</a:t>
            </a:r>
            <a:r>
              <a:rPr lang="en-US" dirty="0"/>
              <a:t>(root);</a:t>
            </a:r>
          </a:p>
          <a:p>
            <a:r>
              <a:rPr lang="en-US" dirty="0"/>
              <a:t>        return temp ? temp-&gt;data : -1;</a:t>
            </a:r>
          </a:p>
          <a:p>
            <a:r>
              <a:rPr lang="en-US" dirty="0"/>
              <a:t>   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062097-3349-42A0-59C6-A35B31CCCAAE}"/>
              </a:ext>
            </a:extLst>
          </p:cNvPr>
          <p:cNvSpPr txBox="1"/>
          <p:nvPr/>
        </p:nvSpPr>
        <p:spPr>
          <a:xfrm>
            <a:off x="5503766" y="642796"/>
            <a:ext cx="609750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void </a:t>
            </a:r>
            <a:r>
              <a:rPr lang="en-US" dirty="0" err="1"/>
              <a:t>inorderTraversal</a:t>
            </a:r>
            <a:r>
              <a:rPr lang="en-US" dirty="0"/>
              <a:t>() {</a:t>
            </a:r>
          </a:p>
          <a:p>
            <a:r>
              <a:rPr lang="en-US" dirty="0"/>
              <a:t>        cout &lt;&lt; "</a:t>
            </a:r>
            <a:r>
              <a:rPr lang="en-US" dirty="0" err="1"/>
              <a:t>Inorder</a:t>
            </a:r>
            <a:r>
              <a:rPr lang="en-US" dirty="0"/>
              <a:t>: ";</a:t>
            </a:r>
          </a:p>
          <a:p>
            <a:r>
              <a:rPr lang="en-US" dirty="0"/>
              <a:t>        </a:t>
            </a:r>
            <a:r>
              <a:rPr lang="en-US" dirty="0" err="1"/>
              <a:t>inorder</a:t>
            </a:r>
            <a:r>
              <a:rPr lang="en-US" dirty="0"/>
              <a:t>(root);</a:t>
            </a:r>
          </a:p>
          <a:p>
            <a:r>
              <a:rPr lang="en-US" dirty="0"/>
              <a:t>        cout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void </a:t>
            </a:r>
            <a:r>
              <a:rPr lang="en-US" dirty="0" err="1"/>
              <a:t>preorderTraversal</a:t>
            </a:r>
            <a:r>
              <a:rPr lang="en-US" dirty="0"/>
              <a:t>() {</a:t>
            </a:r>
          </a:p>
          <a:p>
            <a:r>
              <a:rPr lang="en-US" dirty="0"/>
              <a:t>        cout &lt;&lt; "Preorder: ";</a:t>
            </a:r>
          </a:p>
          <a:p>
            <a:r>
              <a:rPr lang="en-US" dirty="0"/>
              <a:t>        preorder(root);</a:t>
            </a:r>
          </a:p>
          <a:p>
            <a:r>
              <a:rPr lang="en-US" dirty="0"/>
              <a:t>        cout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void </a:t>
            </a:r>
            <a:r>
              <a:rPr lang="en-US" dirty="0" err="1"/>
              <a:t>postorderTraversal</a:t>
            </a:r>
            <a:r>
              <a:rPr lang="en-US" dirty="0"/>
              <a:t>() {</a:t>
            </a:r>
          </a:p>
          <a:p>
            <a:r>
              <a:rPr lang="en-US" dirty="0"/>
              <a:t>        cout &lt;&lt; "</a:t>
            </a:r>
            <a:r>
              <a:rPr lang="en-US" dirty="0" err="1"/>
              <a:t>Postorder</a:t>
            </a:r>
            <a:r>
              <a:rPr lang="en-US" dirty="0"/>
              <a:t>: ";</a:t>
            </a:r>
          </a:p>
          <a:p>
            <a:r>
              <a:rPr lang="en-US" dirty="0"/>
              <a:t>        </a:t>
            </a:r>
            <a:r>
              <a:rPr lang="en-US" dirty="0" err="1"/>
              <a:t>postorder</a:t>
            </a:r>
            <a:r>
              <a:rPr lang="en-US" dirty="0"/>
              <a:t>(root);</a:t>
            </a:r>
          </a:p>
          <a:p>
            <a:r>
              <a:rPr lang="en-US" dirty="0"/>
              <a:t>        cout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void display() {</a:t>
            </a:r>
          </a:p>
          <a:p>
            <a:r>
              <a:rPr lang="en-US" dirty="0"/>
              <a:t>        cout &lt;&lt; "\</a:t>
            </a:r>
            <a:r>
              <a:rPr lang="en-US" dirty="0" err="1"/>
              <a:t>nTree</a:t>
            </a:r>
            <a:r>
              <a:rPr lang="en-US" dirty="0"/>
              <a:t> structure (root at left, right at top):\n";</a:t>
            </a:r>
          </a:p>
          <a:p>
            <a:r>
              <a:rPr lang="en-US" dirty="0"/>
              <a:t>        display(root, 0);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int </a:t>
            </a:r>
            <a:r>
              <a:rPr lang="en-US" dirty="0" err="1"/>
              <a:t>findHeight</a:t>
            </a:r>
            <a:r>
              <a:rPr lang="en-US" dirty="0"/>
              <a:t>() {</a:t>
            </a:r>
          </a:p>
          <a:p>
            <a:r>
              <a:rPr lang="en-US" dirty="0"/>
              <a:t>     return </a:t>
            </a:r>
            <a:r>
              <a:rPr lang="en-US" dirty="0" err="1"/>
              <a:t>findHeight</a:t>
            </a:r>
            <a:r>
              <a:rPr lang="en-US" dirty="0"/>
              <a:t>(root);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84547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55F53-31F0-9BE1-04A6-8698CCA52D1E}"/>
              </a:ext>
            </a:extLst>
          </p:cNvPr>
          <p:cNvSpPr txBox="1">
            <a:spLocks/>
          </p:cNvSpPr>
          <p:nvPr/>
        </p:nvSpPr>
        <p:spPr>
          <a:xfrm>
            <a:off x="2599863" y="93311"/>
            <a:ext cx="6833844" cy="43179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BST(ADT) (BST Class, public section)</a:t>
            </a:r>
            <a:br>
              <a:rPr lang="en-US" sz="2800" dirty="0"/>
            </a:br>
            <a:endParaRPr lang="en-PK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B6C5D1-300E-C4BC-7CD7-59ADD9F08737}"/>
              </a:ext>
            </a:extLst>
          </p:cNvPr>
          <p:cNvSpPr txBox="1"/>
          <p:nvPr/>
        </p:nvSpPr>
        <p:spPr>
          <a:xfrm>
            <a:off x="72819" y="316873"/>
            <a:ext cx="476438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 </a:t>
            </a:r>
            <a:r>
              <a:rPr lang="en-US" dirty="0" err="1"/>
              <a:t>countNodes</a:t>
            </a:r>
            <a:r>
              <a:rPr lang="en-US" dirty="0"/>
              <a:t>() {</a:t>
            </a:r>
          </a:p>
          <a:p>
            <a:r>
              <a:rPr lang="en-US" dirty="0"/>
              <a:t>    return </a:t>
            </a:r>
            <a:r>
              <a:rPr lang="en-US" dirty="0" err="1"/>
              <a:t>countNodes</a:t>
            </a:r>
            <a:r>
              <a:rPr lang="en-US" dirty="0"/>
              <a:t>(root);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int </a:t>
            </a:r>
            <a:r>
              <a:rPr lang="en-US" dirty="0" err="1"/>
              <a:t>NodeHeight</a:t>
            </a:r>
            <a:r>
              <a:rPr lang="en-US" dirty="0"/>
              <a:t>(int value) {</a:t>
            </a:r>
          </a:p>
          <a:p>
            <a:r>
              <a:rPr lang="en-US" dirty="0"/>
              <a:t>    Node* node = </a:t>
            </a:r>
            <a:r>
              <a:rPr lang="en-US" dirty="0" err="1"/>
              <a:t>findNode</a:t>
            </a:r>
            <a:r>
              <a:rPr lang="en-US" dirty="0"/>
              <a:t>(root, value);</a:t>
            </a:r>
          </a:p>
          <a:p>
            <a:r>
              <a:rPr lang="en-US" dirty="0"/>
              <a:t>    if (!node) {</a:t>
            </a:r>
          </a:p>
          <a:p>
            <a:r>
              <a:rPr lang="en-US" dirty="0"/>
              <a:t>   cout &lt;&lt; "Node not found in tree.\n"; return -1;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    return </a:t>
            </a:r>
            <a:r>
              <a:rPr lang="en-US" dirty="0" err="1"/>
              <a:t>NodeHeight</a:t>
            </a:r>
            <a:r>
              <a:rPr lang="en-US" dirty="0"/>
              <a:t>(node);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int </a:t>
            </a:r>
            <a:r>
              <a:rPr lang="en-US" dirty="0" err="1"/>
              <a:t>NodeDepth</a:t>
            </a:r>
            <a:r>
              <a:rPr lang="en-US" dirty="0"/>
              <a:t>(int key) {</a:t>
            </a:r>
          </a:p>
          <a:p>
            <a:r>
              <a:rPr lang="en-US" dirty="0"/>
              <a:t>        return </a:t>
            </a:r>
            <a:r>
              <a:rPr lang="en-US" dirty="0" err="1"/>
              <a:t>NodeDepth</a:t>
            </a:r>
            <a:r>
              <a:rPr lang="en-US" dirty="0"/>
              <a:t>(root, key);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int </a:t>
            </a:r>
            <a:r>
              <a:rPr lang="en-US" dirty="0" err="1"/>
              <a:t>countNodesAtLevel</a:t>
            </a:r>
            <a:r>
              <a:rPr lang="en-US" dirty="0"/>
              <a:t>(int level) {</a:t>
            </a:r>
          </a:p>
          <a:p>
            <a:r>
              <a:rPr lang="en-US" dirty="0"/>
              <a:t>        return </a:t>
            </a:r>
            <a:r>
              <a:rPr lang="en-US" dirty="0" err="1"/>
              <a:t>countNodesAtLevel</a:t>
            </a:r>
            <a:r>
              <a:rPr lang="en-US" dirty="0"/>
              <a:t>(root, level);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Node* </a:t>
            </a:r>
            <a:r>
              <a:rPr lang="en-US" dirty="0" err="1"/>
              <a:t>findParent</a:t>
            </a:r>
            <a:r>
              <a:rPr lang="en-US" dirty="0"/>
              <a:t>(int value) {</a:t>
            </a:r>
          </a:p>
          <a:p>
            <a:r>
              <a:rPr lang="en-US" dirty="0"/>
              <a:t>        return </a:t>
            </a:r>
            <a:r>
              <a:rPr lang="en-US" dirty="0" err="1"/>
              <a:t>findParent</a:t>
            </a:r>
            <a:r>
              <a:rPr lang="en-US" dirty="0"/>
              <a:t>(root, value);</a:t>
            </a:r>
          </a:p>
          <a:p>
            <a:r>
              <a:rPr lang="en-US" dirty="0"/>
              <a:t>   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990EA8-8645-B962-7BC4-A4F2B39368F1}"/>
              </a:ext>
            </a:extLst>
          </p:cNvPr>
          <p:cNvSpPr txBox="1"/>
          <p:nvPr/>
        </p:nvSpPr>
        <p:spPr>
          <a:xfrm>
            <a:off x="4777966" y="709580"/>
            <a:ext cx="708131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 </a:t>
            </a:r>
            <a:r>
              <a:rPr lang="en-US" dirty="0" err="1"/>
              <a:t>getLeftChild</a:t>
            </a:r>
            <a:r>
              <a:rPr lang="en-US" dirty="0"/>
              <a:t>(int value) {</a:t>
            </a:r>
          </a:p>
          <a:p>
            <a:r>
              <a:rPr lang="en-US" dirty="0"/>
              <a:t>    Node* node = </a:t>
            </a:r>
            <a:r>
              <a:rPr lang="en-US" dirty="0" err="1"/>
              <a:t>findNode</a:t>
            </a:r>
            <a:r>
              <a:rPr lang="en-US" dirty="0"/>
              <a:t>(root, value);</a:t>
            </a:r>
          </a:p>
          <a:p>
            <a:r>
              <a:rPr lang="en-US" dirty="0"/>
              <a:t>    if (node &amp;&amp; node-&gt;left)</a:t>
            </a:r>
          </a:p>
          <a:p>
            <a:r>
              <a:rPr lang="en-US" dirty="0"/>
              <a:t>        return node-&gt;left-&gt;data;</a:t>
            </a:r>
          </a:p>
          <a:p>
            <a:r>
              <a:rPr lang="en-US" dirty="0"/>
              <a:t>    else {</a:t>
            </a:r>
          </a:p>
          <a:p>
            <a:r>
              <a:rPr lang="en-US" dirty="0"/>
              <a:t>        cout &lt;&lt; "Left child not found for node " &lt;&lt; value &lt;&lt; ".\n";  return -1;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int </a:t>
            </a:r>
            <a:r>
              <a:rPr lang="en-US" dirty="0" err="1"/>
              <a:t>getRightChild</a:t>
            </a:r>
            <a:r>
              <a:rPr lang="en-US" dirty="0"/>
              <a:t>(int value) {</a:t>
            </a:r>
          </a:p>
          <a:p>
            <a:r>
              <a:rPr lang="en-US" dirty="0"/>
              <a:t>    Node* node = </a:t>
            </a:r>
            <a:r>
              <a:rPr lang="en-US" dirty="0" err="1"/>
              <a:t>findNode</a:t>
            </a:r>
            <a:r>
              <a:rPr lang="en-US" dirty="0"/>
              <a:t>(root, value);</a:t>
            </a:r>
          </a:p>
          <a:p>
            <a:r>
              <a:rPr lang="en-US" dirty="0"/>
              <a:t>    if (node &amp;&amp; node-&gt;right)  return node-&gt;right-&gt;data;</a:t>
            </a:r>
          </a:p>
          <a:p>
            <a:r>
              <a:rPr lang="en-US" dirty="0"/>
              <a:t>    else {</a:t>
            </a:r>
          </a:p>
          <a:p>
            <a:r>
              <a:rPr lang="en-US" dirty="0"/>
              <a:t>        cout &lt;&lt; "Right child not found for node " &lt;&lt; value &lt;&lt; ".\n"; return -1;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5424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0932A5-225D-19B6-D455-18B2893934DC}"/>
              </a:ext>
            </a:extLst>
          </p:cNvPr>
          <p:cNvSpPr txBox="1"/>
          <p:nvPr/>
        </p:nvSpPr>
        <p:spPr>
          <a:xfrm>
            <a:off x="1147527" y="1322054"/>
            <a:ext cx="609750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void </a:t>
            </a:r>
            <a:r>
              <a:rPr lang="en-US" dirty="0" err="1"/>
              <a:t>breadthFirstTraversal</a:t>
            </a:r>
            <a:r>
              <a:rPr lang="en-US" dirty="0"/>
              <a:t>() {</a:t>
            </a:r>
          </a:p>
          <a:p>
            <a:r>
              <a:rPr lang="en-US" dirty="0"/>
              <a:t>    if (root == </a:t>
            </a:r>
            <a:r>
              <a:rPr lang="en-US" dirty="0" err="1"/>
              <a:t>nullptr</a:t>
            </a:r>
            <a:r>
              <a:rPr lang="en-US" dirty="0"/>
              <a:t>) {   cout &lt;&lt; "Tree is empty.\n";    return;    }</a:t>
            </a:r>
          </a:p>
          <a:p>
            <a:r>
              <a:rPr lang="en-US" dirty="0"/>
              <a:t>    queue&lt;Node*&gt; q;    </a:t>
            </a:r>
            <a:r>
              <a:rPr lang="en-US" dirty="0" err="1"/>
              <a:t>q.push</a:t>
            </a:r>
            <a:r>
              <a:rPr lang="en-US" dirty="0"/>
              <a:t>(root);    cout &lt;&lt; "BFS (Level Order): ";</a:t>
            </a:r>
          </a:p>
          <a:p>
            <a:r>
              <a:rPr lang="en-US" dirty="0"/>
              <a:t>    while (!</a:t>
            </a:r>
            <a:r>
              <a:rPr lang="en-US" dirty="0" err="1"/>
              <a:t>q.empty</a:t>
            </a:r>
            <a:r>
              <a:rPr lang="en-US" dirty="0"/>
              <a:t>()) {</a:t>
            </a:r>
          </a:p>
          <a:p>
            <a:r>
              <a:rPr lang="en-US" dirty="0"/>
              <a:t>        Node* current = </a:t>
            </a:r>
            <a:r>
              <a:rPr lang="en-US" dirty="0" err="1"/>
              <a:t>q.front</a:t>
            </a:r>
            <a:r>
              <a:rPr lang="en-US" dirty="0"/>
              <a:t>();        </a:t>
            </a:r>
            <a:r>
              <a:rPr lang="en-US" dirty="0" err="1"/>
              <a:t>q.pop</a:t>
            </a:r>
            <a:r>
              <a:rPr lang="en-US" dirty="0"/>
              <a:t>();</a:t>
            </a:r>
          </a:p>
          <a:p>
            <a:r>
              <a:rPr lang="en-US" dirty="0"/>
              <a:t>        cout &lt;&lt; current-&gt;data &lt;&lt; " ";</a:t>
            </a:r>
          </a:p>
          <a:p>
            <a:r>
              <a:rPr lang="en-US" dirty="0"/>
              <a:t>        if (current-&gt;left) </a:t>
            </a:r>
            <a:r>
              <a:rPr lang="en-US" dirty="0" err="1"/>
              <a:t>q.push</a:t>
            </a:r>
            <a:r>
              <a:rPr lang="en-US" dirty="0"/>
              <a:t>(current-&gt;left);</a:t>
            </a:r>
          </a:p>
          <a:p>
            <a:r>
              <a:rPr lang="en-US" dirty="0"/>
              <a:t>        if (current-&gt;right) </a:t>
            </a:r>
            <a:r>
              <a:rPr lang="en-US" dirty="0" err="1"/>
              <a:t>q.push</a:t>
            </a:r>
            <a:r>
              <a:rPr lang="en-US" dirty="0"/>
              <a:t>(current-&gt;right);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cout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D56C109-B46D-84DC-9D0A-1915EFB3CB91}"/>
              </a:ext>
            </a:extLst>
          </p:cNvPr>
          <p:cNvSpPr txBox="1">
            <a:spLocks/>
          </p:cNvSpPr>
          <p:nvPr/>
        </p:nvSpPr>
        <p:spPr>
          <a:xfrm>
            <a:off x="2599863" y="93311"/>
            <a:ext cx="6833844" cy="43179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BST(ADT) (BST Class, public section)</a:t>
            </a:r>
            <a:br>
              <a:rPr lang="en-US" sz="2800" dirty="0"/>
            </a:b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149541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DF3430-548C-711A-69F6-50F4836D4D74}"/>
              </a:ext>
            </a:extLst>
          </p:cNvPr>
          <p:cNvSpPr txBox="1"/>
          <p:nvPr/>
        </p:nvSpPr>
        <p:spPr>
          <a:xfrm>
            <a:off x="151646" y="525107"/>
            <a:ext cx="697343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 main() {</a:t>
            </a:r>
          </a:p>
          <a:p>
            <a:r>
              <a:rPr lang="en-US" dirty="0"/>
              <a:t>    BST tree;</a:t>
            </a:r>
          </a:p>
          <a:p>
            <a:r>
              <a:rPr lang="en-US" dirty="0"/>
              <a:t>    int choice, value, </a:t>
            </a:r>
            <a:r>
              <a:rPr lang="en-US" dirty="0" err="1"/>
              <a:t>left_child</a:t>
            </a:r>
            <a:r>
              <a:rPr lang="en-US" dirty="0"/>
              <a:t>, </a:t>
            </a:r>
            <a:r>
              <a:rPr lang="en-US" dirty="0" err="1"/>
              <a:t>right_child</a:t>
            </a:r>
            <a:r>
              <a:rPr lang="en-US" dirty="0"/>
              <a:t>;</a:t>
            </a:r>
          </a:p>
          <a:p>
            <a:r>
              <a:rPr lang="en-US" dirty="0"/>
              <a:t>    do {</a:t>
            </a:r>
          </a:p>
          <a:p>
            <a:r>
              <a:rPr lang="en-US" dirty="0"/>
              <a:t>        cout &lt;&lt; "\n====== BST Operations Menu ======" &lt;&lt; </a:t>
            </a:r>
            <a:r>
              <a:rPr lang="en-US" dirty="0" err="1"/>
              <a:t>endl</a:t>
            </a:r>
            <a:endParaRPr lang="en-US" dirty="0"/>
          </a:p>
          <a:p>
            <a:r>
              <a:rPr lang="en-US" dirty="0"/>
              <a:t>        &lt;&lt; "1.  Insert\n"   &lt;&lt; "2.  Delete\n"   &lt;&lt; "3.  Search\n"</a:t>
            </a:r>
          </a:p>
          <a:p>
            <a:r>
              <a:rPr lang="en-US" dirty="0"/>
              <a:t>        &lt;&lt; "4.  Find Minimum\n"    &lt;&lt; "5.  Find Maximum\n"</a:t>
            </a:r>
          </a:p>
          <a:p>
            <a:r>
              <a:rPr lang="en-US" dirty="0"/>
              <a:t>        &lt;&lt; "6.  </a:t>
            </a:r>
            <a:r>
              <a:rPr lang="en-US" dirty="0" err="1"/>
              <a:t>Inorder</a:t>
            </a:r>
            <a:r>
              <a:rPr lang="en-US" dirty="0"/>
              <a:t> Traversal\n"    &lt;&lt; "7.  Preorder Traversal\n"</a:t>
            </a:r>
          </a:p>
          <a:p>
            <a:r>
              <a:rPr lang="en-US" dirty="0"/>
              <a:t>        &lt;&lt; "8.  </a:t>
            </a:r>
            <a:r>
              <a:rPr lang="en-US" dirty="0" err="1"/>
              <a:t>Postorder</a:t>
            </a:r>
            <a:r>
              <a:rPr lang="en-US" dirty="0"/>
              <a:t> Traversal\n"        &lt;&lt; "9.  Display Tree Structure\n"</a:t>
            </a:r>
          </a:p>
          <a:p>
            <a:r>
              <a:rPr lang="en-US" dirty="0"/>
              <a:t>        &lt;&lt; "10. Height Of Tree Structure\n"</a:t>
            </a:r>
          </a:p>
          <a:p>
            <a:r>
              <a:rPr lang="en-US" dirty="0"/>
              <a:t>        &lt;&lt; "11. Count Nodes in  Tree Structure\n"</a:t>
            </a:r>
          </a:p>
          <a:p>
            <a:r>
              <a:rPr lang="en-US" dirty="0"/>
              <a:t>        &lt;&lt; "12. Find Height of a Node\n"</a:t>
            </a:r>
          </a:p>
          <a:p>
            <a:r>
              <a:rPr lang="en-US" dirty="0"/>
              <a:t>        &lt;&lt; "13. Find Depth of a Node\n"</a:t>
            </a:r>
          </a:p>
          <a:p>
            <a:r>
              <a:rPr lang="en-US" dirty="0"/>
              <a:t>        &lt;&lt; "14. Count Nodes at a Given Level\n"</a:t>
            </a:r>
          </a:p>
          <a:p>
            <a:r>
              <a:rPr lang="en-US" dirty="0"/>
              <a:t>        &lt;&lt; "15. Find Parent of a Node\n"</a:t>
            </a:r>
          </a:p>
          <a:p>
            <a:r>
              <a:rPr lang="en-US" dirty="0"/>
              <a:t>        &lt;&lt; "16. Find Left Child of a Node\n"</a:t>
            </a:r>
          </a:p>
          <a:p>
            <a:r>
              <a:rPr lang="en-US" dirty="0"/>
              <a:t>        &lt;&lt; "17. Find Right Child of a Node\n"</a:t>
            </a:r>
          </a:p>
          <a:p>
            <a:r>
              <a:rPr lang="en-US" dirty="0"/>
              <a:t>        &lt;&lt; "18. Breadth First Search (Traversal) \n"</a:t>
            </a:r>
          </a:p>
          <a:p>
            <a:r>
              <a:rPr lang="en-US" dirty="0"/>
              <a:t>        &lt;&lt; "19. Exit\n"</a:t>
            </a:r>
          </a:p>
          <a:p>
            <a:r>
              <a:rPr lang="en-US" dirty="0"/>
              <a:t>        &lt;&lt; "Enter your choice: ";</a:t>
            </a:r>
          </a:p>
          <a:p>
            <a:r>
              <a:rPr lang="en-US" dirty="0"/>
              <a:t>        cin &gt;&gt; choice;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B6BAC0-D8BD-E585-56A8-42AA8222CC70}"/>
              </a:ext>
            </a:extLst>
          </p:cNvPr>
          <p:cNvSpPr txBox="1">
            <a:spLocks/>
          </p:cNvSpPr>
          <p:nvPr/>
        </p:nvSpPr>
        <p:spPr>
          <a:xfrm>
            <a:off x="2599863" y="93311"/>
            <a:ext cx="6833844" cy="43179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BST(ADT) (main  function)</a:t>
            </a:r>
            <a:br>
              <a:rPr lang="en-US" sz="2800" dirty="0"/>
            </a:b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2098655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14053B-ED2D-12F9-AB4A-30BD74AEE4E0}"/>
              </a:ext>
            </a:extLst>
          </p:cNvPr>
          <p:cNvSpPr txBox="1"/>
          <p:nvPr/>
        </p:nvSpPr>
        <p:spPr>
          <a:xfrm>
            <a:off x="208230" y="213808"/>
            <a:ext cx="11869093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switch (choice) {</a:t>
            </a:r>
          </a:p>
          <a:p>
            <a:r>
              <a:rPr lang="en-US" dirty="0"/>
              <a:t>     case INSERT:  cout &lt;&lt; "Enter value to insert: ";     cin &gt;&gt; value;            </a:t>
            </a:r>
            <a:r>
              <a:rPr lang="en-US" dirty="0" err="1"/>
              <a:t>tree.insert</a:t>
            </a:r>
            <a:r>
              <a:rPr lang="en-US" dirty="0"/>
              <a:t>(value);</a:t>
            </a:r>
          </a:p>
          <a:p>
            <a:r>
              <a:rPr lang="en-US" dirty="0"/>
              <a:t>                break;</a:t>
            </a:r>
          </a:p>
          <a:p>
            <a:r>
              <a:rPr lang="en-US" dirty="0"/>
              <a:t>     case DELETE: cout &lt;&lt; "Enter value to delete: ";     cin &gt;&gt; value;        </a:t>
            </a:r>
            <a:r>
              <a:rPr lang="en-US" dirty="0" err="1"/>
              <a:t>tree.deleteValue</a:t>
            </a:r>
            <a:r>
              <a:rPr lang="en-US" dirty="0"/>
              <a:t>(value);</a:t>
            </a:r>
          </a:p>
          <a:p>
            <a:r>
              <a:rPr lang="en-US" dirty="0"/>
              <a:t>                break;</a:t>
            </a:r>
          </a:p>
          <a:p>
            <a:r>
              <a:rPr lang="en-US" dirty="0"/>
              <a:t>     case SEARCH: cout &lt;&lt; "Enter value to search: ";  cin &gt;&gt; value;   if (</a:t>
            </a:r>
            <a:r>
              <a:rPr lang="en-US" dirty="0" err="1"/>
              <a:t>tree.search</a:t>
            </a:r>
            <a:r>
              <a:rPr lang="en-US" dirty="0"/>
              <a:t>(value))  cout &lt;&lt; "Value found in tree.\n";</a:t>
            </a:r>
          </a:p>
          <a:p>
            <a:r>
              <a:rPr lang="en-US" dirty="0"/>
              <a:t>                else                                         cout &lt;&lt; "Value not found.\n";</a:t>
            </a:r>
          </a:p>
          <a:p>
            <a:r>
              <a:rPr lang="en-US" dirty="0"/>
              <a:t>                break;</a:t>
            </a:r>
          </a:p>
          <a:p>
            <a:r>
              <a:rPr lang="en-US" dirty="0"/>
              <a:t>     case MINIMUM:     value = </a:t>
            </a:r>
            <a:r>
              <a:rPr lang="en-US" dirty="0" err="1"/>
              <a:t>tree.findMin</a:t>
            </a:r>
            <a:r>
              <a:rPr lang="en-US" dirty="0"/>
              <a:t>();  if (value != -1)      cout &lt;&lt; "Minimum value: " &lt;&lt; value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            else                    cout &lt;&lt; "Tree is empty.\n";</a:t>
            </a:r>
          </a:p>
          <a:p>
            <a:r>
              <a:rPr lang="en-US" dirty="0"/>
              <a:t>                break;</a:t>
            </a:r>
          </a:p>
          <a:p>
            <a:r>
              <a:rPr lang="en-US" dirty="0"/>
              <a:t>     case MAXIMUM:    value = </a:t>
            </a:r>
            <a:r>
              <a:rPr lang="en-US" dirty="0" err="1"/>
              <a:t>tree.findMax</a:t>
            </a:r>
            <a:r>
              <a:rPr lang="en-US" dirty="0"/>
              <a:t>();     if (value != -1)             cout &lt;&lt; "Maximum value: " &lt;&lt; value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            else                                cout &lt;&lt; "Tree is empty.\n";</a:t>
            </a:r>
          </a:p>
          <a:p>
            <a:r>
              <a:rPr lang="en-US" dirty="0"/>
              <a:t>                break;</a:t>
            </a:r>
          </a:p>
          <a:p>
            <a:r>
              <a:rPr lang="en-US" dirty="0"/>
              <a:t>            case INORDER:         </a:t>
            </a:r>
            <a:r>
              <a:rPr lang="en-US" dirty="0" err="1"/>
              <a:t>tree.inorderTraversal</a:t>
            </a:r>
            <a:r>
              <a:rPr lang="en-US" dirty="0"/>
              <a:t>();</a:t>
            </a:r>
          </a:p>
          <a:p>
            <a:r>
              <a:rPr lang="en-US" dirty="0"/>
              <a:t>                break;</a:t>
            </a:r>
          </a:p>
          <a:p>
            <a:r>
              <a:rPr lang="en-US" dirty="0"/>
              <a:t>            case PREORDER:      </a:t>
            </a:r>
            <a:r>
              <a:rPr lang="en-US" dirty="0" err="1"/>
              <a:t>tree.preorderTraversal</a:t>
            </a:r>
            <a:r>
              <a:rPr lang="en-US" dirty="0"/>
              <a:t>();</a:t>
            </a:r>
          </a:p>
          <a:p>
            <a:r>
              <a:rPr lang="en-US" dirty="0"/>
              <a:t>                break;</a:t>
            </a:r>
          </a:p>
          <a:p>
            <a:r>
              <a:rPr lang="en-US" dirty="0"/>
              <a:t>            case POSTORDER:   </a:t>
            </a:r>
            <a:r>
              <a:rPr lang="en-US" dirty="0" err="1"/>
              <a:t>tree.postorderTraversal</a:t>
            </a:r>
            <a:r>
              <a:rPr lang="en-US" dirty="0"/>
              <a:t>();</a:t>
            </a:r>
          </a:p>
          <a:p>
            <a:r>
              <a:rPr lang="en-US" dirty="0"/>
              <a:t>                break;</a:t>
            </a:r>
          </a:p>
          <a:p>
            <a:r>
              <a:rPr lang="en-US" dirty="0"/>
              <a:t>            case DISPLAY:             </a:t>
            </a:r>
            <a:r>
              <a:rPr lang="en-US" dirty="0" err="1"/>
              <a:t>tree.display</a:t>
            </a:r>
            <a:r>
              <a:rPr lang="en-US" dirty="0"/>
              <a:t>();</a:t>
            </a:r>
          </a:p>
          <a:p>
            <a:r>
              <a:rPr lang="en-US" dirty="0"/>
              <a:t>                break;</a:t>
            </a:r>
          </a:p>
          <a:p>
            <a:r>
              <a:rPr lang="en-US" dirty="0"/>
              <a:t>            case TREE_HEIGHT:  cout&lt;&lt;"\n height of the tree is: "&lt;&lt;</a:t>
            </a:r>
            <a:r>
              <a:rPr lang="en-US" dirty="0" err="1"/>
              <a:t>tree.findHeight</a:t>
            </a:r>
            <a:r>
              <a:rPr lang="en-US" dirty="0"/>
              <a:t>();</a:t>
            </a:r>
          </a:p>
          <a:p>
            <a:r>
              <a:rPr lang="en-US" dirty="0"/>
              <a:t>                break;</a:t>
            </a:r>
          </a:p>
          <a:p>
            <a:r>
              <a:rPr lang="en-US" dirty="0"/>
              <a:t>         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B319D1-6B5C-E90F-E616-C3438A7DE8E4}"/>
              </a:ext>
            </a:extLst>
          </p:cNvPr>
          <p:cNvSpPr txBox="1">
            <a:spLocks/>
          </p:cNvSpPr>
          <p:nvPr/>
        </p:nvSpPr>
        <p:spPr>
          <a:xfrm>
            <a:off x="2599863" y="93311"/>
            <a:ext cx="6833844" cy="43179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BST(ADT) (main  function)</a:t>
            </a:r>
            <a:br>
              <a:rPr lang="en-US" sz="2800" dirty="0"/>
            </a:b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3087232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CC8A19-B93D-959D-12EA-CB26C0749C00}"/>
              </a:ext>
            </a:extLst>
          </p:cNvPr>
          <p:cNvSpPr txBox="1"/>
          <p:nvPr/>
        </p:nvSpPr>
        <p:spPr>
          <a:xfrm>
            <a:off x="-181069" y="489754"/>
            <a:ext cx="1030284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   case EXIT:                cout &lt;&lt; "Exiting program. Thank you!\n";</a:t>
            </a:r>
          </a:p>
          <a:p>
            <a:r>
              <a:rPr lang="en-US" dirty="0"/>
              <a:t>                break;</a:t>
            </a:r>
          </a:p>
          <a:p>
            <a:r>
              <a:rPr lang="en-US" dirty="0"/>
              <a:t>            case COUNT_NODES:      cout&lt;&lt;"\</a:t>
            </a:r>
            <a:r>
              <a:rPr lang="en-US" dirty="0" err="1"/>
              <a:t>ntotal</a:t>
            </a:r>
            <a:r>
              <a:rPr lang="en-US" dirty="0"/>
              <a:t> number of nodes in the tree = "&lt;&lt;</a:t>
            </a:r>
            <a:r>
              <a:rPr lang="en-US" dirty="0" err="1"/>
              <a:t>tree.countNodes</a:t>
            </a:r>
            <a:r>
              <a:rPr lang="en-US" dirty="0"/>
              <a:t>();</a:t>
            </a:r>
          </a:p>
          <a:p>
            <a:r>
              <a:rPr lang="en-US" dirty="0"/>
              <a:t>                break;</a:t>
            </a:r>
          </a:p>
          <a:p>
            <a:r>
              <a:rPr lang="en-US" dirty="0"/>
              <a:t>            case NODE_HEIGHT:      cout &lt;&lt; "Enter node value to find its height: ";  cin &gt;&gt; value;</a:t>
            </a:r>
          </a:p>
          <a:p>
            <a:r>
              <a:rPr lang="en-US" dirty="0"/>
              <a:t>                cout &lt;&lt; "Height of node " &lt;&lt; value &lt;&lt; " is: " &lt;&lt; </a:t>
            </a:r>
            <a:r>
              <a:rPr lang="en-US" dirty="0" err="1"/>
              <a:t>tree.NodeHeight</a:t>
            </a:r>
            <a:r>
              <a:rPr lang="en-US" dirty="0"/>
              <a:t>(value)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            break;</a:t>
            </a:r>
          </a:p>
          <a:p>
            <a:r>
              <a:rPr lang="en-US" dirty="0"/>
              <a:t>            case NODE_DEPTH:</a:t>
            </a:r>
          </a:p>
          <a:p>
            <a:r>
              <a:rPr lang="en-US" dirty="0"/>
              <a:t>                cout &lt;&lt; "Enter node value to find depth: ";    cin &gt;&gt; value;</a:t>
            </a:r>
          </a:p>
          <a:p>
            <a:r>
              <a:rPr lang="en-US" dirty="0"/>
              <a:t>                {</a:t>
            </a:r>
          </a:p>
          <a:p>
            <a:r>
              <a:rPr lang="en-US" dirty="0"/>
              <a:t>                    int depth = </a:t>
            </a:r>
            <a:r>
              <a:rPr lang="en-US" dirty="0" err="1"/>
              <a:t>tree.NodeDepth</a:t>
            </a:r>
            <a:r>
              <a:rPr lang="en-US" dirty="0"/>
              <a:t>(value);</a:t>
            </a:r>
          </a:p>
          <a:p>
            <a:r>
              <a:rPr lang="en-US" dirty="0"/>
              <a:t>                    if (depth != -1)</a:t>
            </a:r>
          </a:p>
          <a:p>
            <a:r>
              <a:rPr lang="en-US" dirty="0"/>
              <a:t>                        cout &lt;&lt; "Depth of node " &lt;&lt; value &lt;&lt; ": " &lt;&lt; depth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                else</a:t>
            </a:r>
          </a:p>
          <a:p>
            <a:r>
              <a:rPr lang="en-US" dirty="0"/>
              <a:t>                        cout &lt;&lt; "Node not found.\n";</a:t>
            </a:r>
          </a:p>
          <a:p>
            <a:r>
              <a:rPr lang="en-US" dirty="0"/>
              <a:t>                }</a:t>
            </a:r>
          </a:p>
          <a:p>
            <a:r>
              <a:rPr lang="en-US" dirty="0"/>
              <a:t>                break;</a:t>
            </a:r>
          </a:p>
          <a:p>
            <a:r>
              <a:rPr lang="en-US" dirty="0"/>
              <a:t>            case COUNT_NODES_AT_LEVEL:</a:t>
            </a:r>
          </a:p>
          <a:p>
            <a:r>
              <a:rPr lang="en-US" dirty="0"/>
              <a:t>                cout &lt;&lt; "Enter level to count nodes at: ";    cin &gt;&gt; value;</a:t>
            </a:r>
          </a:p>
          <a:p>
            <a:r>
              <a:rPr lang="en-US" dirty="0"/>
              <a:t>                cout &lt;&lt; "Number of nodes at level " &lt;&lt; value &lt;&lt; ": "</a:t>
            </a:r>
          </a:p>
          <a:p>
            <a:r>
              <a:rPr lang="en-US" dirty="0"/>
              <a:t>                     &lt;&lt; </a:t>
            </a:r>
            <a:r>
              <a:rPr lang="en-US" dirty="0" err="1"/>
              <a:t>tree.countNodesAtLevel</a:t>
            </a:r>
            <a:r>
              <a:rPr lang="en-US" dirty="0"/>
              <a:t>(value)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            break;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8220166-30DC-0C2F-0F04-76EC90C47C2C}"/>
              </a:ext>
            </a:extLst>
          </p:cNvPr>
          <p:cNvSpPr txBox="1">
            <a:spLocks/>
          </p:cNvSpPr>
          <p:nvPr/>
        </p:nvSpPr>
        <p:spPr>
          <a:xfrm>
            <a:off x="2679078" y="57958"/>
            <a:ext cx="6833844" cy="43179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BST(ADT) (main  function)</a:t>
            </a:r>
            <a:br>
              <a:rPr lang="en-US" sz="2800" dirty="0"/>
            </a:b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4859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72C5F-561B-082A-6656-EB13805F45A2}"/>
              </a:ext>
            </a:extLst>
          </p:cNvPr>
          <p:cNvSpPr txBox="1">
            <a:spLocks/>
          </p:cNvSpPr>
          <p:nvPr/>
        </p:nvSpPr>
        <p:spPr>
          <a:xfrm>
            <a:off x="2679078" y="57958"/>
            <a:ext cx="6833844" cy="43179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BST(ADT) (main  function)</a:t>
            </a:r>
            <a:br>
              <a:rPr lang="en-US" sz="2800" dirty="0"/>
            </a:br>
            <a:endParaRPr lang="en-PK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0D1C5C-369B-5E88-86B2-FDE743A51C50}"/>
              </a:ext>
            </a:extLst>
          </p:cNvPr>
          <p:cNvSpPr txBox="1"/>
          <p:nvPr/>
        </p:nvSpPr>
        <p:spPr>
          <a:xfrm>
            <a:off x="-273867" y="743251"/>
            <a:ext cx="722692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  case FIND_PARENT:</a:t>
            </a:r>
          </a:p>
          <a:p>
            <a:r>
              <a:rPr lang="en-US" dirty="0"/>
              <a:t>                cout &lt;&lt; "Enter value to find its parent: ";  cin &gt;&gt; value;</a:t>
            </a:r>
          </a:p>
          <a:p>
            <a:r>
              <a:rPr lang="en-US" dirty="0"/>
              <a:t>                {</a:t>
            </a:r>
          </a:p>
          <a:p>
            <a:r>
              <a:rPr lang="en-US" dirty="0"/>
              <a:t>                    Node* parent = </a:t>
            </a:r>
            <a:r>
              <a:rPr lang="en-US" dirty="0" err="1"/>
              <a:t>tree.findParent</a:t>
            </a:r>
            <a:r>
              <a:rPr lang="en-US" dirty="0"/>
              <a:t>(value);</a:t>
            </a:r>
          </a:p>
          <a:p>
            <a:r>
              <a:rPr lang="en-US" dirty="0"/>
              <a:t>                if (parent)</a:t>
            </a:r>
          </a:p>
          <a:p>
            <a:r>
              <a:rPr lang="en-US" dirty="0"/>
              <a:t>                    cout &lt;&lt; "Parent of " &lt;&lt; value &lt;&lt; " is: " &lt;&lt; parent-&gt;data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            else</a:t>
            </a:r>
          </a:p>
          <a:p>
            <a:r>
              <a:rPr lang="en-US" dirty="0"/>
              <a:t>                    cout &lt;&lt; "No parent found (node may be root or not exist).\n";</a:t>
            </a:r>
          </a:p>
          <a:p>
            <a:r>
              <a:rPr lang="en-US" dirty="0"/>
              <a:t>                }</a:t>
            </a:r>
          </a:p>
          <a:p>
            <a:r>
              <a:rPr lang="en-US" dirty="0"/>
              <a:t>                break;</a:t>
            </a:r>
          </a:p>
          <a:p>
            <a:r>
              <a:rPr lang="en-US" dirty="0"/>
              <a:t>            case FIND_LEFT_CHILD:</a:t>
            </a:r>
          </a:p>
          <a:p>
            <a:r>
              <a:rPr lang="en-US" dirty="0"/>
              <a:t>                cout &lt;&lt; "Enter node value to find its left child: ";    cin &gt;&gt; value;</a:t>
            </a:r>
          </a:p>
          <a:p>
            <a:r>
              <a:rPr lang="en-US" dirty="0"/>
              <a:t>                </a:t>
            </a:r>
            <a:r>
              <a:rPr lang="en-US" dirty="0" err="1"/>
              <a:t>left_child</a:t>
            </a:r>
            <a:r>
              <a:rPr lang="en-US" dirty="0"/>
              <a:t> = </a:t>
            </a:r>
            <a:r>
              <a:rPr lang="en-US" dirty="0" err="1"/>
              <a:t>tree.getLeftChild</a:t>
            </a:r>
            <a:r>
              <a:rPr lang="en-US" dirty="0"/>
              <a:t>(value);</a:t>
            </a:r>
          </a:p>
          <a:p>
            <a:r>
              <a:rPr lang="en-US" dirty="0"/>
              <a:t>                if (</a:t>
            </a:r>
            <a:r>
              <a:rPr lang="en-US" dirty="0" err="1"/>
              <a:t>left_child</a:t>
            </a:r>
            <a:r>
              <a:rPr lang="en-US" dirty="0"/>
              <a:t> != -1 ) cout&lt;&lt;"\n left child = "&lt;&lt;</a:t>
            </a:r>
            <a:r>
              <a:rPr lang="en-US" dirty="0" err="1"/>
              <a:t>left_child</a:t>
            </a:r>
            <a:r>
              <a:rPr lang="en-US" dirty="0"/>
              <a:t>;</a:t>
            </a:r>
          </a:p>
          <a:p>
            <a:r>
              <a:rPr lang="en-US" dirty="0"/>
              <a:t>            break;</a:t>
            </a:r>
          </a:p>
          <a:p>
            <a:r>
              <a:rPr lang="en-US" dirty="0"/>
              <a:t>            case FIND_RIGHT_CHILD:</a:t>
            </a:r>
          </a:p>
          <a:p>
            <a:r>
              <a:rPr lang="en-US" dirty="0"/>
              <a:t>                cout &lt;&lt; "Enter node value to find its right child: ";    cin &gt;&gt; value;</a:t>
            </a:r>
          </a:p>
          <a:p>
            <a:r>
              <a:rPr lang="en-US" dirty="0"/>
              <a:t>                </a:t>
            </a:r>
            <a:r>
              <a:rPr lang="en-US" dirty="0" err="1"/>
              <a:t>right_child</a:t>
            </a:r>
            <a:r>
              <a:rPr lang="en-US" dirty="0"/>
              <a:t> = </a:t>
            </a:r>
            <a:r>
              <a:rPr lang="en-US" dirty="0" err="1"/>
              <a:t>tree.getRightChild</a:t>
            </a:r>
            <a:r>
              <a:rPr lang="en-US" dirty="0"/>
              <a:t>(value);</a:t>
            </a:r>
          </a:p>
          <a:p>
            <a:r>
              <a:rPr lang="en-US" dirty="0"/>
              <a:t>                if (</a:t>
            </a:r>
            <a:r>
              <a:rPr lang="en-US" dirty="0" err="1"/>
              <a:t>right_child</a:t>
            </a:r>
            <a:r>
              <a:rPr lang="en-US" dirty="0"/>
              <a:t> != -1 ) cout&lt;&lt;"\n right child = "&lt;&lt;</a:t>
            </a:r>
            <a:r>
              <a:rPr lang="en-US" dirty="0" err="1"/>
              <a:t>right_child</a:t>
            </a:r>
            <a:r>
              <a:rPr lang="en-US" dirty="0"/>
              <a:t>;</a:t>
            </a:r>
          </a:p>
          <a:p>
            <a:r>
              <a:rPr lang="en-US" dirty="0"/>
              <a:t>                break;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B94583-DE25-F687-63C2-BCA7B3D5DFAF}"/>
              </a:ext>
            </a:extLst>
          </p:cNvPr>
          <p:cNvSpPr txBox="1"/>
          <p:nvPr/>
        </p:nvSpPr>
        <p:spPr>
          <a:xfrm>
            <a:off x="7163548" y="1435747"/>
            <a:ext cx="4698748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case BREADTH_FIRST_SEARCH:</a:t>
            </a:r>
          </a:p>
          <a:p>
            <a:r>
              <a:rPr lang="en-US" dirty="0"/>
              <a:t>                 </a:t>
            </a:r>
            <a:r>
              <a:rPr lang="en-US" dirty="0" err="1"/>
              <a:t>tree.breadthFirstTraversal</a:t>
            </a:r>
            <a:r>
              <a:rPr lang="en-US" dirty="0"/>
              <a:t>();</a:t>
            </a:r>
          </a:p>
          <a:p>
            <a:r>
              <a:rPr lang="en-US" dirty="0"/>
              <a:t>                break;</a:t>
            </a:r>
          </a:p>
          <a:p>
            <a:r>
              <a:rPr lang="en-US" dirty="0"/>
              <a:t>            default:</a:t>
            </a:r>
          </a:p>
          <a:p>
            <a:r>
              <a:rPr lang="en-US" dirty="0"/>
              <a:t>                cout &lt;&lt; "Invalid choice. Try again.\n";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if (choice != EXIT){  </a:t>
            </a:r>
          </a:p>
          <a:p>
            <a:r>
              <a:rPr lang="en-US" dirty="0"/>
              <a:t>          cout&lt;&lt;"\n press any key to continue"; </a:t>
            </a:r>
          </a:p>
          <a:p>
            <a:r>
              <a:rPr lang="en-US" dirty="0"/>
              <a:t>         _ </a:t>
            </a:r>
            <a:r>
              <a:rPr lang="en-US" dirty="0" err="1"/>
              <a:t>getch</a:t>
            </a:r>
            <a:r>
              <a:rPr lang="en-US" dirty="0"/>
              <a:t>(); </a:t>
            </a:r>
          </a:p>
          <a:p>
            <a:r>
              <a:rPr lang="en-US" dirty="0"/>
              <a:t>         system("</a:t>
            </a:r>
            <a:r>
              <a:rPr lang="en-US" dirty="0" err="1"/>
              <a:t>cls</a:t>
            </a:r>
            <a:r>
              <a:rPr lang="en-US" dirty="0"/>
              <a:t>");</a:t>
            </a:r>
          </a:p>
          <a:p>
            <a:r>
              <a:rPr lang="en-US" dirty="0"/>
              <a:t>     }</a:t>
            </a:r>
          </a:p>
          <a:p>
            <a:r>
              <a:rPr lang="en-US" dirty="0"/>
              <a:t>    } while (choice != EXIT);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4820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3733</Words>
  <Application>Microsoft Office PowerPoint</Application>
  <PresentationFormat>Widescreen</PresentationFormat>
  <Paragraphs>414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Franklin Gothic Book</vt:lpstr>
      <vt:lpstr>Franklin Gothic Demi</vt:lpstr>
      <vt:lpstr>Times New Roman</vt:lpstr>
      <vt:lpstr>Office Theme</vt:lpstr>
      <vt:lpstr>Custom</vt:lpstr>
      <vt:lpstr>Trees (BST, ADT)</vt:lpstr>
      <vt:lpstr>Introduction to Trees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samin ahmed</dc:creator>
  <cp:lastModifiedBy>samin ahmed</cp:lastModifiedBy>
  <cp:revision>137</cp:revision>
  <dcterms:created xsi:type="dcterms:W3CDTF">2025-04-07T08:02:08Z</dcterms:created>
  <dcterms:modified xsi:type="dcterms:W3CDTF">2025-04-22T06:34:04Z</dcterms:modified>
</cp:coreProperties>
</file>