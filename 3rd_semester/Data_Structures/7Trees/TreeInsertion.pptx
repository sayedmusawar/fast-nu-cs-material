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00" r:id="rId2"/>
    <p:sldId id="410" r:id="rId3"/>
    <p:sldId id="411" r:id="rId4"/>
    <p:sldId id="413" r:id="rId5"/>
    <p:sldId id="412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30" r:id="rId19"/>
    <p:sldId id="427" r:id="rId20"/>
    <p:sldId id="428" r:id="rId21"/>
    <p:sldId id="429" r:id="rId22"/>
    <p:sldId id="43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21224-AB1A-459E-BEA7-6D0CEE61B16F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23480-0DC8-41EA-B352-569A25CD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55351CD-E3AA-E296-CBFA-D399CD00B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E1AAE4-2898-48B2-B691-2D5B696ED26E}" type="slidenum">
              <a:rPr lang="en-US" altLang="en-US" sz="1200" smtClean="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0A92E84-1908-E76C-7858-3F6BB8E5F2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468EEAB-18E2-A967-CD10-C1A4A440ACB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D1DFB09-3E98-DD70-92C3-F1AABAC7A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31841FA-ADA5-409B-B63B-E5A77CB95D4F}" type="slidenum">
              <a:rPr lang="en-US" altLang="en-US" sz="1200" smtClean="0">
                <a:latin typeface="Arial" panose="020B0604020202020204" pitchFamily="34" charset="0"/>
              </a:rPr>
              <a:pPr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B6D690-E010-FF0A-5B5E-10897E5DAC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3583C75-1084-B222-8652-41BE775EBDB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B4D991C-C178-956D-ED57-212ED83722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C8D461-9BBF-40A5-90B8-9CFF55EE9795}" type="slidenum">
              <a:rPr lang="en-US" altLang="en-US" sz="1200" smtClean="0"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2D4CE0F-4810-A0D0-8D53-DA78DD1FD7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C9D29F3-50FF-A498-0787-E53E8371F3D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C6EB42F-58A7-D7C3-1E50-C4C2C0225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2E8B97-C21D-4684-9459-3C7648037563}" type="slidenum">
              <a:rPr lang="en-US" altLang="en-US" sz="1200" smtClean="0">
                <a:latin typeface="Arial" panose="020B0604020202020204" pitchFamily="34" charset="0"/>
              </a:rPr>
              <a:pPr/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B50FDAE-2472-448D-C564-E94690FEBA8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CA7BF50-008A-5D69-732F-2D095BA0A69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99427609-9D95-2EF2-C466-EC5E8652C7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A317EB-D0E6-4B20-AC27-2D867A361068}" type="slidenum">
              <a:rPr lang="en-US" altLang="en-US" sz="1200" smtClean="0">
                <a:latin typeface="Arial" panose="020B0604020202020204" pitchFamily="34" charset="0"/>
              </a:rPr>
              <a:pPr/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74444AE-3273-C210-B6E9-A891BD546A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DA9B47F-E022-2B42-073A-A2AB0B68EAE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380C85B-87D1-8270-EAA6-556C55A169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6B78AF-06B7-4EA4-ABB2-823ED12AC718}" type="slidenum">
              <a:rPr lang="en-US" altLang="en-US" sz="1200" smtClean="0">
                <a:latin typeface="Arial" panose="020B0604020202020204" pitchFamily="34" charset="0"/>
              </a:rPr>
              <a:pPr/>
              <a:t>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BA06F3D-8B48-01CD-596A-5AFF6F1801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3DE4312-BA5A-649E-02A2-24D16B39ADA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0400E20-E4A8-F4B7-EE39-4C7C3B630C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8C2661B-337F-4E71-B5F9-35871E3AAC65}" type="slidenum">
              <a:rPr lang="en-US" altLang="en-US" sz="1200" smtClean="0">
                <a:latin typeface="Arial" panose="020B0604020202020204" pitchFamily="34" charset="0"/>
              </a:rPr>
              <a:pPr/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7854514-EC32-D8FC-38EF-7D02305065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3E599A0-BA9F-B884-CB01-3E2ACC9682C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FA7258A-BD2B-730D-9BDB-FC037F671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078D450-B5D1-45C6-911D-BCF168FDAAFC}" type="slidenum">
              <a:rPr lang="en-US" altLang="en-US" sz="1200" smtClean="0">
                <a:latin typeface="Arial" panose="020B0604020202020204" pitchFamily="34" charset="0"/>
              </a:rPr>
              <a:pPr/>
              <a:t>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B850087-5871-A7D8-DEC8-1B696273ED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78B8AC4-C80C-36D1-5F2F-A5140C7B7F5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507144E3-4E08-9865-2F82-07977948A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089288-A660-4EC2-B1DC-B8D5678ED99E}" type="slidenum">
              <a:rPr lang="en-US" altLang="en-US" sz="1200" smtClean="0">
                <a:latin typeface="Arial" panose="020B0604020202020204" pitchFamily="34" charset="0"/>
              </a:rPr>
              <a:pPr/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A9CA84A-D898-6AC5-6E04-CE108381BC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1ABB7F0-3B17-222F-F242-8276C5E96B8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37654C1E-C41F-BA44-FDC4-03A99F98B5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EBA4C6B-585C-4906-BBF5-9D8010014A1E}" type="slidenum">
              <a:rPr lang="en-US" altLang="en-US" sz="1200" smtClean="0">
                <a:latin typeface="Arial" panose="020B0604020202020204" pitchFamily="34" charset="0"/>
              </a:rPr>
              <a:pPr/>
              <a:t>10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5754D45-B14C-5AC4-92D6-BF8EF41198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EEB0113-0986-D273-4E22-443C65887D6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39B00FD-A8E6-0F77-E7C5-C4F59E55D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B86990E-81FD-4730-B6C6-4EE5A8BF30A4}" type="slidenum">
              <a:rPr lang="en-US" altLang="en-US" sz="1200" smtClean="0">
                <a:latin typeface="Arial" panose="020B0604020202020204" pitchFamily="34" charset="0"/>
              </a:rPr>
              <a:pPr/>
              <a:t>11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AD75F70-63F3-833D-1DA3-4E152F7697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589993F-B858-74E0-6A97-0D630F239C3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C1132E0-A691-4124-99CE-B48000435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47B50DE-3BA9-42E3-8D11-189FA19D8A99}" type="slidenum">
              <a:rPr lang="en-US" altLang="en-US" sz="1200" smtClean="0">
                <a:latin typeface="Arial" panose="020B0604020202020204" pitchFamily="34" charset="0"/>
              </a:rPr>
              <a:pPr/>
              <a:t>12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2A25152-4C1C-F0DD-0F6A-3E4042DFBF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D4B05DC-9D54-496D-B395-E901F00AC65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A67DAA97-DD1E-3100-CE83-C65A62E256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8F8DB5-B04A-4A3C-8063-BB7AEC325FFE}" type="slidenum">
              <a:rPr lang="en-US" altLang="en-US" sz="1200" smtClean="0">
                <a:latin typeface="Arial" panose="020B0604020202020204" pitchFamily="34" charset="0"/>
              </a:rPr>
              <a:pPr/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658CE8F-4218-FEAF-7E69-F50884BEE0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653F788-A05A-6404-4C9D-540BB2D639F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6C2827D-BE55-FA8E-C5C2-8737776C2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E78464-1D40-4D68-BC85-EA5BC66259C6}" type="slidenum">
              <a:rPr lang="en-US" altLang="en-US" sz="1200" smtClean="0">
                <a:latin typeface="Arial" panose="020B0604020202020204" pitchFamily="34" charset="0"/>
              </a:rPr>
              <a:pPr/>
              <a:t>14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469F862-9E55-D542-4C4A-E7F8D273A3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D7D0989-ECE2-0F5B-59D7-06671F28FEA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C73DED4-BA11-7C64-72DB-7826C7178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665905-76CF-4A1F-A3DE-96AE8DC31E91}" type="slidenum">
              <a:rPr lang="en-US" altLang="en-US" sz="1200" smtClean="0">
                <a:latin typeface="Arial" panose="020B0604020202020204" pitchFamily="34" charset="0"/>
              </a:rPr>
              <a:pPr/>
              <a:t>15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6A1F824-8890-C286-8D23-2C1E052AB1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2C1B877-750F-EAB7-E130-C310E774C35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B26C4313-7826-EF30-78E9-853645AD3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24F2A15-FEC1-4A69-8D85-FC2917E505B2}" type="slidenum">
              <a:rPr lang="en-US" altLang="en-US" sz="1200" smtClean="0">
                <a:latin typeface="Arial" panose="020B0604020202020204" pitchFamily="34" charset="0"/>
              </a:rPr>
              <a:pPr/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96D3059-E6A0-4F61-D20C-D7BE260A12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54E45E1-E28C-E1B6-FA48-FD83BF72CA1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C7728D6-9AF3-E147-27E1-DE1E355F21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4AE1BA-F65C-4D0F-B464-CDADE3D49968}" type="slidenum">
              <a:rPr lang="en-US" altLang="en-US" sz="1200" smtClean="0">
                <a:latin typeface="Arial" panose="020B0604020202020204" pitchFamily="34" charset="0"/>
              </a:rPr>
              <a:pPr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48C570F-4A3D-CE93-C8DF-E09F1635FD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9885A63-760F-72F9-7D84-9E16C2B145B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CE5BE18-6F1A-C24B-59C8-33136729A4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936326-4BA0-48BD-A4F9-5DD11C84A4A1}" type="slidenum">
              <a:rPr lang="en-US" altLang="en-US" sz="1200" smtClean="0">
                <a:latin typeface="Arial" panose="020B0604020202020204" pitchFamily="34" charset="0"/>
              </a:rPr>
              <a:pPr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3C661AF-440F-064A-9F88-5E5C3A67A8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B5ABCBB-CD92-6232-79CE-B903D64106C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E306415-1A8C-08AD-D199-F5B1BAB32A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5A16789-1792-4E2B-B3B0-4330592F8CC8}" type="slidenum">
              <a:rPr lang="en-US" altLang="en-US" sz="1200" smtClean="0">
                <a:latin typeface="Arial" panose="020B0604020202020204" pitchFamily="34" charset="0"/>
              </a:rPr>
              <a:pPr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93AB1E2-E3BC-D075-9B31-AD2BD18FD2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830F7D4-0EDD-9DDA-0189-7FB3BA40789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2296A74E-5C45-6EB0-B1EE-DB445686A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F86DA8A-4223-4EFE-AF1F-6A60C4BE8230}" type="slidenum">
              <a:rPr lang="en-US" altLang="en-US" sz="1200" smtClean="0">
                <a:latin typeface="Arial" panose="020B0604020202020204" pitchFamily="34" charset="0"/>
              </a:rPr>
              <a:pPr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48CD0B2-79A8-A672-7648-29FC3BD5B5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27B0148-5268-6525-3B34-4154C8AF704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10442066-FBF3-77B6-DE9E-C9555F731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36987D0-3EFA-4B5D-AF7D-74DB3957F4AE}" type="slidenum">
              <a:rPr lang="en-US" altLang="en-US" sz="1200" smtClean="0">
                <a:latin typeface="Arial" panose="020B0604020202020204" pitchFamily="34" charset="0"/>
              </a:rPr>
              <a:pPr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778DC3F-F4E4-AFBB-5598-117C3B3F7F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A43B7E9-9185-D2BD-F75D-F4C0E835A4C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8E15453F-4CC3-4FA1-4A08-FE68CE1ED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B424F4D-F6A9-4F1E-9F55-EFB764E213DB}" type="slidenum">
              <a:rPr lang="en-US" altLang="en-US" sz="1200" smtClean="0">
                <a:latin typeface="Arial" panose="020B0604020202020204" pitchFamily="34" charset="0"/>
              </a:rPr>
              <a:pPr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3E1C8EB9-368A-3DED-236C-343C3ABB8F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15B5E4F-580D-843D-B33E-94D8A3762FA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3E92-05C9-6E0E-EB77-02A4324DE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3FC39-A667-3E87-9A5D-AE8AA9ACA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4C36-7FBA-9E2B-448D-D35818E5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4A76-AF93-7EF6-4948-D165701A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6159B-09FC-8BAA-ED63-7FC20BD4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61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E7DC-0AB2-7370-88C3-692A5B18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1845-17CF-E203-E12F-45F374D8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75E2-3B95-6B79-114C-D5D054BB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22BF-CB6A-DAB7-4343-6A3A4216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EEA5-7584-196B-90B5-9B758B51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9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92AF-EDB6-F349-8D82-C04E1FD2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29CB8-B6A8-E129-E191-54A0E717B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589F2-9456-30AF-FA07-332F0D63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9319-FC8A-BB1F-8F75-4A3159A3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FDF36-8301-D42E-CF72-E32AB4EE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0FB-21A4-6CBA-88C7-557E4FA5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5CF-B969-9366-EA00-3D272C65E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191FF-7ECE-521C-161A-E0A831063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55E3B-D2B4-4876-22D8-786F270C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8B8DA-FEBF-9029-1173-25558834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70F24-4040-8325-4130-1A2F8783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7971-0D22-3E97-0D8A-CC6F1951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356F1-BF79-7990-8ECD-521BAAEB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EC115-F07C-ABFF-41E5-725A0D563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D43B0-5868-C7F7-3267-DABE9B111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FEED1-66FD-D19D-0886-A33D8734D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D7011-25B1-A7BA-FFC8-328A1803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DAC50-4FAF-3D34-7A72-62407873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A8725-B8E3-A5A3-BD84-71751D70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5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0C9D-C093-E05C-B24F-00DBC2B1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00049-CEFD-00E9-96C8-82AA143A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AFF25-38B4-72BE-FBCD-E62A91DF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34946-9B13-D807-9354-0CBC1B96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5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06986-63C9-F3C9-49E4-EA809225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AE9BD-FDC1-6C08-DA60-55CB169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C7BBF-85C8-8B42-6A6A-EFCDC965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4340-C2E8-B109-C11A-C9940BBF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9D1A-F032-663E-9896-F021A929D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39CF2-4598-E2D8-5393-47D2D8367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E954-38DA-A28C-519F-42818BCA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8CB94-268D-423A-A964-1FEB19B2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7FD55-958B-55BD-379E-B7A5C5FF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3DD8-C750-45A2-7D67-E946DE44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C8728-9871-CDC3-B944-278967111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B0B21-1011-D4F6-B106-7839B1086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3435D-FB65-CB35-6A91-D029CE0C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0C349-6263-28E1-A496-5348F1A9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3075B-5886-1F03-1606-4A9109D5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C8BF-1341-D9E0-3215-853DC3B7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402A2-9599-97E4-874E-4182E442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E3CB-E1E0-BBE0-4597-69895A67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6706-FEC1-852C-FA04-C9AA08E5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6C7E-830D-CA08-9227-9B23A494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89A52-0ECC-5798-A1DE-1E5EF1B37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5DAC-730E-7536-15B6-75D324C92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21F86-9E15-B833-33EB-E26D4E70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E215F-4ECD-9238-989E-8C676865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240FE-DA6B-63A4-7396-B1F39D41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6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0203D-64D7-B670-5C02-E8EBA47D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AE5D9-3A83-A062-6119-F6642F017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E592-7FA2-4C07-CD74-BE475AADC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FF7C-F9A8-EE30-03DC-AFAFA28F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6CC4-0782-DEC0-03E6-32CAC20F6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0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5" name="Rectangle 3">
            <a:extLst>
              <a:ext uri="{FF2B5EF4-FFF2-40B4-BE49-F238E27FC236}">
                <a16:creationId xmlns:a16="http://schemas.microsoft.com/office/drawing/2014/main" id="{AF427990-5CA8-E829-3478-D79F5B464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14, 15, 4, 9, 7, 18, 3, 5, 16, 20, 17, 9, 14, 5</a:t>
            </a:r>
          </a:p>
        </p:txBody>
      </p:sp>
      <p:grpSp>
        <p:nvGrpSpPr>
          <p:cNvPr id="19460" name="Group 6">
            <a:extLst>
              <a:ext uri="{FF2B5EF4-FFF2-40B4-BE49-F238E27FC236}">
                <a16:creationId xmlns:a16="http://schemas.microsoft.com/office/drawing/2014/main" id="{AAEB3513-2823-28F2-058B-E5B1382FFF4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19461" name="Oval 4">
              <a:extLst>
                <a:ext uri="{FF2B5EF4-FFF2-40B4-BE49-F238E27FC236}">
                  <a16:creationId xmlns:a16="http://schemas.microsoft.com/office/drawing/2014/main" id="{1B26F66E-33DC-A7F6-F460-387C5846C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9462" name="Text Box 5">
              <a:extLst>
                <a:ext uri="{FF2B5EF4-FFF2-40B4-BE49-F238E27FC236}">
                  <a16:creationId xmlns:a16="http://schemas.microsoft.com/office/drawing/2014/main" id="{1E90D016-EE98-B726-2BA2-68DBCD2A7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883B62-B34E-EEAE-D5C4-550B16FA8C6E}"/>
              </a:ext>
            </a:extLst>
          </p:cNvPr>
          <p:cNvSpPr txBox="1"/>
          <p:nvPr/>
        </p:nvSpPr>
        <p:spPr>
          <a:xfrm>
            <a:off x="8440613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5" name="Rectangle 3">
            <a:extLst>
              <a:ext uri="{FF2B5EF4-FFF2-40B4-BE49-F238E27FC236}">
                <a16:creationId xmlns:a16="http://schemas.microsoft.com/office/drawing/2014/main" id="{0B2F761A-6D89-712D-4D3F-4ECF82685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15, 4, 9, 7, 18, 3, 5, 16, 20, 17, </a:t>
            </a:r>
          </a:p>
        </p:txBody>
      </p:sp>
      <p:grpSp>
        <p:nvGrpSpPr>
          <p:cNvPr id="21508" name="Group 4">
            <a:extLst>
              <a:ext uri="{FF2B5EF4-FFF2-40B4-BE49-F238E27FC236}">
                <a16:creationId xmlns:a16="http://schemas.microsoft.com/office/drawing/2014/main" id="{931589BD-0469-E599-87C5-71CB49282A3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1512" name="Oval 5">
              <a:extLst>
                <a:ext uri="{FF2B5EF4-FFF2-40B4-BE49-F238E27FC236}">
                  <a16:creationId xmlns:a16="http://schemas.microsoft.com/office/drawing/2014/main" id="{0D91EFD4-4741-ADDD-E345-DDBDCEDC0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1513" name="Text Box 6">
              <a:extLst>
                <a:ext uri="{FF2B5EF4-FFF2-40B4-BE49-F238E27FC236}">
                  <a16:creationId xmlns:a16="http://schemas.microsoft.com/office/drawing/2014/main" id="{2CB584D9-124A-78C2-A497-3EFA07406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1509" name="Group 7">
            <a:extLst>
              <a:ext uri="{FF2B5EF4-FFF2-40B4-BE49-F238E27FC236}">
                <a16:creationId xmlns:a16="http://schemas.microsoft.com/office/drawing/2014/main" id="{1F500F30-02D3-7788-26FA-C1002FD9D9A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28800"/>
            <a:ext cx="685800" cy="533400"/>
            <a:chOff x="2304" y="1296"/>
            <a:chExt cx="432" cy="336"/>
          </a:xfrm>
        </p:grpSpPr>
        <p:sp>
          <p:nvSpPr>
            <p:cNvPr id="21510" name="Oval 8">
              <a:extLst>
                <a:ext uri="{FF2B5EF4-FFF2-40B4-BE49-F238E27FC236}">
                  <a16:creationId xmlns:a16="http://schemas.microsoft.com/office/drawing/2014/main" id="{1DF6B662-D9D3-0D4A-400D-46B69CA6A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1511" name="Text Box 9">
              <a:extLst>
                <a:ext uri="{FF2B5EF4-FFF2-40B4-BE49-F238E27FC236}">
                  <a16:creationId xmlns:a16="http://schemas.microsoft.com/office/drawing/2014/main" id="{7184276B-24FA-5A3C-8DA5-7D669A98E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3EC374-D886-C99A-CD92-508AB8C44204}"/>
              </a:ext>
            </a:extLst>
          </p:cNvPr>
          <p:cNvSpPr txBox="1"/>
          <p:nvPr/>
        </p:nvSpPr>
        <p:spPr>
          <a:xfrm>
            <a:off x="8440613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>
            <a:extLst>
              <a:ext uri="{FF2B5EF4-FFF2-40B4-BE49-F238E27FC236}">
                <a16:creationId xmlns:a16="http://schemas.microsoft.com/office/drawing/2014/main" id="{BA2326C0-2D09-89D9-139B-58913A109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15, 4, 9, 7, 18, 3, 5, 16, 20, 17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3556" name="Group 4">
            <a:extLst>
              <a:ext uri="{FF2B5EF4-FFF2-40B4-BE49-F238E27FC236}">
                <a16:creationId xmlns:a16="http://schemas.microsoft.com/office/drawing/2014/main" id="{034FC2E1-74D4-0D66-A3E6-8F8D4120AA8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3561" name="Oval 5">
              <a:extLst>
                <a:ext uri="{FF2B5EF4-FFF2-40B4-BE49-F238E27FC236}">
                  <a16:creationId xmlns:a16="http://schemas.microsoft.com/office/drawing/2014/main" id="{7FCC13AB-C8FF-1E17-737C-AF1919737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3562" name="Text Box 6">
              <a:extLst>
                <a:ext uri="{FF2B5EF4-FFF2-40B4-BE49-F238E27FC236}">
                  <a16:creationId xmlns:a16="http://schemas.microsoft.com/office/drawing/2014/main" id="{6AC488FD-2D0D-6B5A-D6B9-80606EFC4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3557" name="Group 7">
            <a:extLst>
              <a:ext uri="{FF2B5EF4-FFF2-40B4-BE49-F238E27FC236}">
                <a16:creationId xmlns:a16="http://schemas.microsoft.com/office/drawing/2014/main" id="{440D1B71-7386-7BD0-5CA8-662024C5B512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3559" name="Oval 8">
              <a:extLst>
                <a:ext uri="{FF2B5EF4-FFF2-40B4-BE49-F238E27FC236}">
                  <a16:creationId xmlns:a16="http://schemas.microsoft.com/office/drawing/2014/main" id="{2B796879-2B12-1CD5-4BD8-AD5DD67D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3560" name="Text Box 9">
              <a:extLst>
                <a:ext uri="{FF2B5EF4-FFF2-40B4-BE49-F238E27FC236}">
                  <a16:creationId xmlns:a16="http://schemas.microsoft.com/office/drawing/2014/main" id="{76FF3E71-75A8-0B2E-DCBF-5761F15AD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3558" name="Line 10">
            <a:extLst>
              <a:ext uri="{FF2B5EF4-FFF2-40B4-BE49-F238E27FC236}">
                <a16:creationId xmlns:a16="http://schemas.microsoft.com/office/drawing/2014/main" id="{A3A5143E-FB87-E339-D0D8-698158732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F93388-D250-5DE8-0994-A1DF87173C2A}"/>
              </a:ext>
            </a:extLst>
          </p:cNvPr>
          <p:cNvSpPr txBox="1"/>
          <p:nvPr/>
        </p:nvSpPr>
        <p:spPr>
          <a:xfrm>
            <a:off x="8467772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9" name="Rectangle 3">
            <a:extLst>
              <a:ext uri="{FF2B5EF4-FFF2-40B4-BE49-F238E27FC236}">
                <a16:creationId xmlns:a16="http://schemas.microsoft.com/office/drawing/2014/main" id="{A92BE767-492F-A68F-F9E0-7C1866289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4, 9, 7, 18, 3, 5, 16, 20, 17,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3CFEC0F6-7F4F-793D-772A-A460C030D10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5612" name="Oval 5">
              <a:extLst>
                <a:ext uri="{FF2B5EF4-FFF2-40B4-BE49-F238E27FC236}">
                  <a16:creationId xmlns:a16="http://schemas.microsoft.com/office/drawing/2014/main" id="{0E03BE46-BF6F-6146-3046-0C3324F7B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13" name="Text Box 6">
              <a:extLst>
                <a:ext uri="{FF2B5EF4-FFF2-40B4-BE49-F238E27FC236}">
                  <a16:creationId xmlns:a16="http://schemas.microsoft.com/office/drawing/2014/main" id="{7C6DF136-7FE3-145F-7AB1-315ACC266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5605" name="Group 7">
            <a:extLst>
              <a:ext uri="{FF2B5EF4-FFF2-40B4-BE49-F238E27FC236}">
                <a16:creationId xmlns:a16="http://schemas.microsoft.com/office/drawing/2014/main" id="{E61A7885-3E05-D7FA-4446-8EFE85F2241F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5610" name="Oval 8">
              <a:extLst>
                <a:ext uri="{FF2B5EF4-FFF2-40B4-BE49-F238E27FC236}">
                  <a16:creationId xmlns:a16="http://schemas.microsoft.com/office/drawing/2014/main" id="{AB243E13-C8AD-5D1D-5CDD-47B315C5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11" name="Text Box 9">
              <a:extLst>
                <a:ext uri="{FF2B5EF4-FFF2-40B4-BE49-F238E27FC236}">
                  <a16:creationId xmlns:a16="http://schemas.microsoft.com/office/drawing/2014/main" id="{C472338F-3DA1-D68B-E031-8C51B3684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5606" name="Line 10">
            <a:extLst>
              <a:ext uri="{FF2B5EF4-FFF2-40B4-BE49-F238E27FC236}">
                <a16:creationId xmlns:a16="http://schemas.microsoft.com/office/drawing/2014/main" id="{90535F53-12A9-658D-23D9-AB57E3789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07" name="Group 11">
            <a:extLst>
              <a:ext uri="{FF2B5EF4-FFF2-40B4-BE49-F238E27FC236}">
                <a16:creationId xmlns:a16="http://schemas.microsoft.com/office/drawing/2014/main" id="{C3978CE9-6CCF-119D-A2DE-AE1BF205075F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05000"/>
            <a:ext cx="685800" cy="533400"/>
            <a:chOff x="2304" y="1296"/>
            <a:chExt cx="432" cy="336"/>
          </a:xfrm>
        </p:grpSpPr>
        <p:sp>
          <p:nvSpPr>
            <p:cNvPr id="25608" name="Oval 12">
              <a:extLst>
                <a:ext uri="{FF2B5EF4-FFF2-40B4-BE49-F238E27FC236}">
                  <a16:creationId xmlns:a16="http://schemas.microsoft.com/office/drawing/2014/main" id="{23B7595F-2F31-4470-DADE-BED8E2E7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09" name="Text Box 13">
              <a:extLst>
                <a:ext uri="{FF2B5EF4-FFF2-40B4-BE49-F238E27FC236}">
                  <a16:creationId xmlns:a16="http://schemas.microsoft.com/office/drawing/2014/main" id="{E6490913-4973-0A86-FC42-24ED9E754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7EFBBB6-6C24-61FE-D420-37F4D73149D5}"/>
              </a:ext>
            </a:extLst>
          </p:cNvPr>
          <p:cNvSpPr txBox="1"/>
          <p:nvPr/>
        </p:nvSpPr>
        <p:spPr>
          <a:xfrm>
            <a:off x="3527077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1" name="Rectangle 3">
            <a:extLst>
              <a:ext uri="{FF2B5EF4-FFF2-40B4-BE49-F238E27FC236}">
                <a16:creationId xmlns:a16="http://schemas.microsoft.com/office/drawing/2014/main" id="{C280F9F3-6E10-F75E-AC1B-FE14F7CA4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4, 9, 7, 18, 3, 5, 16, 20, 17,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C5A4A724-D146-4FDA-8232-E5804932E96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7661" name="Oval 5">
              <a:extLst>
                <a:ext uri="{FF2B5EF4-FFF2-40B4-BE49-F238E27FC236}">
                  <a16:creationId xmlns:a16="http://schemas.microsoft.com/office/drawing/2014/main" id="{72C0E249-0513-E409-5465-01037FD00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62" name="Text Box 6">
              <a:extLst>
                <a:ext uri="{FF2B5EF4-FFF2-40B4-BE49-F238E27FC236}">
                  <a16:creationId xmlns:a16="http://schemas.microsoft.com/office/drawing/2014/main" id="{B3095B94-31C0-8BA3-E53A-78A91544C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7653" name="Group 7">
            <a:extLst>
              <a:ext uri="{FF2B5EF4-FFF2-40B4-BE49-F238E27FC236}">
                <a16:creationId xmlns:a16="http://schemas.microsoft.com/office/drawing/2014/main" id="{21326FE6-5706-1456-8AA9-9D3CE274891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7659" name="Oval 8">
              <a:extLst>
                <a:ext uri="{FF2B5EF4-FFF2-40B4-BE49-F238E27FC236}">
                  <a16:creationId xmlns:a16="http://schemas.microsoft.com/office/drawing/2014/main" id="{5F46313E-BB1A-BD1E-EED1-3B869DAC6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60" name="Text Box 9">
              <a:extLst>
                <a:ext uri="{FF2B5EF4-FFF2-40B4-BE49-F238E27FC236}">
                  <a16:creationId xmlns:a16="http://schemas.microsoft.com/office/drawing/2014/main" id="{F98C13F3-8AD1-1174-0EFE-8D8582FA9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7654" name="Line 10">
            <a:extLst>
              <a:ext uri="{FF2B5EF4-FFF2-40B4-BE49-F238E27FC236}">
                <a16:creationId xmlns:a16="http://schemas.microsoft.com/office/drawing/2014/main" id="{2F1A1D00-CB03-E0BA-6176-2ACD33EA2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5" name="Group 11">
            <a:extLst>
              <a:ext uri="{FF2B5EF4-FFF2-40B4-BE49-F238E27FC236}">
                <a16:creationId xmlns:a16="http://schemas.microsoft.com/office/drawing/2014/main" id="{9251ACCA-E309-0FA7-9F95-4E598AB4E68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27657" name="Oval 12">
              <a:extLst>
                <a:ext uri="{FF2B5EF4-FFF2-40B4-BE49-F238E27FC236}">
                  <a16:creationId xmlns:a16="http://schemas.microsoft.com/office/drawing/2014/main" id="{A17E43E3-6F3E-D9F8-E038-1A83DE58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58" name="Text Box 13">
              <a:extLst>
                <a:ext uri="{FF2B5EF4-FFF2-40B4-BE49-F238E27FC236}">
                  <a16:creationId xmlns:a16="http://schemas.microsoft.com/office/drawing/2014/main" id="{03B33A93-FD03-901F-084F-EA6CFE6B7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27656" name="Line 14">
            <a:extLst>
              <a:ext uri="{FF2B5EF4-FFF2-40B4-BE49-F238E27FC236}">
                <a16:creationId xmlns:a16="http://schemas.microsoft.com/office/drawing/2014/main" id="{E5A467CE-FDA2-A27F-7055-E347B92B23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1BBE7-F873-34C1-03ED-8CE9CCD2CFEF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7" name="Rectangle 3">
            <a:extLst>
              <a:ext uri="{FF2B5EF4-FFF2-40B4-BE49-F238E27FC236}">
                <a16:creationId xmlns:a16="http://schemas.microsoft.com/office/drawing/2014/main" id="{09D82570-5A7F-1046-A075-04EF1347A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700" name="Group 4">
            <a:extLst>
              <a:ext uri="{FF2B5EF4-FFF2-40B4-BE49-F238E27FC236}">
                <a16:creationId xmlns:a16="http://schemas.microsoft.com/office/drawing/2014/main" id="{F95CB128-E060-7430-8B7C-892855572719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9712" name="Oval 5">
              <a:extLst>
                <a:ext uri="{FF2B5EF4-FFF2-40B4-BE49-F238E27FC236}">
                  <a16:creationId xmlns:a16="http://schemas.microsoft.com/office/drawing/2014/main" id="{A1778483-18C6-CA4D-3C6B-D609A2037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13" name="Text Box 6">
              <a:extLst>
                <a:ext uri="{FF2B5EF4-FFF2-40B4-BE49-F238E27FC236}">
                  <a16:creationId xmlns:a16="http://schemas.microsoft.com/office/drawing/2014/main" id="{F9AE0E92-1FA8-8079-B775-D11B02D5A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9701" name="Group 7">
            <a:extLst>
              <a:ext uri="{FF2B5EF4-FFF2-40B4-BE49-F238E27FC236}">
                <a16:creationId xmlns:a16="http://schemas.microsoft.com/office/drawing/2014/main" id="{DF544A2F-8A3C-C6E8-29CA-9E02B679244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9710" name="Oval 8">
              <a:extLst>
                <a:ext uri="{FF2B5EF4-FFF2-40B4-BE49-F238E27FC236}">
                  <a16:creationId xmlns:a16="http://schemas.microsoft.com/office/drawing/2014/main" id="{60C2254F-1CA6-556E-0776-FAA4A1D80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11" name="Text Box 9">
              <a:extLst>
                <a:ext uri="{FF2B5EF4-FFF2-40B4-BE49-F238E27FC236}">
                  <a16:creationId xmlns:a16="http://schemas.microsoft.com/office/drawing/2014/main" id="{973A0B98-9B25-4E94-9B75-DE83B17B1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9702" name="Line 10">
            <a:extLst>
              <a:ext uri="{FF2B5EF4-FFF2-40B4-BE49-F238E27FC236}">
                <a16:creationId xmlns:a16="http://schemas.microsoft.com/office/drawing/2014/main" id="{0EA23F1F-CF65-B771-CBBE-ABC561D22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3" name="Group 11">
            <a:extLst>
              <a:ext uri="{FF2B5EF4-FFF2-40B4-BE49-F238E27FC236}">
                <a16:creationId xmlns:a16="http://schemas.microsoft.com/office/drawing/2014/main" id="{8C4AE16F-C436-6E5A-4DAD-6212A57FC17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29708" name="Oval 12">
              <a:extLst>
                <a:ext uri="{FF2B5EF4-FFF2-40B4-BE49-F238E27FC236}">
                  <a16:creationId xmlns:a16="http://schemas.microsoft.com/office/drawing/2014/main" id="{878881C5-28B2-FE70-531D-176DAF7FB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09" name="Text Box 13">
              <a:extLst>
                <a:ext uri="{FF2B5EF4-FFF2-40B4-BE49-F238E27FC236}">
                  <a16:creationId xmlns:a16="http://schemas.microsoft.com/office/drawing/2014/main" id="{BEF42D1B-FB10-A4DD-24D5-334213691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29704" name="Line 14">
            <a:extLst>
              <a:ext uri="{FF2B5EF4-FFF2-40B4-BE49-F238E27FC236}">
                <a16:creationId xmlns:a16="http://schemas.microsoft.com/office/drawing/2014/main" id="{27A2C171-91B6-0B7E-4593-0716276C8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5" name="Group 15">
            <a:extLst>
              <a:ext uri="{FF2B5EF4-FFF2-40B4-BE49-F238E27FC236}">
                <a16:creationId xmlns:a16="http://schemas.microsoft.com/office/drawing/2014/main" id="{7069503A-23EE-39C3-ADFE-EEC89A2E489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05000"/>
            <a:ext cx="685800" cy="533400"/>
            <a:chOff x="2304" y="1296"/>
            <a:chExt cx="432" cy="336"/>
          </a:xfrm>
        </p:grpSpPr>
        <p:sp>
          <p:nvSpPr>
            <p:cNvPr id="29706" name="Oval 16">
              <a:extLst>
                <a:ext uri="{FF2B5EF4-FFF2-40B4-BE49-F238E27FC236}">
                  <a16:creationId xmlns:a16="http://schemas.microsoft.com/office/drawing/2014/main" id="{5742F9EF-0C9F-8D91-F2A7-B3CFA5EC7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07" name="Text Box 17">
              <a:extLst>
                <a:ext uri="{FF2B5EF4-FFF2-40B4-BE49-F238E27FC236}">
                  <a16:creationId xmlns:a16="http://schemas.microsoft.com/office/drawing/2014/main" id="{DA33B6A8-68EF-C44A-5A1E-DBF66B3C0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1933632-F807-F776-09F0-19C95EF5551A}"/>
              </a:ext>
            </a:extLst>
          </p:cNvPr>
          <p:cNvSpPr txBox="1"/>
          <p:nvPr/>
        </p:nvSpPr>
        <p:spPr>
          <a:xfrm>
            <a:off x="3454649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>
            <a:extLst>
              <a:ext uri="{FF2B5EF4-FFF2-40B4-BE49-F238E27FC236}">
                <a16:creationId xmlns:a16="http://schemas.microsoft.com/office/drawing/2014/main" id="{94CEAE0C-8122-F1B3-ABA9-F878E03EB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FD34416B-E8EE-853B-C72F-948C440570C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1761" name="Oval 5">
              <a:extLst>
                <a:ext uri="{FF2B5EF4-FFF2-40B4-BE49-F238E27FC236}">
                  <a16:creationId xmlns:a16="http://schemas.microsoft.com/office/drawing/2014/main" id="{154B1A06-C611-3692-F5B2-14ABE5D95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62" name="Text Box 6">
              <a:extLst>
                <a:ext uri="{FF2B5EF4-FFF2-40B4-BE49-F238E27FC236}">
                  <a16:creationId xmlns:a16="http://schemas.microsoft.com/office/drawing/2014/main" id="{60901000-6435-A005-2FF9-5201CDC35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1749" name="Group 7">
            <a:extLst>
              <a:ext uri="{FF2B5EF4-FFF2-40B4-BE49-F238E27FC236}">
                <a16:creationId xmlns:a16="http://schemas.microsoft.com/office/drawing/2014/main" id="{EEFE811F-27C6-FFF9-0DB8-E8A0A3FB937B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1759" name="Oval 8">
              <a:extLst>
                <a:ext uri="{FF2B5EF4-FFF2-40B4-BE49-F238E27FC236}">
                  <a16:creationId xmlns:a16="http://schemas.microsoft.com/office/drawing/2014/main" id="{421E64F2-489E-7DEF-59DB-9F14F5FB0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60" name="Text Box 9">
              <a:extLst>
                <a:ext uri="{FF2B5EF4-FFF2-40B4-BE49-F238E27FC236}">
                  <a16:creationId xmlns:a16="http://schemas.microsoft.com/office/drawing/2014/main" id="{B72B4D90-46CA-0809-F8E3-D2601910D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1750" name="Line 10">
            <a:extLst>
              <a:ext uri="{FF2B5EF4-FFF2-40B4-BE49-F238E27FC236}">
                <a16:creationId xmlns:a16="http://schemas.microsoft.com/office/drawing/2014/main" id="{215F6930-231E-73B3-F214-8B6FA690B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1" name="Group 11">
            <a:extLst>
              <a:ext uri="{FF2B5EF4-FFF2-40B4-BE49-F238E27FC236}">
                <a16:creationId xmlns:a16="http://schemas.microsoft.com/office/drawing/2014/main" id="{F2EB6689-2E01-619E-CA8E-8F7F28C364BD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1757" name="Oval 12">
              <a:extLst>
                <a:ext uri="{FF2B5EF4-FFF2-40B4-BE49-F238E27FC236}">
                  <a16:creationId xmlns:a16="http://schemas.microsoft.com/office/drawing/2014/main" id="{8FB073BE-6DCD-AA0A-1E32-8EA029334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58" name="Text Box 13">
              <a:extLst>
                <a:ext uri="{FF2B5EF4-FFF2-40B4-BE49-F238E27FC236}">
                  <a16:creationId xmlns:a16="http://schemas.microsoft.com/office/drawing/2014/main" id="{9162ED2C-C72E-EADB-5AC7-77D7390A5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1752" name="Line 14">
            <a:extLst>
              <a:ext uri="{FF2B5EF4-FFF2-40B4-BE49-F238E27FC236}">
                <a16:creationId xmlns:a16="http://schemas.microsoft.com/office/drawing/2014/main" id="{BFFF2BDE-5E54-AA5C-DB9E-0017576C00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3" name="Group 15">
            <a:extLst>
              <a:ext uri="{FF2B5EF4-FFF2-40B4-BE49-F238E27FC236}">
                <a16:creationId xmlns:a16="http://schemas.microsoft.com/office/drawing/2014/main" id="{59457D73-1D61-4EF7-7FDE-83F1815B870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1755" name="Oval 16">
              <a:extLst>
                <a:ext uri="{FF2B5EF4-FFF2-40B4-BE49-F238E27FC236}">
                  <a16:creationId xmlns:a16="http://schemas.microsoft.com/office/drawing/2014/main" id="{A8557ABA-F8EC-B782-1480-78EFDEC40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56" name="Text Box 17">
              <a:extLst>
                <a:ext uri="{FF2B5EF4-FFF2-40B4-BE49-F238E27FC236}">
                  <a16:creationId xmlns:a16="http://schemas.microsoft.com/office/drawing/2014/main" id="{486A2797-9175-1D00-D4F4-1ACFAD36E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1754" name="Line 18">
            <a:extLst>
              <a:ext uri="{FF2B5EF4-FFF2-40B4-BE49-F238E27FC236}">
                <a16:creationId xmlns:a16="http://schemas.microsoft.com/office/drawing/2014/main" id="{C50C0E35-6A72-5730-D475-581D14CE8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E117B-719B-DDEC-847E-C15B03DB9D5C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3" name="Rectangle 3">
            <a:extLst>
              <a:ext uri="{FF2B5EF4-FFF2-40B4-BE49-F238E27FC236}">
                <a16:creationId xmlns:a16="http://schemas.microsoft.com/office/drawing/2014/main" id="{B65B74C4-2D75-4E7D-A319-71D82AF52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053890A8-6C48-E27F-475A-B482FCB7AB5D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3812" name="Oval 5">
              <a:extLst>
                <a:ext uri="{FF2B5EF4-FFF2-40B4-BE49-F238E27FC236}">
                  <a16:creationId xmlns:a16="http://schemas.microsoft.com/office/drawing/2014/main" id="{D4C0B847-9FC2-9280-C22E-543C10BBC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13" name="Text Box 6">
              <a:extLst>
                <a:ext uri="{FF2B5EF4-FFF2-40B4-BE49-F238E27FC236}">
                  <a16:creationId xmlns:a16="http://schemas.microsoft.com/office/drawing/2014/main" id="{63C36101-6C6A-A11E-AC0A-44E549BD5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3797" name="Group 7">
            <a:extLst>
              <a:ext uri="{FF2B5EF4-FFF2-40B4-BE49-F238E27FC236}">
                <a16:creationId xmlns:a16="http://schemas.microsoft.com/office/drawing/2014/main" id="{0B240F13-518E-D3DF-0A4A-048C12C66ED7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3810" name="Oval 8">
              <a:extLst>
                <a:ext uri="{FF2B5EF4-FFF2-40B4-BE49-F238E27FC236}">
                  <a16:creationId xmlns:a16="http://schemas.microsoft.com/office/drawing/2014/main" id="{BA6F448D-423C-6DD3-CBA3-FE0829F6B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11" name="Text Box 9">
              <a:extLst>
                <a:ext uri="{FF2B5EF4-FFF2-40B4-BE49-F238E27FC236}">
                  <a16:creationId xmlns:a16="http://schemas.microsoft.com/office/drawing/2014/main" id="{16E8F0A8-5B4E-A967-0DA8-E199A76DD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3798" name="Line 10">
            <a:extLst>
              <a:ext uri="{FF2B5EF4-FFF2-40B4-BE49-F238E27FC236}">
                <a16:creationId xmlns:a16="http://schemas.microsoft.com/office/drawing/2014/main" id="{6D0256F2-43C0-B863-9DF6-A5D7A10C4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799" name="Group 11">
            <a:extLst>
              <a:ext uri="{FF2B5EF4-FFF2-40B4-BE49-F238E27FC236}">
                <a16:creationId xmlns:a16="http://schemas.microsoft.com/office/drawing/2014/main" id="{CC10168C-745B-2968-3172-34F1C19BA82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3808" name="Oval 12">
              <a:extLst>
                <a:ext uri="{FF2B5EF4-FFF2-40B4-BE49-F238E27FC236}">
                  <a16:creationId xmlns:a16="http://schemas.microsoft.com/office/drawing/2014/main" id="{B04D04C8-20DD-1E57-11CE-C89130215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9" name="Text Box 13">
              <a:extLst>
                <a:ext uri="{FF2B5EF4-FFF2-40B4-BE49-F238E27FC236}">
                  <a16:creationId xmlns:a16="http://schemas.microsoft.com/office/drawing/2014/main" id="{5ADA4AD6-0347-BF97-DA83-6C0C6299F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3800" name="Line 14">
            <a:extLst>
              <a:ext uri="{FF2B5EF4-FFF2-40B4-BE49-F238E27FC236}">
                <a16:creationId xmlns:a16="http://schemas.microsoft.com/office/drawing/2014/main" id="{10C6D035-AE23-750F-3999-1EF5A5F30F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1" name="Group 15">
            <a:extLst>
              <a:ext uri="{FF2B5EF4-FFF2-40B4-BE49-F238E27FC236}">
                <a16:creationId xmlns:a16="http://schemas.microsoft.com/office/drawing/2014/main" id="{66545B36-324D-1F9D-9E90-73340F7D48FA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3806" name="Oval 16">
              <a:extLst>
                <a:ext uri="{FF2B5EF4-FFF2-40B4-BE49-F238E27FC236}">
                  <a16:creationId xmlns:a16="http://schemas.microsoft.com/office/drawing/2014/main" id="{29EE1AC5-B31D-5687-371B-805C8CE25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7" name="Text Box 17">
              <a:extLst>
                <a:ext uri="{FF2B5EF4-FFF2-40B4-BE49-F238E27FC236}">
                  <a16:creationId xmlns:a16="http://schemas.microsoft.com/office/drawing/2014/main" id="{85AA1A26-368C-D3E1-3B79-6272E20AF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3802" name="Line 18">
            <a:extLst>
              <a:ext uri="{FF2B5EF4-FFF2-40B4-BE49-F238E27FC236}">
                <a16:creationId xmlns:a16="http://schemas.microsoft.com/office/drawing/2014/main" id="{87D19271-BBB1-FD4D-9215-32C5CDFA0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3" name="Group 19">
            <a:extLst>
              <a:ext uri="{FF2B5EF4-FFF2-40B4-BE49-F238E27FC236}">
                <a16:creationId xmlns:a16="http://schemas.microsoft.com/office/drawing/2014/main" id="{0BBFD703-9830-D4DB-270D-B059AF0F27A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828800"/>
            <a:ext cx="685800" cy="533400"/>
            <a:chOff x="2304" y="1296"/>
            <a:chExt cx="432" cy="336"/>
          </a:xfrm>
        </p:grpSpPr>
        <p:sp>
          <p:nvSpPr>
            <p:cNvPr id="33804" name="Oval 20">
              <a:extLst>
                <a:ext uri="{FF2B5EF4-FFF2-40B4-BE49-F238E27FC236}">
                  <a16:creationId xmlns:a16="http://schemas.microsoft.com/office/drawing/2014/main" id="{136F1A28-320C-5121-BCF7-7FB25323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5" name="Text Box 21">
              <a:extLst>
                <a:ext uri="{FF2B5EF4-FFF2-40B4-BE49-F238E27FC236}">
                  <a16:creationId xmlns:a16="http://schemas.microsoft.com/office/drawing/2014/main" id="{8EA04E59-EC16-1BA5-1A0D-20AC67399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8FA60C-E4BF-C960-3D61-A1F3F58037B2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>
            <a:extLst>
              <a:ext uri="{FF2B5EF4-FFF2-40B4-BE49-F238E27FC236}">
                <a16:creationId xmlns:a16="http://schemas.microsoft.com/office/drawing/2014/main" id="{74F81F73-96EC-6AF9-9767-D13F8F6C0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7, 18, 3, 5, 16, 20, 17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AD55D3C6-38EB-B3DD-E777-58D59BF4A51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5861" name="Oval 5">
              <a:extLst>
                <a:ext uri="{FF2B5EF4-FFF2-40B4-BE49-F238E27FC236}">
                  <a16:creationId xmlns:a16="http://schemas.microsoft.com/office/drawing/2014/main" id="{B4C92B49-4AD3-181C-6CE9-C51056C53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62" name="Text Box 6">
              <a:extLst>
                <a:ext uri="{FF2B5EF4-FFF2-40B4-BE49-F238E27FC236}">
                  <a16:creationId xmlns:a16="http://schemas.microsoft.com/office/drawing/2014/main" id="{CFB0C449-3DB4-59A6-3C42-588F27E62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5845" name="Group 7">
            <a:extLst>
              <a:ext uri="{FF2B5EF4-FFF2-40B4-BE49-F238E27FC236}">
                <a16:creationId xmlns:a16="http://schemas.microsoft.com/office/drawing/2014/main" id="{7F20C1D7-E5DE-EFF0-48E7-FD23AB2E4647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5859" name="Oval 8">
              <a:extLst>
                <a:ext uri="{FF2B5EF4-FFF2-40B4-BE49-F238E27FC236}">
                  <a16:creationId xmlns:a16="http://schemas.microsoft.com/office/drawing/2014/main" id="{1172A059-AF11-A87D-56D8-2B0417DB3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60" name="Text Box 9">
              <a:extLst>
                <a:ext uri="{FF2B5EF4-FFF2-40B4-BE49-F238E27FC236}">
                  <a16:creationId xmlns:a16="http://schemas.microsoft.com/office/drawing/2014/main" id="{5087ABD7-EC0A-3629-F6EC-D68C285C7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5846" name="Line 10">
            <a:extLst>
              <a:ext uri="{FF2B5EF4-FFF2-40B4-BE49-F238E27FC236}">
                <a16:creationId xmlns:a16="http://schemas.microsoft.com/office/drawing/2014/main" id="{BE328826-CF0F-3D56-3AAE-91931A179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7" name="Group 11">
            <a:extLst>
              <a:ext uri="{FF2B5EF4-FFF2-40B4-BE49-F238E27FC236}">
                <a16:creationId xmlns:a16="http://schemas.microsoft.com/office/drawing/2014/main" id="{E4A704EB-A44C-A339-AEC3-4C6F14E1BFE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5857" name="Oval 12">
              <a:extLst>
                <a:ext uri="{FF2B5EF4-FFF2-40B4-BE49-F238E27FC236}">
                  <a16:creationId xmlns:a16="http://schemas.microsoft.com/office/drawing/2014/main" id="{19704AC7-44C7-4834-2307-2AC63E7C0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8" name="Text Box 13">
              <a:extLst>
                <a:ext uri="{FF2B5EF4-FFF2-40B4-BE49-F238E27FC236}">
                  <a16:creationId xmlns:a16="http://schemas.microsoft.com/office/drawing/2014/main" id="{C6FC2D10-F84C-834D-C306-0DE618B4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5848" name="Line 14">
            <a:extLst>
              <a:ext uri="{FF2B5EF4-FFF2-40B4-BE49-F238E27FC236}">
                <a16:creationId xmlns:a16="http://schemas.microsoft.com/office/drawing/2014/main" id="{7C9AA222-BB93-EA80-981C-28ECFACBF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9" name="Group 15">
            <a:extLst>
              <a:ext uri="{FF2B5EF4-FFF2-40B4-BE49-F238E27FC236}">
                <a16:creationId xmlns:a16="http://schemas.microsoft.com/office/drawing/2014/main" id="{FE252D3B-43EF-88CB-414C-DA50077E303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5855" name="Oval 16">
              <a:extLst>
                <a:ext uri="{FF2B5EF4-FFF2-40B4-BE49-F238E27FC236}">
                  <a16:creationId xmlns:a16="http://schemas.microsoft.com/office/drawing/2014/main" id="{9EF5FC51-FAED-03A9-FE39-7589C0335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6" name="Text Box 17">
              <a:extLst>
                <a:ext uri="{FF2B5EF4-FFF2-40B4-BE49-F238E27FC236}">
                  <a16:creationId xmlns:a16="http://schemas.microsoft.com/office/drawing/2014/main" id="{A0CFFBE8-87E3-394B-8D3E-ED24C853E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5850" name="Line 18">
            <a:extLst>
              <a:ext uri="{FF2B5EF4-FFF2-40B4-BE49-F238E27FC236}">
                <a16:creationId xmlns:a16="http://schemas.microsoft.com/office/drawing/2014/main" id="{0B55A552-99FD-8B20-4E40-EF365885A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51" name="Group 19">
            <a:extLst>
              <a:ext uri="{FF2B5EF4-FFF2-40B4-BE49-F238E27FC236}">
                <a16:creationId xmlns:a16="http://schemas.microsoft.com/office/drawing/2014/main" id="{F1574372-ACEA-E615-FD22-C38502B8521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5853" name="Oval 20">
              <a:extLst>
                <a:ext uri="{FF2B5EF4-FFF2-40B4-BE49-F238E27FC236}">
                  <a16:creationId xmlns:a16="http://schemas.microsoft.com/office/drawing/2014/main" id="{F8B854FE-52D6-0569-8ED0-634A2E266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4" name="Text Box 21">
              <a:extLst>
                <a:ext uri="{FF2B5EF4-FFF2-40B4-BE49-F238E27FC236}">
                  <a16:creationId xmlns:a16="http://schemas.microsoft.com/office/drawing/2014/main" id="{FB876735-98B6-EFF8-501E-9B27C22F6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5852" name="Line 22">
            <a:extLst>
              <a:ext uri="{FF2B5EF4-FFF2-40B4-BE49-F238E27FC236}">
                <a16:creationId xmlns:a16="http://schemas.microsoft.com/office/drawing/2014/main" id="{C1B026A1-4A93-F8C8-C64C-56DCAF3C4A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6E9A5-E910-6800-2351-5AC3472FA92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9" name="Rectangle 3">
            <a:extLst>
              <a:ext uri="{FF2B5EF4-FFF2-40B4-BE49-F238E27FC236}">
                <a16:creationId xmlns:a16="http://schemas.microsoft.com/office/drawing/2014/main" id="{3D072FE0-9A6C-4E29-8ABF-D2A577665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18, 3, 5, 16, 20, 17, </a:t>
            </a:r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B0F2451A-5321-1F96-468B-EB3D1E6CE07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7912" name="Oval 5">
              <a:extLst>
                <a:ext uri="{FF2B5EF4-FFF2-40B4-BE49-F238E27FC236}">
                  <a16:creationId xmlns:a16="http://schemas.microsoft.com/office/drawing/2014/main" id="{22EC835D-437D-6CA2-2E7F-84191F3C9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13" name="Text Box 6">
              <a:extLst>
                <a:ext uri="{FF2B5EF4-FFF2-40B4-BE49-F238E27FC236}">
                  <a16:creationId xmlns:a16="http://schemas.microsoft.com/office/drawing/2014/main" id="{1E6166DC-49AD-76CC-3B6F-8B8AC21F6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7893" name="Group 7">
            <a:extLst>
              <a:ext uri="{FF2B5EF4-FFF2-40B4-BE49-F238E27FC236}">
                <a16:creationId xmlns:a16="http://schemas.microsoft.com/office/drawing/2014/main" id="{38343061-C673-DDB9-4D56-D91E26DA7B0F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7910" name="Oval 8">
              <a:extLst>
                <a:ext uri="{FF2B5EF4-FFF2-40B4-BE49-F238E27FC236}">
                  <a16:creationId xmlns:a16="http://schemas.microsoft.com/office/drawing/2014/main" id="{2E5EA0E7-2DCD-8D3E-7CC6-92F24579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11" name="Text Box 9">
              <a:extLst>
                <a:ext uri="{FF2B5EF4-FFF2-40B4-BE49-F238E27FC236}">
                  <a16:creationId xmlns:a16="http://schemas.microsoft.com/office/drawing/2014/main" id="{CEE26980-4F0E-5C9D-0F7B-3994AFFC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7894" name="Line 10">
            <a:extLst>
              <a:ext uri="{FF2B5EF4-FFF2-40B4-BE49-F238E27FC236}">
                <a16:creationId xmlns:a16="http://schemas.microsoft.com/office/drawing/2014/main" id="{9EEFEF77-FFD0-2C59-E681-17D5CEF83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5" name="Group 11">
            <a:extLst>
              <a:ext uri="{FF2B5EF4-FFF2-40B4-BE49-F238E27FC236}">
                <a16:creationId xmlns:a16="http://schemas.microsoft.com/office/drawing/2014/main" id="{4AFB7D5C-22C6-4539-8C6F-52DA501DD206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7908" name="Oval 12">
              <a:extLst>
                <a:ext uri="{FF2B5EF4-FFF2-40B4-BE49-F238E27FC236}">
                  <a16:creationId xmlns:a16="http://schemas.microsoft.com/office/drawing/2014/main" id="{17F6AA7D-0820-89D9-89A1-ABA3993B2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9" name="Text Box 13">
              <a:extLst>
                <a:ext uri="{FF2B5EF4-FFF2-40B4-BE49-F238E27FC236}">
                  <a16:creationId xmlns:a16="http://schemas.microsoft.com/office/drawing/2014/main" id="{71AD5172-FD4E-D74D-B726-BA000B5CB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7896" name="Line 14">
            <a:extLst>
              <a:ext uri="{FF2B5EF4-FFF2-40B4-BE49-F238E27FC236}">
                <a16:creationId xmlns:a16="http://schemas.microsoft.com/office/drawing/2014/main" id="{F841A920-729E-516E-DB8F-6994164A1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7" name="Group 15">
            <a:extLst>
              <a:ext uri="{FF2B5EF4-FFF2-40B4-BE49-F238E27FC236}">
                <a16:creationId xmlns:a16="http://schemas.microsoft.com/office/drawing/2014/main" id="{AD5BDDDA-2F67-17B6-788E-32AE694740C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7906" name="Oval 16">
              <a:extLst>
                <a:ext uri="{FF2B5EF4-FFF2-40B4-BE49-F238E27FC236}">
                  <a16:creationId xmlns:a16="http://schemas.microsoft.com/office/drawing/2014/main" id="{CC5024FD-A227-150A-BB12-7269DB46D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7" name="Text Box 17">
              <a:extLst>
                <a:ext uri="{FF2B5EF4-FFF2-40B4-BE49-F238E27FC236}">
                  <a16:creationId xmlns:a16="http://schemas.microsoft.com/office/drawing/2014/main" id="{FD12EEB7-08B7-9863-9865-25C7B9FB5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7898" name="Line 18">
            <a:extLst>
              <a:ext uri="{FF2B5EF4-FFF2-40B4-BE49-F238E27FC236}">
                <a16:creationId xmlns:a16="http://schemas.microsoft.com/office/drawing/2014/main" id="{0D35BB5E-3FCF-D086-2DFC-B2B92570A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9" name="Group 19">
            <a:extLst>
              <a:ext uri="{FF2B5EF4-FFF2-40B4-BE49-F238E27FC236}">
                <a16:creationId xmlns:a16="http://schemas.microsoft.com/office/drawing/2014/main" id="{33F40AD2-0EFC-FB9C-D631-D3D8CD61A787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7904" name="Oval 20">
              <a:extLst>
                <a:ext uri="{FF2B5EF4-FFF2-40B4-BE49-F238E27FC236}">
                  <a16:creationId xmlns:a16="http://schemas.microsoft.com/office/drawing/2014/main" id="{A03085E3-044E-5962-B0CF-FFEC71087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5" name="Text Box 21">
              <a:extLst>
                <a:ext uri="{FF2B5EF4-FFF2-40B4-BE49-F238E27FC236}">
                  <a16:creationId xmlns:a16="http://schemas.microsoft.com/office/drawing/2014/main" id="{FD632464-0D84-E509-1662-D53D8A06E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7900" name="Line 22">
            <a:extLst>
              <a:ext uri="{FF2B5EF4-FFF2-40B4-BE49-F238E27FC236}">
                <a16:creationId xmlns:a16="http://schemas.microsoft.com/office/drawing/2014/main" id="{6DE246DA-FE04-9DB8-299C-B2D51ADE97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901" name="Group 23">
            <a:extLst>
              <a:ext uri="{FF2B5EF4-FFF2-40B4-BE49-F238E27FC236}">
                <a16:creationId xmlns:a16="http://schemas.microsoft.com/office/drawing/2014/main" id="{034A07A1-892A-C11A-A781-D0066D538F0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828800"/>
            <a:ext cx="685800" cy="533400"/>
            <a:chOff x="2304" y="1296"/>
            <a:chExt cx="432" cy="336"/>
          </a:xfrm>
        </p:grpSpPr>
        <p:sp>
          <p:nvSpPr>
            <p:cNvPr id="37902" name="Oval 24">
              <a:extLst>
                <a:ext uri="{FF2B5EF4-FFF2-40B4-BE49-F238E27FC236}">
                  <a16:creationId xmlns:a16="http://schemas.microsoft.com/office/drawing/2014/main" id="{1498B0B2-715F-C6D8-91EA-CA0223CD6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3" name="Text Box 25">
              <a:extLst>
                <a:ext uri="{FF2B5EF4-FFF2-40B4-BE49-F238E27FC236}">
                  <a16:creationId xmlns:a16="http://schemas.microsoft.com/office/drawing/2014/main" id="{4E0844F6-37A0-7757-1016-D76B2C242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B544428-8B2A-81DD-76FE-2DA9FB5D438E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7" name="Rectangle 3">
            <a:extLst>
              <a:ext uri="{FF2B5EF4-FFF2-40B4-BE49-F238E27FC236}">
                <a16:creationId xmlns:a16="http://schemas.microsoft.com/office/drawing/2014/main" id="{A3150433-B8FF-EFC6-C6C3-99959E9D6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18, 3, 5, 16, 20, 17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B88E1F64-8541-40BD-AA07-5338FB9F72E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9961" name="Oval 5">
              <a:extLst>
                <a:ext uri="{FF2B5EF4-FFF2-40B4-BE49-F238E27FC236}">
                  <a16:creationId xmlns:a16="http://schemas.microsoft.com/office/drawing/2014/main" id="{9544FCC1-94CE-F37E-C27D-273496982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62" name="Text Box 6">
              <a:extLst>
                <a:ext uri="{FF2B5EF4-FFF2-40B4-BE49-F238E27FC236}">
                  <a16:creationId xmlns:a16="http://schemas.microsoft.com/office/drawing/2014/main" id="{4EF9CBD2-F8A2-126C-4FBE-940230DB4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9941" name="Group 7">
            <a:extLst>
              <a:ext uri="{FF2B5EF4-FFF2-40B4-BE49-F238E27FC236}">
                <a16:creationId xmlns:a16="http://schemas.microsoft.com/office/drawing/2014/main" id="{9247BA70-8450-A909-F023-353366682A2A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9959" name="Oval 8">
              <a:extLst>
                <a:ext uri="{FF2B5EF4-FFF2-40B4-BE49-F238E27FC236}">
                  <a16:creationId xmlns:a16="http://schemas.microsoft.com/office/drawing/2014/main" id="{9F0FF0CE-DA80-E974-1B1F-18B031012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60" name="Text Box 9">
              <a:extLst>
                <a:ext uri="{FF2B5EF4-FFF2-40B4-BE49-F238E27FC236}">
                  <a16:creationId xmlns:a16="http://schemas.microsoft.com/office/drawing/2014/main" id="{7F4090CE-981A-B12E-4769-482ECD63E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9942" name="Line 10">
            <a:extLst>
              <a:ext uri="{FF2B5EF4-FFF2-40B4-BE49-F238E27FC236}">
                <a16:creationId xmlns:a16="http://schemas.microsoft.com/office/drawing/2014/main" id="{4104B219-F794-46F6-A803-C907E81B5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3" name="Group 11">
            <a:extLst>
              <a:ext uri="{FF2B5EF4-FFF2-40B4-BE49-F238E27FC236}">
                <a16:creationId xmlns:a16="http://schemas.microsoft.com/office/drawing/2014/main" id="{3220CC80-D5DA-2763-8F58-21781D16F328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9957" name="Oval 12">
              <a:extLst>
                <a:ext uri="{FF2B5EF4-FFF2-40B4-BE49-F238E27FC236}">
                  <a16:creationId xmlns:a16="http://schemas.microsoft.com/office/drawing/2014/main" id="{3576F541-939E-1BC9-9B8F-D3D4B0240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A8A71C4F-95D0-6B61-6E15-E301F3E82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9944" name="Line 14">
            <a:extLst>
              <a:ext uri="{FF2B5EF4-FFF2-40B4-BE49-F238E27FC236}">
                <a16:creationId xmlns:a16="http://schemas.microsoft.com/office/drawing/2014/main" id="{76652C9D-786D-9051-B494-18AEB652EF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5" name="Group 15">
            <a:extLst>
              <a:ext uri="{FF2B5EF4-FFF2-40B4-BE49-F238E27FC236}">
                <a16:creationId xmlns:a16="http://schemas.microsoft.com/office/drawing/2014/main" id="{5D6A5AD7-7F5E-64CD-F28F-1E0705E3650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9955" name="Oval 16">
              <a:extLst>
                <a:ext uri="{FF2B5EF4-FFF2-40B4-BE49-F238E27FC236}">
                  <a16:creationId xmlns:a16="http://schemas.microsoft.com/office/drawing/2014/main" id="{2CE8BEA3-E9E1-1CEC-F54F-D1B19CE03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6" name="Text Box 17">
              <a:extLst>
                <a:ext uri="{FF2B5EF4-FFF2-40B4-BE49-F238E27FC236}">
                  <a16:creationId xmlns:a16="http://schemas.microsoft.com/office/drawing/2014/main" id="{236C8E73-D76A-2746-02FA-D023ACA70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9946" name="Line 18">
            <a:extLst>
              <a:ext uri="{FF2B5EF4-FFF2-40B4-BE49-F238E27FC236}">
                <a16:creationId xmlns:a16="http://schemas.microsoft.com/office/drawing/2014/main" id="{256C487F-0BB3-CA17-12E6-6299B5C9A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7" name="Group 19">
            <a:extLst>
              <a:ext uri="{FF2B5EF4-FFF2-40B4-BE49-F238E27FC236}">
                <a16:creationId xmlns:a16="http://schemas.microsoft.com/office/drawing/2014/main" id="{FA57481B-C361-D723-9B79-0FE1A85E364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9953" name="Oval 20">
              <a:extLst>
                <a:ext uri="{FF2B5EF4-FFF2-40B4-BE49-F238E27FC236}">
                  <a16:creationId xmlns:a16="http://schemas.microsoft.com/office/drawing/2014/main" id="{ABBFEED4-2794-8551-748C-2B5EC6EBF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4" name="Text Box 21">
              <a:extLst>
                <a:ext uri="{FF2B5EF4-FFF2-40B4-BE49-F238E27FC236}">
                  <a16:creationId xmlns:a16="http://schemas.microsoft.com/office/drawing/2014/main" id="{3D2C66A4-ACEB-EB70-3386-AF2D7CEB8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9948" name="Line 22">
            <a:extLst>
              <a:ext uri="{FF2B5EF4-FFF2-40B4-BE49-F238E27FC236}">
                <a16:creationId xmlns:a16="http://schemas.microsoft.com/office/drawing/2014/main" id="{B9CA6EE9-5725-28ED-3B4D-22AC7F76D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9" name="Group 23">
            <a:extLst>
              <a:ext uri="{FF2B5EF4-FFF2-40B4-BE49-F238E27FC236}">
                <a16:creationId xmlns:a16="http://schemas.microsoft.com/office/drawing/2014/main" id="{D5A3F0FE-DC8D-C001-BBD8-20085D419717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39951" name="Oval 24">
              <a:extLst>
                <a:ext uri="{FF2B5EF4-FFF2-40B4-BE49-F238E27FC236}">
                  <a16:creationId xmlns:a16="http://schemas.microsoft.com/office/drawing/2014/main" id="{FBCF5A18-0035-97B4-D611-9EAB81C2E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2" name="Text Box 25">
              <a:extLst>
                <a:ext uri="{FF2B5EF4-FFF2-40B4-BE49-F238E27FC236}">
                  <a16:creationId xmlns:a16="http://schemas.microsoft.com/office/drawing/2014/main" id="{D4F1622E-7D00-0543-1759-EF6F60894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39950" name="Line 26">
            <a:extLst>
              <a:ext uri="{FF2B5EF4-FFF2-40B4-BE49-F238E27FC236}">
                <a16:creationId xmlns:a16="http://schemas.microsoft.com/office/drawing/2014/main" id="{240878C1-03D5-B147-887D-7C0430B85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4B723-2E76-E6BF-68CB-3E7E91B2BAD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5" name="Rectangle 3">
            <a:extLst>
              <a:ext uri="{FF2B5EF4-FFF2-40B4-BE49-F238E27FC236}">
                <a16:creationId xmlns:a16="http://schemas.microsoft.com/office/drawing/2014/main" id="{BB2599BD-A33B-E7F5-C02A-EBF377FE7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3, 5, 16, 20, 17</a:t>
            </a:r>
          </a:p>
        </p:txBody>
      </p:sp>
      <p:grpSp>
        <p:nvGrpSpPr>
          <p:cNvPr id="41988" name="Group 4">
            <a:extLst>
              <a:ext uri="{FF2B5EF4-FFF2-40B4-BE49-F238E27FC236}">
                <a16:creationId xmlns:a16="http://schemas.microsoft.com/office/drawing/2014/main" id="{959E0C81-0CAB-1ED7-99E5-8FF253E70BC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2012" name="Oval 5">
              <a:extLst>
                <a:ext uri="{FF2B5EF4-FFF2-40B4-BE49-F238E27FC236}">
                  <a16:creationId xmlns:a16="http://schemas.microsoft.com/office/drawing/2014/main" id="{D3221E81-05CC-A813-CEF1-099790A7C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13" name="Text Box 6">
              <a:extLst>
                <a:ext uri="{FF2B5EF4-FFF2-40B4-BE49-F238E27FC236}">
                  <a16:creationId xmlns:a16="http://schemas.microsoft.com/office/drawing/2014/main" id="{D19D5BD1-B18D-84C7-3CEE-2F697CA7B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1989" name="Group 7">
            <a:extLst>
              <a:ext uri="{FF2B5EF4-FFF2-40B4-BE49-F238E27FC236}">
                <a16:creationId xmlns:a16="http://schemas.microsoft.com/office/drawing/2014/main" id="{B1866C77-F802-6B4E-EA95-215C1DB3248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2010" name="Oval 8">
              <a:extLst>
                <a:ext uri="{FF2B5EF4-FFF2-40B4-BE49-F238E27FC236}">
                  <a16:creationId xmlns:a16="http://schemas.microsoft.com/office/drawing/2014/main" id="{36EFC98F-D211-F24B-F99D-8A940E6A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11" name="Text Box 9">
              <a:extLst>
                <a:ext uri="{FF2B5EF4-FFF2-40B4-BE49-F238E27FC236}">
                  <a16:creationId xmlns:a16="http://schemas.microsoft.com/office/drawing/2014/main" id="{77C1EA63-D7A2-D6AA-ABFD-D9678C730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1990" name="Line 10">
            <a:extLst>
              <a:ext uri="{FF2B5EF4-FFF2-40B4-BE49-F238E27FC236}">
                <a16:creationId xmlns:a16="http://schemas.microsoft.com/office/drawing/2014/main" id="{36858CB7-B00C-330C-AA85-359DD73F6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1" name="Group 11">
            <a:extLst>
              <a:ext uri="{FF2B5EF4-FFF2-40B4-BE49-F238E27FC236}">
                <a16:creationId xmlns:a16="http://schemas.microsoft.com/office/drawing/2014/main" id="{804C68B8-5D30-F59C-D65D-2F08C29E174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2008" name="Oval 12">
              <a:extLst>
                <a:ext uri="{FF2B5EF4-FFF2-40B4-BE49-F238E27FC236}">
                  <a16:creationId xmlns:a16="http://schemas.microsoft.com/office/drawing/2014/main" id="{F14AE29C-1790-7361-7030-D04101E39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9" name="Text Box 13">
              <a:extLst>
                <a:ext uri="{FF2B5EF4-FFF2-40B4-BE49-F238E27FC236}">
                  <a16:creationId xmlns:a16="http://schemas.microsoft.com/office/drawing/2014/main" id="{5B31952C-7B46-CF9F-D03B-0B1438CCC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1992" name="Line 14">
            <a:extLst>
              <a:ext uri="{FF2B5EF4-FFF2-40B4-BE49-F238E27FC236}">
                <a16:creationId xmlns:a16="http://schemas.microsoft.com/office/drawing/2014/main" id="{F3198163-C7C5-7E2D-BF54-CCD1311FFC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3" name="Group 15">
            <a:extLst>
              <a:ext uri="{FF2B5EF4-FFF2-40B4-BE49-F238E27FC236}">
                <a16:creationId xmlns:a16="http://schemas.microsoft.com/office/drawing/2014/main" id="{8B78783A-B708-4EA3-54E9-CB3603B42A42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2006" name="Oval 16">
              <a:extLst>
                <a:ext uri="{FF2B5EF4-FFF2-40B4-BE49-F238E27FC236}">
                  <a16:creationId xmlns:a16="http://schemas.microsoft.com/office/drawing/2014/main" id="{58B14D01-4EDB-3002-7CB6-37A1826C3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7" name="Text Box 17">
              <a:extLst>
                <a:ext uri="{FF2B5EF4-FFF2-40B4-BE49-F238E27FC236}">
                  <a16:creationId xmlns:a16="http://schemas.microsoft.com/office/drawing/2014/main" id="{19267C92-951C-4CA6-3CA0-413E4AC06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1994" name="Line 18">
            <a:extLst>
              <a:ext uri="{FF2B5EF4-FFF2-40B4-BE49-F238E27FC236}">
                <a16:creationId xmlns:a16="http://schemas.microsoft.com/office/drawing/2014/main" id="{11DAF35E-956F-ED49-CCAE-28EFEB6CB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5" name="Group 19">
            <a:extLst>
              <a:ext uri="{FF2B5EF4-FFF2-40B4-BE49-F238E27FC236}">
                <a16:creationId xmlns:a16="http://schemas.microsoft.com/office/drawing/2014/main" id="{6BACFAA2-1A8A-679A-3A5C-E7BFD285683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2004" name="Oval 20">
              <a:extLst>
                <a:ext uri="{FF2B5EF4-FFF2-40B4-BE49-F238E27FC236}">
                  <a16:creationId xmlns:a16="http://schemas.microsoft.com/office/drawing/2014/main" id="{D6C42C16-A4F6-62B3-1C21-405072AB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5" name="Text Box 21">
              <a:extLst>
                <a:ext uri="{FF2B5EF4-FFF2-40B4-BE49-F238E27FC236}">
                  <a16:creationId xmlns:a16="http://schemas.microsoft.com/office/drawing/2014/main" id="{916D8D56-446B-C282-4E94-25580A8E0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1996" name="Line 22">
            <a:extLst>
              <a:ext uri="{FF2B5EF4-FFF2-40B4-BE49-F238E27FC236}">
                <a16:creationId xmlns:a16="http://schemas.microsoft.com/office/drawing/2014/main" id="{FD71D960-245E-7A24-0F83-52C7B2314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7" name="Group 23">
            <a:extLst>
              <a:ext uri="{FF2B5EF4-FFF2-40B4-BE49-F238E27FC236}">
                <a16:creationId xmlns:a16="http://schemas.microsoft.com/office/drawing/2014/main" id="{51A6D860-70E4-8C3D-68B0-3E75DFCA3CD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2002" name="Oval 24">
              <a:extLst>
                <a:ext uri="{FF2B5EF4-FFF2-40B4-BE49-F238E27FC236}">
                  <a16:creationId xmlns:a16="http://schemas.microsoft.com/office/drawing/2014/main" id="{947171CA-9A92-EA9F-E561-D5B19ACBA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3" name="Text Box 25">
              <a:extLst>
                <a:ext uri="{FF2B5EF4-FFF2-40B4-BE49-F238E27FC236}">
                  <a16:creationId xmlns:a16="http://schemas.microsoft.com/office/drawing/2014/main" id="{741C04F7-E4DE-D6B3-BFE6-788B93C0F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1998" name="Line 26">
            <a:extLst>
              <a:ext uri="{FF2B5EF4-FFF2-40B4-BE49-F238E27FC236}">
                <a16:creationId xmlns:a16="http://schemas.microsoft.com/office/drawing/2014/main" id="{8ACBD7DD-879F-7A54-B871-86EE23DCF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9" name="Group 27">
            <a:extLst>
              <a:ext uri="{FF2B5EF4-FFF2-40B4-BE49-F238E27FC236}">
                <a16:creationId xmlns:a16="http://schemas.microsoft.com/office/drawing/2014/main" id="{4C63A3D6-210D-6AB0-3BF3-FFB455A223C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42000" name="Oval 28">
              <a:extLst>
                <a:ext uri="{FF2B5EF4-FFF2-40B4-BE49-F238E27FC236}">
                  <a16:creationId xmlns:a16="http://schemas.microsoft.com/office/drawing/2014/main" id="{25C62579-F413-37C9-C982-408AE8605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1" name="Text Box 29">
              <a:extLst>
                <a:ext uri="{FF2B5EF4-FFF2-40B4-BE49-F238E27FC236}">
                  <a16:creationId xmlns:a16="http://schemas.microsoft.com/office/drawing/2014/main" id="{9E71CF60-4D28-4CE3-4A77-332DE09C2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533A65-F04D-B91D-BF8D-671D537350B3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>
            <a:extLst>
              <a:ext uri="{FF2B5EF4-FFF2-40B4-BE49-F238E27FC236}">
                <a16:creationId xmlns:a16="http://schemas.microsoft.com/office/drawing/2014/main" id="{F309790E-2B16-EAF0-8814-01D47E069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3, 5, 16, 20, 17</a:t>
            </a:r>
          </a:p>
        </p:txBody>
      </p:sp>
      <p:grpSp>
        <p:nvGrpSpPr>
          <p:cNvPr id="44036" name="Group 4">
            <a:extLst>
              <a:ext uri="{FF2B5EF4-FFF2-40B4-BE49-F238E27FC236}">
                <a16:creationId xmlns:a16="http://schemas.microsoft.com/office/drawing/2014/main" id="{654237D7-1ACA-1501-2CAB-8CA25F828B0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4061" name="Oval 5">
              <a:extLst>
                <a:ext uri="{FF2B5EF4-FFF2-40B4-BE49-F238E27FC236}">
                  <a16:creationId xmlns:a16="http://schemas.microsoft.com/office/drawing/2014/main" id="{EAEF26F6-B14A-4CC3-4F31-46CEAC194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62" name="Text Box 6">
              <a:extLst>
                <a:ext uri="{FF2B5EF4-FFF2-40B4-BE49-F238E27FC236}">
                  <a16:creationId xmlns:a16="http://schemas.microsoft.com/office/drawing/2014/main" id="{EF3B82B7-EA38-2FDD-0C7F-C068C0BA2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4037" name="Group 7">
            <a:extLst>
              <a:ext uri="{FF2B5EF4-FFF2-40B4-BE49-F238E27FC236}">
                <a16:creationId xmlns:a16="http://schemas.microsoft.com/office/drawing/2014/main" id="{AFB26FA3-C426-83E4-76EB-08E70FED2B6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4059" name="Oval 8">
              <a:extLst>
                <a:ext uri="{FF2B5EF4-FFF2-40B4-BE49-F238E27FC236}">
                  <a16:creationId xmlns:a16="http://schemas.microsoft.com/office/drawing/2014/main" id="{6A29EC27-177E-72B1-2B72-351D35FD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60" name="Text Box 9">
              <a:extLst>
                <a:ext uri="{FF2B5EF4-FFF2-40B4-BE49-F238E27FC236}">
                  <a16:creationId xmlns:a16="http://schemas.microsoft.com/office/drawing/2014/main" id="{A2062DC2-23B3-961C-73E0-A300D8F66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4038" name="Line 10">
            <a:extLst>
              <a:ext uri="{FF2B5EF4-FFF2-40B4-BE49-F238E27FC236}">
                <a16:creationId xmlns:a16="http://schemas.microsoft.com/office/drawing/2014/main" id="{DBF950B3-1029-B643-BDF8-37FC2865D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39" name="Group 11">
            <a:extLst>
              <a:ext uri="{FF2B5EF4-FFF2-40B4-BE49-F238E27FC236}">
                <a16:creationId xmlns:a16="http://schemas.microsoft.com/office/drawing/2014/main" id="{DA061969-D19C-5BB4-CD38-1C22B43DE7D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4057" name="Oval 12">
              <a:extLst>
                <a:ext uri="{FF2B5EF4-FFF2-40B4-BE49-F238E27FC236}">
                  <a16:creationId xmlns:a16="http://schemas.microsoft.com/office/drawing/2014/main" id="{AB77C745-AF56-CEE7-A5A3-728A32E6F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8" name="Text Box 13">
              <a:extLst>
                <a:ext uri="{FF2B5EF4-FFF2-40B4-BE49-F238E27FC236}">
                  <a16:creationId xmlns:a16="http://schemas.microsoft.com/office/drawing/2014/main" id="{75131EE3-8C38-3264-D039-D83DB5AA9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4040" name="Line 14">
            <a:extLst>
              <a:ext uri="{FF2B5EF4-FFF2-40B4-BE49-F238E27FC236}">
                <a16:creationId xmlns:a16="http://schemas.microsoft.com/office/drawing/2014/main" id="{35CCCF4A-1B6D-189B-F90B-E5BC8C7BE0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1" name="Group 15">
            <a:extLst>
              <a:ext uri="{FF2B5EF4-FFF2-40B4-BE49-F238E27FC236}">
                <a16:creationId xmlns:a16="http://schemas.microsoft.com/office/drawing/2014/main" id="{2BCDFAA8-95ED-72C6-7137-9CC96B9093A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4055" name="Oval 16">
              <a:extLst>
                <a:ext uri="{FF2B5EF4-FFF2-40B4-BE49-F238E27FC236}">
                  <a16:creationId xmlns:a16="http://schemas.microsoft.com/office/drawing/2014/main" id="{FC66AC35-CB4B-0E82-BB06-981DB62F4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6" name="Text Box 17">
              <a:extLst>
                <a:ext uri="{FF2B5EF4-FFF2-40B4-BE49-F238E27FC236}">
                  <a16:creationId xmlns:a16="http://schemas.microsoft.com/office/drawing/2014/main" id="{A80D8EBD-6DCA-832E-A2F6-CE255B741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4042" name="Line 18">
            <a:extLst>
              <a:ext uri="{FF2B5EF4-FFF2-40B4-BE49-F238E27FC236}">
                <a16:creationId xmlns:a16="http://schemas.microsoft.com/office/drawing/2014/main" id="{94DB391D-C43C-503D-1A5D-90A16252B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3" name="Group 19">
            <a:extLst>
              <a:ext uri="{FF2B5EF4-FFF2-40B4-BE49-F238E27FC236}">
                <a16:creationId xmlns:a16="http://schemas.microsoft.com/office/drawing/2014/main" id="{78FB01CF-C085-180D-A7C4-0C06CA91509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4053" name="Oval 20">
              <a:extLst>
                <a:ext uri="{FF2B5EF4-FFF2-40B4-BE49-F238E27FC236}">
                  <a16:creationId xmlns:a16="http://schemas.microsoft.com/office/drawing/2014/main" id="{C52E3DDF-8D1A-40DF-62C1-4D4EBEE16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4" name="Text Box 21">
              <a:extLst>
                <a:ext uri="{FF2B5EF4-FFF2-40B4-BE49-F238E27FC236}">
                  <a16:creationId xmlns:a16="http://schemas.microsoft.com/office/drawing/2014/main" id="{CA20A0CF-3707-9C9D-C3E9-CFA7D6A5E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4044" name="Line 22">
            <a:extLst>
              <a:ext uri="{FF2B5EF4-FFF2-40B4-BE49-F238E27FC236}">
                <a16:creationId xmlns:a16="http://schemas.microsoft.com/office/drawing/2014/main" id="{401E3561-F5A3-B3F6-D232-FD22289E4F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5" name="Group 23">
            <a:extLst>
              <a:ext uri="{FF2B5EF4-FFF2-40B4-BE49-F238E27FC236}">
                <a16:creationId xmlns:a16="http://schemas.microsoft.com/office/drawing/2014/main" id="{F35A0914-D475-29A8-C375-8206590C7222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4051" name="Oval 24">
              <a:extLst>
                <a:ext uri="{FF2B5EF4-FFF2-40B4-BE49-F238E27FC236}">
                  <a16:creationId xmlns:a16="http://schemas.microsoft.com/office/drawing/2014/main" id="{9EC1D870-B2EC-8D54-7BA2-E5D7C22A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2" name="Text Box 25">
              <a:extLst>
                <a:ext uri="{FF2B5EF4-FFF2-40B4-BE49-F238E27FC236}">
                  <a16:creationId xmlns:a16="http://schemas.microsoft.com/office/drawing/2014/main" id="{21E4C732-6B17-1F93-DBD8-A25D1F52B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4046" name="Line 26">
            <a:extLst>
              <a:ext uri="{FF2B5EF4-FFF2-40B4-BE49-F238E27FC236}">
                <a16:creationId xmlns:a16="http://schemas.microsoft.com/office/drawing/2014/main" id="{34B14EB8-7625-7177-C75A-0E441E7F4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7" name="Group 27">
            <a:extLst>
              <a:ext uri="{FF2B5EF4-FFF2-40B4-BE49-F238E27FC236}">
                <a16:creationId xmlns:a16="http://schemas.microsoft.com/office/drawing/2014/main" id="{F9A2715A-01F5-3F74-4EC4-A13FFF7542B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4049" name="Oval 28">
              <a:extLst>
                <a:ext uri="{FF2B5EF4-FFF2-40B4-BE49-F238E27FC236}">
                  <a16:creationId xmlns:a16="http://schemas.microsoft.com/office/drawing/2014/main" id="{41C77877-364B-467C-B3D8-69C69E9A7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0" name="Text Box 29">
              <a:extLst>
                <a:ext uri="{FF2B5EF4-FFF2-40B4-BE49-F238E27FC236}">
                  <a16:creationId xmlns:a16="http://schemas.microsoft.com/office/drawing/2014/main" id="{C5B1C0DF-4656-C653-F13A-DDDEF6BB0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4048" name="Line 30">
            <a:extLst>
              <a:ext uri="{FF2B5EF4-FFF2-40B4-BE49-F238E27FC236}">
                <a16:creationId xmlns:a16="http://schemas.microsoft.com/office/drawing/2014/main" id="{C2BD8243-2E30-F7D2-9358-F4C8AE41A6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CFA43-65B4-CB39-B370-E5EEA48C99F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Rectangle 3">
            <a:extLst>
              <a:ext uri="{FF2B5EF4-FFF2-40B4-BE49-F238E27FC236}">
                <a16:creationId xmlns:a16="http://schemas.microsoft.com/office/drawing/2014/main" id="{687D64DD-AB36-534F-44E4-4491DA471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5, 16, 4, 20, 17</a:t>
            </a:r>
          </a:p>
        </p:txBody>
      </p:sp>
      <p:grpSp>
        <p:nvGrpSpPr>
          <p:cNvPr id="46084" name="Group 4">
            <a:extLst>
              <a:ext uri="{FF2B5EF4-FFF2-40B4-BE49-F238E27FC236}">
                <a16:creationId xmlns:a16="http://schemas.microsoft.com/office/drawing/2014/main" id="{B6B921CA-EB60-F1C1-4CB4-CB091469F7D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6112" name="Oval 5">
              <a:extLst>
                <a:ext uri="{FF2B5EF4-FFF2-40B4-BE49-F238E27FC236}">
                  <a16:creationId xmlns:a16="http://schemas.microsoft.com/office/drawing/2014/main" id="{7F26888C-3FA8-A865-429A-CCCA3DFA8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13" name="Text Box 6">
              <a:extLst>
                <a:ext uri="{FF2B5EF4-FFF2-40B4-BE49-F238E27FC236}">
                  <a16:creationId xmlns:a16="http://schemas.microsoft.com/office/drawing/2014/main" id="{2A759A87-2A66-93B8-B0D5-F9041B1A2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6085" name="Group 7">
            <a:extLst>
              <a:ext uri="{FF2B5EF4-FFF2-40B4-BE49-F238E27FC236}">
                <a16:creationId xmlns:a16="http://schemas.microsoft.com/office/drawing/2014/main" id="{114CCD32-7299-7B48-761E-657AAE4CC00A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6110" name="Oval 8">
              <a:extLst>
                <a:ext uri="{FF2B5EF4-FFF2-40B4-BE49-F238E27FC236}">
                  <a16:creationId xmlns:a16="http://schemas.microsoft.com/office/drawing/2014/main" id="{222F80FE-22C7-CEC4-1AEF-DE3A17D1A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11" name="Text Box 9">
              <a:extLst>
                <a:ext uri="{FF2B5EF4-FFF2-40B4-BE49-F238E27FC236}">
                  <a16:creationId xmlns:a16="http://schemas.microsoft.com/office/drawing/2014/main" id="{3178B242-07C1-EC6D-3794-9252EAA24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6086" name="Line 10">
            <a:extLst>
              <a:ext uri="{FF2B5EF4-FFF2-40B4-BE49-F238E27FC236}">
                <a16:creationId xmlns:a16="http://schemas.microsoft.com/office/drawing/2014/main" id="{09B906B9-13AF-EF74-8E6B-584D7AC06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87" name="Group 11">
            <a:extLst>
              <a:ext uri="{FF2B5EF4-FFF2-40B4-BE49-F238E27FC236}">
                <a16:creationId xmlns:a16="http://schemas.microsoft.com/office/drawing/2014/main" id="{75ED143D-25ED-3D56-4B65-567DAFF7EB6A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6108" name="Oval 12">
              <a:extLst>
                <a:ext uri="{FF2B5EF4-FFF2-40B4-BE49-F238E27FC236}">
                  <a16:creationId xmlns:a16="http://schemas.microsoft.com/office/drawing/2014/main" id="{FF407B09-A49B-0C37-F86E-32AA1B5A6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9" name="Text Box 13">
              <a:extLst>
                <a:ext uri="{FF2B5EF4-FFF2-40B4-BE49-F238E27FC236}">
                  <a16:creationId xmlns:a16="http://schemas.microsoft.com/office/drawing/2014/main" id="{F6B1C639-6F41-313E-AD41-E91FCC41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6088" name="Line 14">
            <a:extLst>
              <a:ext uri="{FF2B5EF4-FFF2-40B4-BE49-F238E27FC236}">
                <a16:creationId xmlns:a16="http://schemas.microsoft.com/office/drawing/2014/main" id="{EE7FDE63-3801-1945-DE21-3167C0AD3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89" name="Group 15">
            <a:extLst>
              <a:ext uri="{FF2B5EF4-FFF2-40B4-BE49-F238E27FC236}">
                <a16:creationId xmlns:a16="http://schemas.microsoft.com/office/drawing/2014/main" id="{540EB522-9C5B-DB8C-90D6-032897036B9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6106" name="Oval 16">
              <a:extLst>
                <a:ext uri="{FF2B5EF4-FFF2-40B4-BE49-F238E27FC236}">
                  <a16:creationId xmlns:a16="http://schemas.microsoft.com/office/drawing/2014/main" id="{16638C8A-B571-45D4-E712-8BE2EEDBB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7" name="Text Box 17">
              <a:extLst>
                <a:ext uri="{FF2B5EF4-FFF2-40B4-BE49-F238E27FC236}">
                  <a16:creationId xmlns:a16="http://schemas.microsoft.com/office/drawing/2014/main" id="{4F58FA15-FD6D-49C0-47E7-37B8E032A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6090" name="Line 18">
            <a:extLst>
              <a:ext uri="{FF2B5EF4-FFF2-40B4-BE49-F238E27FC236}">
                <a16:creationId xmlns:a16="http://schemas.microsoft.com/office/drawing/2014/main" id="{992689CA-ACF5-C860-1136-99881F38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1" name="Group 19">
            <a:extLst>
              <a:ext uri="{FF2B5EF4-FFF2-40B4-BE49-F238E27FC236}">
                <a16:creationId xmlns:a16="http://schemas.microsoft.com/office/drawing/2014/main" id="{53C31755-8679-BFFA-C537-122BA6BF2C1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6104" name="Oval 20">
              <a:extLst>
                <a:ext uri="{FF2B5EF4-FFF2-40B4-BE49-F238E27FC236}">
                  <a16:creationId xmlns:a16="http://schemas.microsoft.com/office/drawing/2014/main" id="{7655152C-101E-A889-8F75-798D1C8B8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5" name="Text Box 21">
              <a:extLst>
                <a:ext uri="{FF2B5EF4-FFF2-40B4-BE49-F238E27FC236}">
                  <a16:creationId xmlns:a16="http://schemas.microsoft.com/office/drawing/2014/main" id="{C70B1EFD-F449-82B7-B00E-A1776B593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6092" name="Line 22">
            <a:extLst>
              <a:ext uri="{FF2B5EF4-FFF2-40B4-BE49-F238E27FC236}">
                <a16:creationId xmlns:a16="http://schemas.microsoft.com/office/drawing/2014/main" id="{85AAAB62-1CFB-E8A6-684C-E0F43A2F82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3" name="Group 23">
            <a:extLst>
              <a:ext uri="{FF2B5EF4-FFF2-40B4-BE49-F238E27FC236}">
                <a16:creationId xmlns:a16="http://schemas.microsoft.com/office/drawing/2014/main" id="{F4079C47-E253-EB62-B52E-DF64B6DD9B7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6102" name="Oval 24">
              <a:extLst>
                <a:ext uri="{FF2B5EF4-FFF2-40B4-BE49-F238E27FC236}">
                  <a16:creationId xmlns:a16="http://schemas.microsoft.com/office/drawing/2014/main" id="{F5E0D155-1547-F0A1-3FE1-B5159CB4C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3" name="Text Box 25">
              <a:extLst>
                <a:ext uri="{FF2B5EF4-FFF2-40B4-BE49-F238E27FC236}">
                  <a16:creationId xmlns:a16="http://schemas.microsoft.com/office/drawing/2014/main" id="{4CC5600D-D7C1-0733-D631-46F628F23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6094" name="Line 26">
            <a:extLst>
              <a:ext uri="{FF2B5EF4-FFF2-40B4-BE49-F238E27FC236}">
                <a16:creationId xmlns:a16="http://schemas.microsoft.com/office/drawing/2014/main" id="{8C750CF4-C29E-ADD7-0D08-0185166C8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5" name="Group 27">
            <a:extLst>
              <a:ext uri="{FF2B5EF4-FFF2-40B4-BE49-F238E27FC236}">
                <a16:creationId xmlns:a16="http://schemas.microsoft.com/office/drawing/2014/main" id="{A9A6CE41-FF65-A2B4-7E4A-71096BCFC8F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6100" name="Oval 28">
              <a:extLst>
                <a:ext uri="{FF2B5EF4-FFF2-40B4-BE49-F238E27FC236}">
                  <a16:creationId xmlns:a16="http://schemas.microsoft.com/office/drawing/2014/main" id="{B6FDF0B2-7AAB-81CA-F1C3-538DED41F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1" name="Text Box 29">
              <a:extLst>
                <a:ext uri="{FF2B5EF4-FFF2-40B4-BE49-F238E27FC236}">
                  <a16:creationId xmlns:a16="http://schemas.microsoft.com/office/drawing/2014/main" id="{1B1351F0-056A-B81C-2CD3-B10B8914E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6096" name="Line 30">
            <a:extLst>
              <a:ext uri="{FF2B5EF4-FFF2-40B4-BE49-F238E27FC236}">
                <a16:creationId xmlns:a16="http://schemas.microsoft.com/office/drawing/2014/main" id="{7A088807-A0A4-21E5-15AC-03DF7C8F0C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7" name="Group 31">
            <a:extLst>
              <a:ext uri="{FF2B5EF4-FFF2-40B4-BE49-F238E27FC236}">
                <a16:creationId xmlns:a16="http://schemas.microsoft.com/office/drawing/2014/main" id="{A5679151-48BB-94D7-B5D0-FF5DE2892CC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28800"/>
            <a:ext cx="685800" cy="533400"/>
            <a:chOff x="2304" y="1296"/>
            <a:chExt cx="432" cy="336"/>
          </a:xfrm>
        </p:grpSpPr>
        <p:sp>
          <p:nvSpPr>
            <p:cNvPr id="46098" name="Oval 32">
              <a:extLst>
                <a:ext uri="{FF2B5EF4-FFF2-40B4-BE49-F238E27FC236}">
                  <a16:creationId xmlns:a16="http://schemas.microsoft.com/office/drawing/2014/main" id="{BF056BD3-88FB-69B8-74C0-5598314BC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099" name="Text Box 33">
              <a:extLst>
                <a:ext uri="{FF2B5EF4-FFF2-40B4-BE49-F238E27FC236}">
                  <a16:creationId xmlns:a16="http://schemas.microsoft.com/office/drawing/2014/main" id="{284BBA70-0F92-6744-F860-0FD40AA0F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DC4C80D-397C-4D46-EC3B-1A84CFD14B59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9" name="Rectangle 3">
            <a:extLst>
              <a:ext uri="{FF2B5EF4-FFF2-40B4-BE49-F238E27FC236}">
                <a16:creationId xmlns:a16="http://schemas.microsoft.com/office/drawing/2014/main" id="{93BF255B-4575-6D58-D38D-8AD29468D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5, 16, 20, 17</a:t>
            </a:r>
          </a:p>
        </p:txBody>
      </p:sp>
      <p:grpSp>
        <p:nvGrpSpPr>
          <p:cNvPr id="48132" name="Group 4">
            <a:extLst>
              <a:ext uri="{FF2B5EF4-FFF2-40B4-BE49-F238E27FC236}">
                <a16:creationId xmlns:a16="http://schemas.microsoft.com/office/drawing/2014/main" id="{43CB767B-0C66-4431-C5B2-E2AAFDAF570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8161" name="Oval 5">
              <a:extLst>
                <a:ext uri="{FF2B5EF4-FFF2-40B4-BE49-F238E27FC236}">
                  <a16:creationId xmlns:a16="http://schemas.microsoft.com/office/drawing/2014/main" id="{CCD10EB0-01AA-EB93-3E53-5D9351108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62" name="Text Box 6">
              <a:extLst>
                <a:ext uri="{FF2B5EF4-FFF2-40B4-BE49-F238E27FC236}">
                  <a16:creationId xmlns:a16="http://schemas.microsoft.com/office/drawing/2014/main" id="{AE296FA1-459A-6DF6-159B-60D335686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8133" name="Group 7">
            <a:extLst>
              <a:ext uri="{FF2B5EF4-FFF2-40B4-BE49-F238E27FC236}">
                <a16:creationId xmlns:a16="http://schemas.microsoft.com/office/drawing/2014/main" id="{CBCD5D85-2F05-C65F-C551-745BEB711BC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8159" name="Oval 8">
              <a:extLst>
                <a:ext uri="{FF2B5EF4-FFF2-40B4-BE49-F238E27FC236}">
                  <a16:creationId xmlns:a16="http://schemas.microsoft.com/office/drawing/2014/main" id="{A27A6396-4CD3-4EBF-7291-863B062FE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60" name="Text Box 9">
              <a:extLst>
                <a:ext uri="{FF2B5EF4-FFF2-40B4-BE49-F238E27FC236}">
                  <a16:creationId xmlns:a16="http://schemas.microsoft.com/office/drawing/2014/main" id="{98F1D908-5E4D-89B8-119D-6C41D751C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8134" name="Line 10">
            <a:extLst>
              <a:ext uri="{FF2B5EF4-FFF2-40B4-BE49-F238E27FC236}">
                <a16:creationId xmlns:a16="http://schemas.microsoft.com/office/drawing/2014/main" id="{E6C51210-79F3-1024-5A4F-C35B8F7B9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5" name="Group 11">
            <a:extLst>
              <a:ext uri="{FF2B5EF4-FFF2-40B4-BE49-F238E27FC236}">
                <a16:creationId xmlns:a16="http://schemas.microsoft.com/office/drawing/2014/main" id="{3DB247B9-2658-96E9-46C5-D5FCBA8FFC6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8157" name="Oval 12">
              <a:extLst>
                <a:ext uri="{FF2B5EF4-FFF2-40B4-BE49-F238E27FC236}">
                  <a16:creationId xmlns:a16="http://schemas.microsoft.com/office/drawing/2014/main" id="{B4000851-B8DE-EE18-B60D-D7ECE3380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8" name="Text Box 13">
              <a:extLst>
                <a:ext uri="{FF2B5EF4-FFF2-40B4-BE49-F238E27FC236}">
                  <a16:creationId xmlns:a16="http://schemas.microsoft.com/office/drawing/2014/main" id="{E9A3905E-4BFE-699A-2B9D-93E6F46C2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8136" name="Line 14">
            <a:extLst>
              <a:ext uri="{FF2B5EF4-FFF2-40B4-BE49-F238E27FC236}">
                <a16:creationId xmlns:a16="http://schemas.microsoft.com/office/drawing/2014/main" id="{2434794C-B415-2361-59C6-13AD1FB7D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7" name="Group 15">
            <a:extLst>
              <a:ext uri="{FF2B5EF4-FFF2-40B4-BE49-F238E27FC236}">
                <a16:creationId xmlns:a16="http://schemas.microsoft.com/office/drawing/2014/main" id="{4F519DD5-B3DA-08E5-E697-76AFA2532D0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8155" name="Oval 16">
              <a:extLst>
                <a:ext uri="{FF2B5EF4-FFF2-40B4-BE49-F238E27FC236}">
                  <a16:creationId xmlns:a16="http://schemas.microsoft.com/office/drawing/2014/main" id="{737AD2FD-4DC5-E29E-C97D-0B0C430FD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6" name="Text Box 17">
              <a:extLst>
                <a:ext uri="{FF2B5EF4-FFF2-40B4-BE49-F238E27FC236}">
                  <a16:creationId xmlns:a16="http://schemas.microsoft.com/office/drawing/2014/main" id="{819A46D1-9ACA-F7EF-768F-BF888B12B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8138" name="Line 18">
            <a:extLst>
              <a:ext uri="{FF2B5EF4-FFF2-40B4-BE49-F238E27FC236}">
                <a16:creationId xmlns:a16="http://schemas.microsoft.com/office/drawing/2014/main" id="{2A41A3DB-2C17-2735-25EA-4EC9DEDD9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9" name="Group 19">
            <a:extLst>
              <a:ext uri="{FF2B5EF4-FFF2-40B4-BE49-F238E27FC236}">
                <a16:creationId xmlns:a16="http://schemas.microsoft.com/office/drawing/2014/main" id="{296AEDEE-F127-F80D-F5E0-B41843A21760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8153" name="Oval 20">
              <a:extLst>
                <a:ext uri="{FF2B5EF4-FFF2-40B4-BE49-F238E27FC236}">
                  <a16:creationId xmlns:a16="http://schemas.microsoft.com/office/drawing/2014/main" id="{46BC2DD4-8021-FAB2-22BF-0A50C5E18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4" name="Text Box 21">
              <a:extLst>
                <a:ext uri="{FF2B5EF4-FFF2-40B4-BE49-F238E27FC236}">
                  <a16:creationId xmlns:a16="http://schemas.microsoft.com/office/drawing/2014/main" id="{1088A22B-E014-886B-87ED-AA2BEBDCC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8140" name="Line 22">
            <a:extLst>
              <a:ext uri="{FF2B5EF4-FFF2-40B4-BE49-F238E27FC236}">
                <a16:creationId xmlns:a16="http://schemas.microsoft.com/office/drawing/2014/main" id="{F86EF7BE-FC0E-8832-CC19-778E399BC3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1" name="Group 23">
            <a:extLst>
              <a:ext uri="{FF2B5EF4-FFF2-40B4-BE49-F238E27FC236}">
                <a16:creationId xmlns:a16="http://schemas.microsoft.com/office/drawing/2014/main" id="{BAD8359D-ACE4-3237-778C-A069D77A7AB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8151" name="Oval 24">
              <a:extLst>
                <a:ext uri="{FF2B5EF4-FFF2-40B4-BE49-F238E27FC236}">
                  <a16:creationId xmlns:a16="http://schemas.microsoft.com/office/drawing/2014/main" id="{C9502195-C477-ABFF-E43D-0592C42B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2" name="Text Box 25">
              <a:extLst>
                <a:ext uri="{FF2B5EF4-FFF2-40B4-BE49-F238E27FC236}">
                  <a16:creationId xmlns:a16="http://schemas.microsoft.com/office/drawing/2014/main" id="{2281F2CC-CD87-5F94-9B63-B46C4204C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8142" name="Line 26">
            <a:extLst>
              <a:ext uri="{FF2B5EF4-FFF2-40B4-BE49-F238E27FC236}">
                <a16:creationId xmlns:a16="http://schemas.microsoft.com/office/drawing/2014/main" id="{0D64B896-9AA2-7D1D-CFF3-CEA9F7E36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3" name="Group 27">
            <a:extLst>
              <a:ext uri="{FF2B5EF4-FFF2-40B4-BE49-F238E27FC236}">
                <a16:creationId xmlns:a16="http://schemas.microsoft.com/office/drawing/2014/main" id="{FB8AED27-E5D3-9D50-04BB-7222B5CFBA6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8149" name="Oval 28">
              <a:extLst>
                <a:ext uri="{FF2B5EF4-FFF2-40B4-BE49-F238E27FC236}">
                  <a16:creationId xmlns:a16="http://schemas.microsoft.com/office/drawing/2014/main" id="{93A0158B-4975-69AC-EA04-EC4D46634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0" name="Text Box 29">
              <a:extLst>
                <a:ext uri="{FF2B5EF4-FFF2-40B4-BE49-F238E27FC236}">
                  <a16:creationId xmlns:a16="http://schemas.microsoft.com/office/drawing/2014/main" id="{4C7FF921-59EE-7224-ED39-CD23441A2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8144" name="Line 30">
            <a:extLst>
              <a:ext uri="{FF2B5EF4-FFF2-40B4-BE49-F238E27FC236}">
                <a16:creationId xmlns:a16="http://schemas.microsoft.com/office/drawing/2014/main" id="{DF1080A3-B90C-1B20-F135-4A069522DF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5" name="Group 31">
            <a:extLst>
              <a:ext uri="{FF2B5EF4-FFF2-40B4-BE49-F238E27FC236}">
                <a16:creationId xmlns:a16="http://schemas.microsoft.com/office/drawing/2014/main" id="{58B31F4D-44BF-BE8F-2D34-FC31436B839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48147" name="Oval 32">
              <a:extLst>
                <a:ext uri="{FF2B5EF4-FFF2-40B4-BE49-F238E27FC236}">
                  <a16:creationId xmlns:a16="http://schemas.microsoft.com/office/drawing/2014/main" id="{86D0A6F1-3333-C9AD-7EDD-100ED85E3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48" name="Text Box 33">
              <a:extLst>
                <a:ext uri="{FF2B5EF4-FFF2-40B4-BE49-F238E27FC236}">
                  <a16:creationId xmlns:a16="http://schemas.microsoft.com/office/drawing/2014/main" id="{E24FD0BF-0B28-D2E4-634C-DFA41EC92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48146" name="Line 34">
            <a:extLst>
              <a:ext uri="{FF2B5EF4-FFF2-40B4-BE49-F238E27FC236}">
                <a16:creationId xmlns:a16="http://schemas.microsoft.com/office/drawing/2014/main" id="{1594A10B-15A8-04E5-328C-DC87A2CB00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DDC9E-AF04-A309-D49B-2F35D31009C5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7" name="Rectangle 3">
            <a:extLst>
              <a:ext uri="{FF2B5EF4-FFF2-40B4-BE49-F238E27FC236}">
                <a16:creationId xmlns:a16="http://schemas.microsoft.com/office/drawing/2014/main" id="{A03BA70A-B60D-97DF-9D35-CE88BA5EF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16, 20, 17</a:t>
            </a:r>
          </a:p>
        </p:txBody>
      </p:sp>
      <p:grpSp>
        <p:nvGrpSpPr>
          <p:cNvPr id="50180" name="Group 4">
            <a:extLst>
              <a:ext uri="{FF2B5EF4-FFF2-40B4-BE49-F238E27FC236}">
                <a16:creationId xmlns:a16="http://schemas.microsoft.com/office/drawing/2014/main" id="{270B0477-1C5F-738C-15C2-5D1EC80D35D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0212" name="Oval 5">
              <a:extLst>
                <a:ext uri="{FF2B5EF4-FFF2-40B4-BE49-F238E27FC236}">
                  <a16:creationId xmlns:a16="http://schemas.microsoft.com/office/drawing/2014/main" id="{D7ABCBF7-3BD3-07D9-24B6-AA68CB250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13" name="Text Box 6">
              <a:extLst>
                <a:ext uri="{FF2B5EF4-FFF2-40B4-BE49-F238E27FC236}">
                  <a16:creationId xmlns:a16="http://schemas.microsoft.com/office/drawing/2014/main" id="{12E28615-1E91-54D9-322D-C47C921CE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0181" name="Group 7">
            <a:extLst>
              <a:ext uri="{FF2B5EF4-FFF2-40B4-BE49-F238E27FC236}">
                <a16:creationId xmlns:a16="http://schemas.microsoft.com/office/drawing/2014/main" id="{E4CB5670-45D5-2FC5-DEE0-C51D283BE815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0210" name="Oval 8">
              <a:extLst>
                <a:ext uri="{FF2B5EF4-FFF2-40B4-BE49-F238E27FC236}">
                  <a16:creationId xmlns:a16="http://schemas.microsoft.com/office/drawing/2014/main" id="{26D21C0D-FE1F-2DEC-B31F-68912C152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11" name="Text Box 9">
              <a:extLst>
                <a:ext uri="{FF2B5EF4-FFF2-40B4-BE49-F238E27FC236}">
                  <a16:creationId xmlns:a16="http://schemas.microsoft.com/office/drawing/2014/main" id="{F8199F3F-15E1-2948-F6A4-A7A448673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0182" name="Line 10">
            <a:extLst>
              <a:ext uri="{FF2B5EF4-FFF2-40B4-BE49-F238E27FC236}">
                <a16:creationId xmlns:a16="http://schemas.microsoft.com/office/drawing/2014/main" id="{A3C31F92-825E-54EC-4315-FCCE26B25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3" name="Group 11">
            <a:extLst>
              <a:ext uri="{FF2B5EF4-FFF2-40B4-BE49-F238E27FC236}">
                <a16:creationId xmlns:a16="http://schemas.microsoft.com/office/drawing/2014/main" id="{6B867247-EECE-BD62-AB8F-63EEA0E41062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0208" name="Oval 12">
              <a:extLst>
                <a:ext uri="{FF2B5EF4-FFF2-40B4-BE49-F238E27FC236}">
                  <a16:creationId xmlns:a16="http://schemas.microsoft.com/office/drawing/2014/main" id="{73CE0807-67AF-2BA8-27F4-17C2C0195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9" name="Text Box 13">
              <a:extLst>
                <a:ext uri="{FF2B5EF4-FFF2-40B4-BE49-F238E27FC236}">
                  <a16:creationId xmlns:a16="http://schemas.microsoft.com/office/drawing/2014/main" id="{7151135F-33C6-883C-A42E-BB16065A6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0184" name="Line 14">
            <a:extLst>
              <a:ext uri="{FF2B5EF4-FFF2-40B4-BE49-F238E27FC236}">
                <a16:creationId xmlns:a16="http://schemas.microsoft.com/office/drawing/2014/main" id="{853155D0-69E5-C3B8-B74F-126A8ED36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5" name="Group 15">
            <a:extLst>
              <a:ext uri="{FF2B5EF4-FFF2-40B4-BE49-F238E27FC236}">
                <a16:creationId xmlns:a16="http://schemas.microsoft.com/office/drawing/2014/main" id="{F17D8E02-632E-6BD8-02B8-3C8251186F7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0206" name="Oval 16">
              <a:extLst>
                <a:ext uri="{FF2B5EF4-FFF2-40B4-BE49-F238E27FC236}">
                  <a16:creationId xmlns:a16="http://schemas.microsoft.com/office/drawing/2014/main" id="{F23E8AFC-CD80-7EA8-5094-D5CF068F0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7" name="Text Box 17">
              <a:extLst>
                <a:ext uri="{FF2B5EF4-FFF2-40B4-BE49-F238E27FC236}">
                  <a16:creationId xmlns:a16="http://schemas.microsoft.com/office/drawing/2014/main" id="{62796537-6CA5-DE4B-C45C-D1802C35D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0186" name="Line 18">
            <a:extLst>
              <a:ext uri="{FF2B5EF4-FFF2-40B4-BE49-F238E27FC236}">
                <a16:creationId xmlns:a16="http://schemas.microsoft.com/office/drawing/2014/main" id="{E75904DB-1EE6-3E4E-AD07-3152C0433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7" name="Group 19">
            <a:extLst>
              <a:ext uri="{FF2B5EF4-FFF2-40B4-BE49-F238E27FC236}">
                <a16:creationId xmlns:a16="http://schemas.microsoft.com/office/drawing/2014/main" id="{5D3B12F6-FC40-A03A-D8DA-B2F50A151CA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0204" name="Oval 20">
              <a:extLst>
                <a:ext uri="{FF2B5EF4-FFF2-40B4-BE49-F238E27FC236}">
                  <a16:creationId xmlns:a16="http://schemas.microsoft.com/office/drawing/2014/main" id="{DE596958-0607-2FD6-76FE-EF72D26E2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5" name="Text Box 21">
              <a:extLst>
                <a:ext uri="{FF2B5EF4-FFF2-40B4-BE49-F238E27FC236}">
                  <a16:creationId xmlns:a16="http://schemas.microsoft.com/office/drawing/2014/main" id="{71C2AC8D-C571-A0AC-2BB5-73735DFA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0188" name="Line 22">
            <a:extLst>
              <a:ext uri="{FF2B5EF4-FFF2-40B4-BE49-F238E27FC236}">
                <a16:creationId xmlns:a16="http://schemas.microsoft.com/office/drawing/2014/main" id="{5B264123-460E-0C75-B676-5D9001DFA7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9" name="Group 23">
            <a:extLst>
              <a:ext uri="{FF2B5EF4-FFF2-40B4-BE49-F238E27FC236}">
                <a16:creationId xmlns:a16="http://schemas.microsoft.com/office/drawing/2014/main" id="{B49556A4-F3F8-CAC8-1564-0D0DBE77958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0202" name="Oval 24">
              <a:extLst>
                <a:ext uri="{FF2B5EF4-FFF2-40B4-BE49-F238E27FC236}">
                  <a16:creationId xmlns:a16="http://schemas.microsoft.com/office/drawing/2014/main" id="{C6A31CFB-8B84-E291-69C8-ECBC0FF10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3" name="Text Box 25">
              <a:extLst>
                <a:ext uri="{FF2B5EF4-FFF2-40B4-BE49-F238E27FC236}">
                  <a16:creationId xmlns:a16="http://schemas.microsoft.com/office/drawing/2014/main" id="{31B89054-20A4-87FE-2BD1-5B46DD4AC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0190" name="Line 26">
            <a:extLst>
              <a:ext uri="{FF2B5EF4-FFF2-40B4-BE49-F238E27FC236}">
                <a16:creationId xmlns:a16="http://schemas.microsoft.com/office/drawing/2014/main" id="{18DD186F-DE93-5F8F-CF92-ECB71FD5E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1" name="Group 27">
            <a:extLst>
              <a:ext uri="{FF2B5EF4-FFF2-40B4-BE49-F238E27FC236}">
                <a16:creationId xmlns:a16="http://schemas.microsoft.com/office/drawing/2014/main" id="{1482A9D3-C104-EE0D-DD6F-1602D8BC669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0200" name="Oval 28">
              <a:extLst>
                <a:ext uri="{FF2B5EF4-FFF2-40B4-BE49-F238E27FC236}">
                  <a16:creationId xmlns:a16="http://schemas.microsoft.com/office/drawing/2014/main" id="{DC51CCE9-D85C-68A2-B693-F1BEEAAA7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1" name="Text Box 29">
              <a:extLst>
                <a:ext uri="{FF2B5EF4-FFF2-40B4-BE49-F238E27FC236}">
                  <a16:creationId xmlns:a16="http://schemas.microsoft.com/office/drawing/2014/main" id="{AB71CE1F-94D1-D669-1DC6-89C18661A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0192" name="Line 30">
            <a:extLst>
              <a:ext uri="{FF2B5EF4-FFF2-40B4-BE49-F238E27FC236}">
                <a16:creationId xmlns:a16="http://schemas.microsoft.com/office/drawing/2014/main" id="{07E66C72-E724-5654-208C-A3D0F93725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3" name="Group 31">
            <a:extLst>
              <a:ext uri="{FF2B5EF4-FFF2-40B4-BE49-F238E27FC236}">
                <a16:creationId xmlns:a16="http://schemas.microsoft.com/office/drawing/2014/main" id="{B00FC7F3-A8B1-9D4F-8019-9E296E89D1E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0198" name="Oval 32">
              <a:extLst>
                <a:ext uri="{FF2B5EF4-FFF2-40B4-BE49-F238E27FC236}">
                  <a16:creationId xmlns:a16="http://schemas.microsoft.com/office/drawing/2014/main" id="{687553C9-C17E-BF2C-9D92-0B4A9C4EA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199" name="Text Box 33">
              <a:extLst>
                <a:ext uri="{FF2B5EF4-FFF2-40B4-BE49-F238E27FC236}">
                  <a16:creationId xmlns:a16="http://schemas.microsoft.com/office/drawing/2014/main" id="{EFF7E138-B9EA-F57C-0CCC-D7E785F77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0194" name="Line 34">
            <a:extLst>
              <a:ext uri="{FF2B5EF4-FFF2-40B4-BE49-F238E27FC236}">
                <a16:creationId xmlns:a16="http://schemas.microsoft.com/office/drawing/2014/main" id="{CD7C3091-68F8-6ABE-655A-494C1025EE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5" name="Group 35">
            <a:extLst>
              <a:ext uri="{FF2B5EF4-FFF2-40B4-BE49-F238E27FC236}">
                <a16:creationId xmlns:a16="http://schemas.microsoft.com/office/drawing/2014/main" id="{6154925A-D341-0DAA-0BEC-4DA7A3B8403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50196" name="Oval 36">
              <a:extLst>
                <a:ext uri="{FF2B5EF4-FFF2-40B4-BE49-F238E27FC236}">
                  <a16:creationId xmlns:a16="http://schemas.microsoft.com/office/drawing/2014/main" id="{0E06C9FC-6301-BB8A-1FB1-6863FAEBC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197" name="Text Box 37">
              <a:extLst>
                <a:ext uri="{FF2B5EF4-FFF2-40B4-BE49-F238E27FC236}">
                  <a16:creationId xmlns:a16="http://schemas.microsoft.com/office/drawing/2014/main" id="{CCC1750B-0C5B-DDB5-FF52-049565CE6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E2BD91-D5A4-A1A5-6C93-A92077BAA411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5" name="Rectangle 3">
            <a:extLst>
              <a:ext uri="{FF2B5EF4-FFF2-40B4-BE49-F238E27FC236}">
                <a16:creationId xmlns:a16="http://schemas.microsoft.com/office/drawing/2014/main" id="{31B2E179-7FDD-A1B0-BA43-0447ECDB5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16, 20, 17</a:t>
            </a:r>
          </a:p>
        </p:txBody>
      </p:sp>
      <p:grpSp>
        <p:nvGrpSpPr>
          <p:cNvPr id="52228" name="Group 4">
            <a:extLst>
              <a:ext uri="{FF2B5EF4-FFF2-40B4-BE49-F238E27FC236}">
                <a16:creationId xmlns:a16="http://schemas.microsoft.com/office/drawing/2014/main" id="{D8AD1298-E68F-2350-04D7-94263CBF2C6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2261" name="Oval 5">
              <a:extLst>
                <a:ext uri="{FF2B5EF4-FFF2-40B4-BE49-F238E27FC236}">
                  <a16:creationId xmlns:a16="http://schemas.microsoft.com/office/drawing/2014/main" id="{A31EE4A7-F523-7DEC-27E5-0B7F2D14C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62" name="Text Box 6">
              <a:extLst>
                <a:ext uri="{FF2B5EF4-FFF2-40B4-BE49-F238E27FC236}">
                  <a16:creationId xmlns:a16="http://schemas.microsoft.com/office/drawing/2014/main" id="{E0B290E7-F317-FBA5-F4AF-6341DACFB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2229" name="Group 7">
            <a:extLst>
              <a:ext uri="{FF2B5EF4-FFF2-40B4-BE49-F238E27FC236}">
                <a16:creationId xmlns:a16="http://schemas.microsoft.com/office/drawing/2014/main" id="{C07C6CA3-1F4D-D402-21DC-768C91036C22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2259" name="Oval 8">
              <a:extLst>
                <a:ext uri="{FF2B5EF4-FFF2-40B4-BE49-F238E27FC236}">
                  <a16:creationId xmlns:a16="http://schemas.microsoft.com/office/drawing/2014/main" id="{3364951D-B880-E1C8-0342-914B14B9D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60" name="Text Box 9">
              <a:extLst>
                <a:ext uri="{FF2B5EF4-FFF2-40B4-BE49-F238E27FC236}">
                  <a16:creationId xmlns:a16="http://schemas.microsoft.com/office/drawing/2014/main" id="{2A8D7B04-86D4-8DCE-36D9-1CEE0C1AB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2230" name="Line 10">
            <a:extLst>
              <a:ext uri="{FF2B5EF4-FFF2-40B4-BE49-F238E27FC236}">
                <a16:creationId xmlns:a16="http://schemas.microsoft.com/office/drawing/2014/main" id="{A298D738-E7D7-0DA5-7F21-A51DF5FD2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1" name="Group 11">
            <a:extLst>
              <a:ext uri="{FF2B5EF4-FFF2-40B4-BE49-F238E27FC236}">
                <a16:creationId xmlns:a16="http://schemas.microsoft.com/office/drawing/2014/main" id="{E12DF3B7-9988-0C8D-0258-6D25C396835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2257" name="Oval 12">
              <a:extLst>
                <a:ext uri="{FF2B5EF4-FFF2-40B4-BE49-F238E27FC236}">
                  <a16:creationId xmlns:a16="http://schemas.microsoft.com/office/drawing/2014/main" id="{E65C4C0F-0BBE-A1D8-507B-066D64A9A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8" name="Text Box 13">
              <a:extLst>
                <a:ext uri="{FF2B5EF4-FFF2-40B4-BE49-F238E27FC236}">
                  <a16:creationId xmlns:a16="http://schemas.microsoft.com/office/drawing/2014/main" id="{10997A38-19AE-9278-0E07-8AD0605A3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2232" name="Line 14">
            <a:extLst>
              <a:ext uri="{FF2B5EF4-FFF2-40B4-BE49-F238E27FC236}">
                <a16:creationId xmlns:a16="http://schemas.microsoft.com/office/drawing/2014/main" id="{F4EA811C-8017-58BC-C91A-5AB6EA218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3" name="Group 15">
            <a:extLst>
              <a:ext uri="{FF2B5EF4-FFF2-40B4-BE49-F238E27FC236}">
                <a16:creationId xmlns:a16="http://schemas.microsoft.com/office/drawing/2014/main" id="{DE8C96C5-151B-658E-AFE5-3331F94F2B6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2255" name="Oval 16">
              <a:extLst>
                <a:ext uri="{FF2B5EF4-FFF2-40B4-BE49-F238E27FC236}">
                  <a16:creationId xmlns:a16="http://schemas.microsoft.com/office/drawing/2014/main" id="{34B80CEC-AAD3-BADF-FCB2-EC40C6612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6" name="Text Box 17">
              <a:extLst>
                <a:ext uri="{FF2B5EF4-FFF2-40B4-BE49-F238E27FC236}">
                  <a16:creationId xmlns:a16="http://schemas.microsoft.com/office/drawing/2014/main" id="{259684D5-D8FB-51A6-2A84-DC4C604B8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2234" name="Line 18">
            <a:extLst>
              <a:ext uri="{FF2B5EF4-FFF2-40B4-BE49-F238E27FC236}">
                <a16:creationId xmlns:a16="http://schemas.microsoft.com/office/drawing/2014/main" id="{19C49DA0-7420-B276-934B-9D0F4814E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5" name="Group 19">
            <a:extLst>
              <a:ext uri="{FF2B5EF4-FFF2-40B4-BE49-F238E27FC236}">
                <a16:creationId xmlns:a16="http://schemas.microsoft.com/office/drawing/2014/main" id="{D313FDA4-2396-58D2-0DA3-C19C568EC09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2253" name="Oval 20">
              <a:extLst>
                <a:ext uri="{FF2B5EF4-FFF2-40B4-BE49-F238E27FC236}">
                  <a16:creationId xmlns:a16="http://schemas.microsoft.com/office/drawing/2014/main" id="{2B524BF4-447E-1EF1-C5DA-CFBA1B826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4" name="Text Box 21">
              <a:extLst>
                <a:ext uri="{FF2B5EF4-FFF2-40B4-BE49-F238E27FC236}">
                  <a16:creationId xmlns:a16="http://schemas.microsoft.com/office/drawing/2014/main" id="{70DD6ECD-AD45-7A2B-B325-0B91ADC12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2236" name="Line 22">
            <a:extLst>
              <a:ext uri="{FF2B5EF4-FFF2-40B4-BE49-F238E27FC236}">
                <a16:creationId xmlns:a16="http://schemas.microsoft.com/office/drawing/2014/main" id="{93337E70-5474-E7D8-4CBA-286FE4FB0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7" name="Group 23">
            <a:extLst>
              <a:ext uri="{FF2B5EF4-FFF2-40B4-BE49-F238E27FC236}">
                <a16:creationId xmlns:a16="http://schemas.microsoft.com/office/drawing/2014/main" id="{E6364038-C1EB-A020-F0B3-E70ADF719FDC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2251" name="Oval 24">
              <a:extLst>
                <a:ext uri="{FF2B5EF4-FFF2-40B4-BE49-F238E27FC236}">
                  <a16:creationId xmlns:a16="http://schemas.microsoft.com/office/drawing/2014/main" id="{D921E0FA-9CBD-7FBD-7D67-75DEA2E05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2" name="Text Box 25">
              <a:extLst>
                <a:ext uri="{FF2B5EF4-FFF2-40B4-BE49-F238E27FC236}">
                  <a16:creationId xmlns:a16="http://schemas.microsoft.com/office/drawing/2014/main" id="{ED97DA10-05CD-9B4C-BA49-71F10F414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2238" name="Line 26">
            <a:extLst>
              <a:ext uri="{FF2B5EF4-FFF2-40B4-BE49-F238E27FC236}">
                <a16:creationId xmlns:a16="http://schemas.microsoft.com/office/drawing/2014/main" id="{3D5EA770-957A-8A33-DE6C-4843B2556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9" name="Group 27">
            <a:extLst>
              <a:ext uri="{FF2B5EF4-FFF2-40B4-BE49-F238E27FC236}">
                <a16:creationId xmlns:a16="http://schemas.microsoft.com/office/drawing/2014/main" id="{65A6235E-BC46-D4D6-FAD4-3DCF77BA0427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2249" name="Oval 28">
              <a:extLst>
                <a:ext uri="{FF2B5EF4-FFF2-40B4-BE49-F238E27FC236}">
                  <a16:creationId xmlns:a16="http://schemas.microsoft.com/office/drawing/2014/main" id="{BBFF1745-26F2-1486-BF11-70878BB2B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0" name="Text Box 29">
              <a:extLst>
                <a:ext uri="{FF2B5EF4-FFF2-40B4-BE49-F238E27FC236}">
                  <a16:creationId xmlns:a16="http://schemas.microsoft.com/office/drawing/2014/main" id="{81F81085-45F6-E511-6511-D9F5BFDBB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2240" name="Line 30">
            <a:extLst>
              <a:ext uri="{FF2B5EF4-FFF2-40B4-BE49-F238E27FC236}">
                <a16:creationId xmlns:a16="http://schemas.microsoft.com/office/drawing/2014/main" id="{725B17FB-F7BB-B50E-DEBA-E11FA97CC5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41" name="Group 31">
            <a:extLst>
              <a:ext uri="{FF2B5EF4-FFF2-40B4-BE49-F238E27FC236}">
                <a16:creationId xmlns:a16="http://schemas.microsoft.com/office/drawing/2014/main" id="{3EE0ABF0-A091-4B92-AA4D-F3E0941E8DE7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2247" name="Oval 32">
              <a:extLst>
                <a:ext uri="{FF2B5EF4-FFF2-40B4-BE49-F238E27FC236}">
                  <a16:creationId xmlns:a16="http://schemas.microsoft.com/office/drawing/2014/main" id="{96D9EF56-61B4-D557-2FFA-1CCA7E92C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48" name="Text Box 33">
              <a:extLst>
                <a:ext uri="{FF2B5EF4-FFF2-40B4-BE49-F238E27FC236}">
                  <a16:creationId xmlns:a16="http://schemas.microsoft.com/office/drawing/2014/main" id="{E882E81B-8081-0153-B096-2897DFA3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2242" name="Line 34">
            <a:extLst>
              <a:ext uri="{FF2B5EF4-FFF2-40B4-BE49-F238E27FC236}">
                <a16:creationId xmlns:a16="http://schemas.microsoft.com/office/drawing/2014/main" id="{7E7E54CD-E3A0-5A32-04C4-7F0C5783A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43" name="Group 35">
            <a:extLst>
              <a:ext uri="{FF2B5EF4-FFF2-40B4-BE49-F238E27FC236}">
                <a16:creationId xmlns:a16="http://schemas.microsoft.com/office/drawing/2014/main" id="{342721C5-178A-DD0E-2844-F701A7A4F58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2245" name="Oval 36">
              <a:extLst>
                <a:ext uri="{FF2B5EF4-FFF2-40B4-BE49-F238E27FC236}">
                  <a16:creationId xmlns:a16="http://schemas.microsoft.com/office/drawing/2014/main" id="{8EEE85E9-34DE-7225-3A9C-6C49E55EF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46" name="Text Box 37">
              <a:extLst>
                <a:ext uri="{FF2B5EF4-FFF2-40B4-BE49-F238E27FC236}">
                  <a16:creationId xmlns:a16="http://schemas.microsoft.com/office/drawing/2014/main" id="{7253D5FC-3142-BEFE-B97B-07E9F74E6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2244" name="Line 38">
            <a:extLst>
              <a:ext uri="{FF2B5EF4-FFF2-40B4-BE49-F238E27FC236}">
                <a16:creationId xmlns:a16="http://schemas.microsoft.com/office/drawing/2014/main" id="{38444F2C-A56C-8BAF-343A-D4AFBB9303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745E3-9C82-9A72-2C76-F63BDA019E3C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5" name="Rectangle 3">
            <a:extLst>
              <a:ext uri="{FF2B5EF4-FFF2-40B4-BE49-F238E27FC236}">
                <a16:creationId xmlns:a16="http://schemas.microsoft.com/office/drawing/2014/main" id="{DD25E831-3D4D-1167-7B88-6088E4AA7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20, 17</a:t>
            </a:r>
          </a:p>
        </p:txBody>
      </p:sp>
      <p:grpSp>
        <p:nvGrpSpPr>
          <p:cNvPr id="56324" name="Group 4">
            <a:extLst>
              <a:ext uri="{FF2B5EF4-FFF2-40B4-BE49-F238E27FC236}">
                <a16:creationId xmlns:a16="http://schemas.microsoft.com/office/drawing/2014/main" id="{DE8721F0-A493-EF17-BEAA-31DC82DA086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6360" name="Oval 5">
              <a:extLst>
                <a:ext uri="{FF2B5EF4-FFF2-40B4-BE49-F238E27FC236}">
                  <a16:creationId xmlns:a16="http://schemas.microsoft.com/office/drawing/2014/main" id="{B1C8998E-11DB-C61D-5553-51E6F6926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61" name="Text Box 6">
              <a:extLst>
                <a:ext uri="{FF2B5EF4-FFF2-40B4-BE49-F238E27FC236}">
                  <a16:creationId xmlns:a16="http://schemas.microsoft.com/office/drawing/2014/main" id="{07546794-C02C-FC93-51C4-DB1A0896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6325" name="Group 7">
            <a:extLst>
              <a:ext uri="{FF2B5EF4-FFF2-40B4-BE49-F238E27FC236}">
                <a16:creationId xmlns:a16="http://schemas.microsoft.com/office/drawing/2014/main" id="{B021E45B-6500-3E30-95D0-100CA58827D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6358" name="Oval 8">
              <a:extLst>
                <a:ext uri="{FF2B5EF4-FFF2-40B4-BE49-F238E27FC236}">
                  <a16:creationId xmlns:a16="http://schemas.microsoft.com/office/drawing/2014/main" id="{C9F75004-99CE-4705-E1CC-0B208D1D3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9" name="Text Box 9">
              <a:extLst>
                <a:ext uri="{FF2B5EF4-FFF2-40B4-BE49-F238E27FC236}">
                  <a16:creationId xmlns:a16="http://schemas.microsoft.com/office/drawing/2014/main" id="{4BDA9C43-358B-5732-DC96-1C09A09E1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6326" name="Line 10">
            <a:extLst>
              <a:ext uri="{FF2B5EF4-FFF2-40B4-BE49-F238E27FC236}">
                <a16:creationId xmlns:a16="http://schemas.microsoft.com/office/drawing/2014/main" id="{0665DA76-D5FF-0AC5-57AB-03922E97F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27" name="Group 11">
            <a:extLst>
              <a:ext uri="{FF2B5EF4-FFF2-40B4-BE49-F238E27FC236}">
                <a16:creationId xmlns:a16="http://schemas.microsoft.com/office/drawing/2014/main" id="{6FF70E54-8BBE-0698-E924-28AC35C3BFA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6356" name="Oval 12">
              <a:extLst>
                <a:ext uri="{FF2B5EF4-FFF2-40B4-BE49-F238E27FC236}">
                  <a16:creationId xmlns:a16="http://schemas.microsoft.com/office/drawing/2014/main" id="{A5B22BDB-D0EE-AE7A-37A0-ADDBE69DC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7" name="Text Box 13">
              <a:extLst>
                <a:ext uri="{FF2B5EF4-FFF2-40B4-BE49-F238E27FC236}">
                  <a16:creationId xmlns:a16="http://schemas.microsoft.com/office/drawing/2014/main" id="{2EF5086B-A807-30A3-39B5-64748E78A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6328" name="Line 14">
            <a:extLst>
              <a:ext uri="{FF2B5EF4-FFF2-40B4-BE49-F238E27FC236}">
                <a16:creationId xmlns:a16="http://schemas.microsoft.com/office/drawing/2014/main" id="{CC6BFC6D-B28F-187A-9A49-8D1C9A210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29" name="Group 15">
            <a:extLst>
              <a:ext uri="{FF2B5EF4-FFF2-40B4-BE49-F238E27FC236}">
                <a16:creationId xmlns:a16="http://schemas.microsoft.com/office/drawing/2014/main" id="{B192BBDE-9B5E-38F5-4F7A-D19E1EC84DAD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6354" name="Oval 16">
              <a:extLst>
                <a:ext uri="{FF2B5EF4-FFF2-40B4-BE49-F238E27FC236}">
                  <a16:creationId xmlns:a16="http://schemas.microsoft.com/office/drawing/2014/main" id="{CCC6CD4B-7F51-54F0-EE99-B9645B191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5" name="Text Box 17">
              <a:extLst>
                <a:ext uri="{FF2B5EF4-FFF2-40B4-BE49-F238E27FC236}">
                  <a16:creationId xmlns:a16="http://schemas.microsoft.com/office/drawing/2014/main" id="{3EBD1062-1802-8320-F0B9-E3F2688D5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6330" name="Line 18">
            <a:extLst>
              <a:ext uri="{FF2B5EF4-FFF2-40B4-BE49-F238E27FC236}">
                <a16:creationId xmlns:a16="http://schemas.microsoft.com/office/drawing/2014/main" id="{3C9ADF3D-2931-24DD-B6E1-B598F1B96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1" name="Group 19">
            <a:extLst>
              <a:ext uri="{FF2B5EF4-FFF2-40B4-BE49-F238E27FC236}">
                <a16:creationId xmlns:a16="http://schemas.microsoft.com/office/drawing/2014/main" id="{2B21E3C5-78F4-1099-4A03-2FF4F22D5D16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6352" name="Oval 20">
              <a:extLst>
                <a:ext uri="{FF2B5EF4-FFF2-40B4-BE49-F238E27FC236}">
                  <a16:creationId xmlns:a16="http://schemas.microsoft.com/office/drawing/2014/main" id="{B30BFCA7-D63D-5F06-1EA9-EDAA5D9A3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3" name="Text Box 21">
              <a:extLst>
                <a:ext uri="{FF2B5EF4-FFF2-40B4-BE49-F238E27FC236}">
                  <a16:creationId xmlns:a16="http://schemas.microsoft.com/office/drawing/2014/main" id="{AFA02339-1D3B-7494-1D08-8117B4A8D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6332" name="Line 22">
            <a:extLst>
              <a:ext uri="{FF2B5EF4-FFF2-40B4-BE49-F238E27FC236}">
                <a16:creationId xmlns:a16="http://schemas.microsoft.com/office/drawing/2014/main" id="{97D426C9-88B3-A29C-71F6-B08DCFDDBF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3" name="Group 23">
            <a:extLst>
              <a:ext uri="{FF2B5EF4-FFF2-40B4-BE49-F238E27FC236}">
                <a16:creationId xmlns:a16="http://schemas.microsoft.com/office/drawing/2014/main" id="{64516668-1070-1916-B637-5054F771938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6350" name="Oval 24">
              <a:extLst>
                <a:ext uri="{FF2B5EF4-FFF2-40B4-BE49-F238E27FC236}">
                  <a16:creationId xmlns:a16="http://schemas.microsoft.com/office/drawing/2014/main" id="{8B896517-DF80-1F42-C3CE-3364E162E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1" name="Text Box 25">
              <a:extLst>
                <a:ext uri="{FF2B5EF4-FFF2-40B4-BE49-F238E27FC236}">
                  <a16:creationId xmlns:a16="http://schemas.microsoft.com/office/drawing/2014/main" id="{D9CC006C-72B3-5C51-0A81-66D7979E3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6334" name="Line 26">
            <a:extLst>
              <a:ext uri="{FF2B5EF4-FFF2-40B4-BE49-F238E27FC236}">
                <a16:creationId xmlns:a16="http://schemas.microsoft.com/office/drawing/2014/main" id="{2449B326-947A-1897-1A7B-0742C2843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5" name="Group 27">
            <a:extLst>
              <a:ext uri="{FF2B5EF4-FFF2-40B4-BE49-F238E27FC236}">
                <a16:creationId xmlns:a16="http://schemas.microsoft.com/office/drawing/2014/main" id="{575248F3-BE87-FFB7-5AD0-7A8D1AAB6BB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6348" name="Oval 28">
              <a:extLst>
                <a:ext uri="{FF2B5EF4-FFF2-40B4-BE49-F238E27FC236}">
                  <a16:creationId xmlns:a16="http://schemas.microsoft.com/office/drawing/2014/main" id="{C117C6CD-48DA-2CCC-88AD-C6E72ADB5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9" name="Text Box 29">
              <a:extLst>
                <a:ext uri="{FF2B5EF4-FFF2-40B4-BE49-F238E27FC236}">
                  <a16:creationId xmlns:a16="http://schemas.microsoft.com/office/drawing/2014/main" id="{99AC5C29-7C84-6399-1FD5-F28F05076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6336" name="Line 30">
            <a:extLst>
              <a:ext uri="{FF2B5EF4-FFF2-40B4-BE49-F238E27FC236}">
                <a16:creationId xmlns:a16="http://schemas.microsoft.com/office/drawing/2014/main" id="{935BB168-EB9C-F701-EB4D-1D2BFADC4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7" name="Group 31">
            <a:extLst>
              <a:ext uri="{FF2B5EF4-FFF2-40B4-BE49-F238E27FC236}">
                <a16:creationId xmlns:a16="http://schemas.microsoft.com/office/drawing/2014/main" id="{2A21B920-D048-19B5-0C82-C412BB0BE7E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6346" name="Oval 32">
              <a:extLst>
                <a:ext uri="{FF2B5EF4-FFF2-40B4-BE49-F238E27FC236}">
                  <a16:creationId xmlns:a16="http://schemas.microsoft.com/office/drawing/2014/main" id="{03186A6E-4731-FD4F-4E5F-6F56F28DA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7" name="Text Box 33">
              <a:extLst>
                <a:ext uri="{FF2B5EF4-FFF2-40B4-BE49-F238E27FC236}">
                  <a16:creationId xmlns:a16="http://schemas.microsoft.com/office/drawing/2014/main" id="{9F9CFDB2-14BE-9880-9994-68E4F20BB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6338" name="Line 34">
            <a:extLst>
              <a:ext uri="{FF2B5EF4-FFF2-40B4-BE49-F238E27FC236}">
                <a16:creationId xmlns:a16="http://schemas.microsoft.com/office/drawing/2014/main" id="{8E7990C0-A34A-76DA-9901-450B805CB5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9" name="Group 35">
            <a:extLst>
              <a:ext uri="{FF2B5EF4-FFF2-40B4-BE49-F238E27FC236}">
                <a16:creationId xmlns:a16="http://schemas.microsoft.com/office/drawing/2014/main" id="{7455E41F-D747-38E8-6053-922A55A003F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6344" name="Oval 36">
              <a:extLst>
                <a:ext uri="{FF2B5EF4-FFF2-40B4-BE49-F238E27FC236}">
                  <a16:creationId xmlns:a16="http://schemas.microsoft.com/office/drawing/2014/main" id="{459DF0DE-58DF-C0EA-8F1F-14EB191F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5" name="Text Box 37">
              <a:extLst>
                <a:ext uri="{FF2B5EF4-FFF2-40B4-BE49-F238E27FC236}">
                  <a16:creationId xmlns:a16="http://schemas.microsoft.com/office/drawing/2014/main" id="{91635AE0-495F-445F-C02F-15FCBC539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6340" name="Line 38">
            <a:extLst>
              <a:ext uri="{FF2B5EF4-FFF2-40B4-BE49-F238E27FC236}">
                <a16:creationId xmlns:a16="http://schemas.microsoft.com/office/drawing/2014/main" id="{C9A537D3-91C0-15E7-7C0A-C33B8114D8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41" name="Group 39">
            <a:extLst>
              <a:ext uri="{FF2B5EF4-FFF2-40B4-BE49-F238E27FC236}">
                <a16:creationId xmlns:a16="http://schemas.microsoft.com/office/drawing/2014/main" id="{7BCFF5D1-356E-F481-9BA4-35175E39B4B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56342" name="Oval 40">
              <a:extLst>
                <a:ext uri="{FF2B5EF4-FFF2-40B4-BE49-F238E27FC236}">
                  <a16:creationId xmlns:a16="http://schemas.microsoft.com/office/drawing/2014/main" id="{16F1D7B5-4487-ECAA-D8F4-F662A301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3" name="Text Box 41">
              <a:extLst>
                <a:ext uri="{FF2B5EF4-FFF2-40B4-BE49-F238E27FC236}">
                  <a16:creationId xmlns:a16="http://schemas.microsoft.com/office/drawing/2014/main" id="{232A26D8-E97E-9852-5BB9-61A7C0F42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C63D76F-3172-1213-C4E4-B049632A09E7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1" name="Rectangle 3">
            <a:extLst>
              <a:ext uri="{FF2B5EF4-FFF2-40B4-BE49-F238E27FC236}">
                <a16:creationId xmlns:a16="http://schemas.microsoft.com/office/drawing/2014/main" id="{04A769D1-F5DE-383D-19AA-1544DC806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20, 17</a:t>
            </a:r>
          </a:p>
        </p:txBody>
      </p:sp>
      <p:grpSp>
        <p:nvGrpSpPr>
          <p:cNvPr id="58372" name="Group 4">
            <a:extLst>
              <a:ext uri="{FF2B5EF4-FFF2-40B4-BE49-F238E27FC236}">
                <a16:creationId xmlns:a16="http://schemas.microsoft.com/office/drawing/2014/main" id="{39A23F52-F4E9-F5FB-275F-382CD0F0B76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8409" name="Oval 5">
              <a:extLst>
                <a:ext uri="{FF2B5EF4-FFF2-40B4-BE49-F238E27FC236}">
                  <a16:creationId xmlns:a16="http://schemas.microsoft.com/office/drawing/2014/main" id="{94172ABA-56F0-4124-A912-2F02AE6EC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10" name="Text Box 6">
              <a:extLst>
                <a:ext uri="{FF2B5EF4-FFF2-40B4-BE49-F238E27FC236}">
                  <a16:creationId xmlns:a16="http://schemas.microsoft.com/office/drawing/2014/main" id="{DD2F3EDC-5730-30BA-F629-0800EE86C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8373" name="Group 7">
            <a:extLst>
              <a:ext uri="{FF2B5EF4-FFF2-40B4-BE49-F238E27FC236}">
                <a16:creationId xmlns:a16="http://schemas.microsoft.com/office/drawing/2014/main" id="{93765B45-7D75-08E6-9424-1FC819BF647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8407" name="Oval 8">
              <a:extLst>
                <a:ext uri="{FF2B5EF4-FFF2-40B4-BE49-F238E27FC236}">
                  <a16:creationId xmlns:a16="http://schemas.microsoft.com/office/drawing/2014/main" id="{431910BB-9CD8-88EE-A11A-D5DCE30E4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8" name="Text Box 9">
              <a:extLst>
                <a:ext uri="{FF2B5EF4-FFF2-40B4-BE49-F238E27FC236}">
                  <a16:creationId xmlns:a16="http://schemas.microsoft.com/office/drawing/2014/main" id="{B7F9A8D6-E3D7-3EB6-AE14-2C34C5FA1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8374" name="Line 10">
            <a:extLst>
              <a:ext uri="{FF2B5EF4-FFF2-40B4-BE49-F238E27FC236}">
                <a16:creationId xmlns:a16="http://schemas.microsoft.com/office/drawing/2014/main" id="{01923848-EB65-0BDD-712C-F3E6454A8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5" name="Group 11">
            <a:extLst>
              <a:ext uri="{FF2B5EF4-FFF2-40B4-BE49-F238E27FC236}">
                <a16:creationId xmlns:a16="http://schemas.microsoft.com/office/drawing/2014/main" id="{B4A5ECED-E67B-2CA3-C739-EFA84BF6562D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8405" name="Oval 12">
              <a:extLst>
                <a:ext uri="{FF2B5EF4-FFF2-40B4-BE49-F238E27FC236}">
                  <a16:creationId xmlns:a16="http://schemas.microsoft.com/office/drawing/2014/main" id="{72DADCC8-706E-C4FA-0AB4-B4A0DC0A5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6" name="Text Box 13">
              <a:extLst>
                <a:ext uri="{FF2B5EF4-FFF2-40B4-BE49-F238E27FC236}">
                  <a16:creationId xmlns:a16="http://schemas.microsoft.com/office/drawing/2014/main" id="{9F4C8AF7-7AE6-3DAA-39E7-76C84D007A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8376" name="Line 14">
            <a:extLst>
              <a:ext uri="{FF2B5EF4-FFF2-40B4-BE49-F238E27FC236}">
                <a16:creationId xmlns:a16="http://schemas.microsoft.com/office/drawing/2014/main" id="{5C441173-0BBF-484C-EBFA-833F805F5D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7" name="Group 15">
            <a:extLst>
              <a:ext uri="{FF2B5EF4-FFF2-40B4-BE49-F238E27FC236}">
                <a16:creationId xmlns:a16="http://schemas.microsoft.com/office/drawing/2014/main" id="{FD08AE32-6B1C-7846-8C6B-84955A22F50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8403" name="Oval 16">
              <a:extLst>
                <a:ext uri="{FF2B5EF4-FFF2-40B4-BE49-F238E27FC236}">
                  <a16:creationId xmlns:a16="http://schemas.microsoft.com/office/drawing/2014/main" id="{9B8BEB2B-1134-C585-79F1-E4FC8F116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4" name="Text Box 17">
              <a:extLst>
                <a:ext uri="{FF2B5EF4-FFF2-40B4-BE49-F238E27FC236}">
                  <a16:creationId xmlns:a16="http://schemas.microsoft.com/office/drawing/2014/main" id="{71711029-B6CB-65F0-AA21-CB5DC39E1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8378" name="Line 18">
            <a:extLst>
              <a:ext uri="{FF2B5EF4-FFF2-40B4-BE49-F238E27FC236}">
                <a16:creationId xmlns:a16="http://schemas.microsoft.com/office/drawing/2014/main" id="{548ECD58-F010-23DC-8294-3F01AF0DF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9" name="Group 19">
            <a:extLst>
              <a:ext uri="{FF2B5EF4-FFF2-40B4-BE49-F238E27FC236}">
                <a16:creationId xmlns:a16="http://schemas.microsoft.com/office/drawing/2014/main" id="{AB6049C5-DF97-5028-DBE9-8D83AEE42308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8401" name="Oval 20">
              <a:extLst>
                <a:ext uri="{FF2B5EF4-FFF2-40B4-BE49-F238E27FC236}">
                  <a16:creationId xmlns:a16="http://schemas.microsoft.com/office/drawing/2014/main" id="{8BFA7A98-47E7-5F0C-F586-637389C0B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2" name="Text Box 21">
              <a:extLst>
                <a:ext uri="{FF2B5EF4-FFF2-40B4-BE49-F238E27FC236}">
                  <a16:creationId xmlns:a16="http://schemas.microsoft.com/office/drawing/2014/main" id="{A47A3504-4997-305B-9E9E-9BBAD7A3E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8380" name="Line 22">
            <a:extLst>
              <a:ext uri="{FF2B5EF4-FFF2-40B4-BE49-F238E27FC236}">
                <a16:creationId xmlns:a16="http://schemas.microsoft.com/office/drawing/2014/main" id="{13FA915E-03B1-A450-B318-999C2104EA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1" name="Group 23">
            <a:extLst>
              <a:ext uri="{FF2B5EF4-FFF2-40B4-BE49-F238E27FC236}">
                <a16:creationId xmlns:a16="http://schemas.microsoft.com/office/drawing/2014/main" id="{7B0961AA-7D60-5D85-0123-AFEA5F6D5D67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8399" name="Oval 24">
              <a:extLst>
                <a:ext uri="{FF2B5EF4-FFF2-40B4-BE49-F238E27FC236}">
                  <a16:creationId xmlns:a16="http://schemas.microsoft.com/office/drawing/2014/main" id="{7AAA9276-EB90-31A5-06F1-E779482D2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0" name="Text Box 25">
              <a:extLst>
                <a:ext uri="{FF2B5EF4-FFF2-40B4-BE49-F238E27FC236}">
                  <a16:creationId xmlns:a16="http://schemas.microsoft.com/office/drawing/2014/main" id="{E68F0C99-A887-5AF3-B0B1-F46093816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8382" name="Line 26">
            <a:extLst>
              <a:ext uri="{FF2B5EF4-FFF2-40B4-BE49-F238E27FC236}">
                <a16:creationId xmlns:a16="http://schemas.microsoft.com/office/drawing/2014/main" id="{2C3D361F-08E8-44EE-60A6-F172ABB0A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3" name="Group 27">
            <a:extLst>
              <a:ext uri="{FF2B5EF4-FFF2-40B4-BE49-F238E27FC236}">
                <a16:creationId xmlns:a16="http://schemas.microsoft.com/office/drawing/2014/main" id="{08329D56-1B2D-8445-8E5A-3144D393BC7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8397" name="Oval 28">
              <a:extLst>
                <a:ext uri="{FF2B5EF4-FFF2-40B4-BE49-F238E27FC236}">
                  <a16:creationId xmlns:a16="http://schemas.microsoft.com/office/drawing/2014/main" id="{CAA6B07B-F5EC-3BA4-C52B-98EC0DCF5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8" name="Text Box 29">
              <a:extLst>
                <a:ext uri="{FF2B5EF4-FFF2-40B4-BE49-F238E27FC236}">
                  <a16:creationId xmlns:a16="http://schemas.microsoft.com/office/drawing/2014/main" id="{CB71276B-F52E-126D-550E-EC1962182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8384" name="Line 30">
            <a:extLst>
              <a:ext uri="{FF2B5EF4-FFF2-40B4-BE49-F238E27FC236}">
                <a16:creationId xmlns:a16="http://schemas.microsoft.com/office/drawing/2014/main" id="{39BA3E86-34DF-AC36-8EA6-3D5EAD4875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5" name="Group 31">
            <a:extLst>
              <a:ext uri="{FF2B5EF4-FFF2-40B4-BE49-F238E27FC236}">
                <a16:creationId xmlns:a16="http://schemas.microsoft.com/office/drawing/2014/main" id="{18A14902-9893-EA75-9BCC-896B206FE01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8395" name="Oval 32">
              <a:extLst>
                <a:ext uri="{FF2B5EF4-FFF2-40B4-BE49-F238E27FC236}">
                  <a16:creationId xmlns:a16="http://schemas.microsoft.com/office/drawing/2014/main" id="{DC6B1C29-6599-62B8-3379-EE62DBAA3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6" name="Text Box 33">
              <a:extLst>
                <a:ext uri="{FF2B5EF4-FFF2-40B4-BE49-F238E27FC236}">
                  <a16:creationId xmlns:a16="http://schemas.microsoft.com/office/drawing/2014/main" id="{0BB7A487-2022-F56C-B722-747E00955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8386" name="Line 34">
            <a:extLst>
              <a:ext uri="{FF2B5EF4-FFF2-40B4-BE49-F238E27FC236}">
                <a16:creationId xmlns:a16="http://schemas.microsoft.com/office/drawing/2014/main" id="{269D2F14-50E4-4D53-2022-38B9BBAA80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7" name="Group 35">
            <a:extLst>
              <a:ext uri="{FF2B5EF4-FFF2-40B4-BE49-F238E27FC236}">
                <a16:creationId xmlns:a16="http://schemas.microsoft.com/office/drawing/2014/main" id="{C1117670-38CE-0627-18C3-82D604D52E00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8393" name="Oval 36">
              <a:extLst>
                <a:ext uri="{FF2B5EF4-FFF2-40B4-BE49-F238E27FC236}">
                  <a16:creationId xmlns:a16="http://schemas.microsoft.com/office/drawing/2014/main" id="{D85AC2E1-67F9-8A9B-D5A6-881A0CCEC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4" name="Text Box 37">
              <a:extLst>
                <a:ext uri="{FF2B5EF4-FFF2-40B4-BE49-F238E27FC236}">
                  <a16:creationId xmlns:a16="http://schemas.microsoft.com/office/drawing/2014/main" id="{4C3C29E7-0B40-8B0B-76EF-78C9AC25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8388" name="Line 38">
            <a:extLst>
              <a:ext uri="{FF2B5EF4-FFF2-40B4-BE49-F238E27FC236}">
                <a16:creationId xmlns:a16="http://schemas.microsoft.com/office/drawing/2014/main" id="{B0D401C2-3532-F26B-428A-6C737D5FE8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9" name="Group 39">
            <a:extLst>
              <a:ext uri="{FF2B5EF4-FFF2-40B4-BE49-F238E27FC236}">
                <a16:creationId xmlns:a16="http://schemas.microsoft.com/office/drawing/2014/main" id="{646824BD-DD06-BFE3-CE5A-09D7FC6428A8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58391" name="Oval 40">
              <a:extLst>
                <a:ext uri="{FF2B5EF4-FFF2-40B4-BE49-F238E27FC236}">
                  <a16:creationId xmlns:a16="http://schemas.microsoft.com/office/drawing/2014/main" id="{EE826715-0AE4-02BD-1F2D-C2B28F393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2" name="Text Box 41">
              <a:extLst>
                <a:ext uri="{FF2B5EF4-FFF2-40B4-BE49-F238E27FC236}">
                  <a16:creationId xmlns:a16="http://schemas.microsoft.com/office/drawing/2014/main" id="{2240CD12-B105-D515-9A44-F0E2C854B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58390" name="Line 42">
            <a:extLst>
              <a:ext uri="{FF2B5EF4-FFF2-40B4-BE49-F238E27FC236}">
                <a16:creationId xmlns:a16="http://schemas.microsoft.com/office/drawing/2014/main" id="{4C2D8709-EDF9-FB9E-77FD-7BF3F4EB6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7A189-1B33-B414-ED88-E274B76F815B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>
            <a:extLst>
              <a:ext uri="{FF2B5EF4-FFF2-40B4-BE49-F238E27FC236}">
                <a16:creationId xmlns:a16="http://schemas.microsoft.com/office/drawing/2014/main" id="{69106A17-6380-337F-37DF-71B9BE3EC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17, </a:t>
            </a:r>
          </a:p>
        </p:txBody>
      </p:sp>
      <p:grpSp>
        <p:nvGrpSpPr>
          <p:cNvPr id="60420" name="Group 4">
            <a:extLst>
              <a:ext uri="{FF2B5EF4-FFF2-40B4-BE49-F238E27FC236}">
                <a16:creationId xmlns:a16="http://schemas.microsoft.com/office/drawing/2014/main" id="{C52BA098-5BDE-F03B-9E32-1210067C517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0460" name="Oval 5">
              <a:extLst>
                <a:ext uri="{FF2B5EF4-FFF2-40B4-BE49-F238E27FC236}">
                  <a16:creationId xmlns:a16="http://schemas.microsoft.com/office/drawing/2014/main" id="{6828B71A-ABFF-433B-0BB7-95D6D4BC4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61" name="Text Box 6">
              <a:extLst>
                <a:ext uri="{FF2B5EF4-FFF2-40B4-BE49-F238E27FC236}">
                  <a16:creationId xmlns:a16="http://schemas.microsoft.com/office/drawing/2014/main" id="{A6FFF846-1852-3414-4667-809E21A89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0421" name="Group 7">
            <a:extLst>
              <a:ext uri="{FF2B5EF4-FFF2-40B4-BE49-F238E27FC236}">
                <a16:creationId xmlns:a16="http://schemas.microsoft.com/office/drawing/2014/main" id="{91A7A0AF-528B-D0F2-AF97-31BD40FD5FDC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0458" name="Oval 8">
              <a:extLst>
                <a:ext uri="{FF2B5EF4-FFF2-40B4-BE49-F238E27FC236}">
                  <a16:creationId xmlns:a16="http://schemas.microsoft.com/office/drawing/2014/main" id="{99413AFA-C01D-FD38-CCDB-BFA77A0F9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9" name="Text Box 9">
              <a:extLst>
                <a:ext uri="{FF2B5EF4-FFF2-40B4-BE49-F238E27FC236}">
                  <a16:creationId xmlns:a16="http://schemas.microsoft.com/office/drawing/2014/main" id="{F15F08B0-6749-12FB-18AC-55D27C6E4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0422" name="Line 10">
            <a:extLst>
              <a:ext uri="{FF2B5EF4-FFF2-40B4-BE49-F238E27FC236}">
                <a16:creationId xmlns:a16="http://schemas.microsoft.com/office/drawing/2014/main" id="{6AF3F4EC-181E-BD39-D600-CD8BD7919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3" name="Group 11">
            <a:extLst>
              <a:ext uri="{FF2B5EF4-FFF2-40B4-BE49-F238E27FC236}">
                <a16:creationId xmlns:a16="http://schemas.microsoft.com/office/drawing/2014/main" id="{95280C77-8C38-8C6D-55F5-EB868EDCEE0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0456" name="Oval 12">
              <a:extLst>
                <a:ext uri="{FF2B5EF4-FFF2-40B4-BE49-F238E27FC236}">
                  <a16:creationId xmlns:a16="http://schemas.microsoft.com/office/drawing/2014/main" id="{643C1C8B-B754-5586-25E1-20578E450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7" name="Text Box 13">
              <a:extLst>
                <a:ext uri="{FF2B5EF4-FFF2-40B4-BE49-F238E27FC236}">
                  <a16:creationId xmlns:a16="http://schemas.microsoft.com/office/drawing/2014/main" id="{5D4F1C73-8998-F8FA-1282-A8D2AD22D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0424" name="Line 14">
            <a:extLst>
              <a:ext uri="{FF2B5EF4-FFF2-40B4-BE49-F238E27FC236}">
                <a16:creationId xmlns:a16="http://schemas.microsoft.com/office/drawing/2014/main" id="{B2ADE3F3-2D9C-C1EE-436C-8737711FEB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5" name="Group 15">
            <a:extLst>
              <a:ext uri="{FF2B5EF4-FFF2-40B4-BE49-F238E27FC236}">
                <a16:creationId xmlns:a16="http://schemas.microsoft.com/office/drawing/2014/main" id="{67985B26-6E91-E12D-FD84-C066E1ABA19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0454" name="Oval 16">
              <a:extLst>
                <a:ext uri="{FF2B5EF4-FFF2-40B4-BE49-F238E27FC236}">
                  <a16:creationId xmlns:a16="http://schemas.microsoft.com/office/drawing/2014/main" id="{55966BAE-707E-AFDE-6660-FCF9F84E8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5" name="Text Box 17">
              <a:extLst>
                <a:ext uri="{FF2B5EF4-FFF2-40B4-BE49-F238E27FC236}">
                  <a16:creationId xmlns:a16="http://schemas.microsoft.com/office/drawing/2014/main" id="{DE920D0D-DCA9-28CD-AF04-A7144373A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0426" name="Line 18">
            <a:extLst>
              <a:ext uri="{FF2B5EF4-FFF2-40B4-BE49-F238E27FC236}">
                <a16:creationId xmlns:a16="http://schemas.microsoft.com/office/drawing/2014/main" id="{7AC241BA-AFBD-5956-FBBB-B13281719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7" name="Group 19">
            <a:extLst>
              <a:ext uri="{FF2B5EF4-FFF2-40B4-BE49-F238E27FC236}">
                <a16:creationId xmlns:a16="http://schemas.microsoft.com/office/drawing/2014/main" id="{3F1246CC-C9E4-3A9A-405D-4E56138ACE50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0452" name="Oval 20">
              <a:extLst>
                <a:ext uri="{FF2B5EF4-FFF2-40B4-BE49-F238E27FC236}">
                  <a16:creationId xmlns:a16="http://schemas.microsoft.com/office/drawing/2014/main" id="{4461B919-FCFC-ECFB-71CD-A2FD0E237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3" name="Text Box 21">
              <a:extLst>
                <a:ext uri="{FF2B5EF4-FFF2-40B4-BE49-F238E27FC236}">
                  <a16:creationId xmlns:a16="http://schemas.microsoft.com/office/drawing/2014/main" id="{E991FCCD-B094-932C-7C89-D872A7D73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0428" name="Line 22">
            <a:extLst>
              <a:ext uri="{FF2B5EF4-FFF2-40B4-BE49-F238E27FC236}">
                <a16:creationId xmlns:a16="http://schemas.microsoft.com/office/drawing/2014/main" id="{81B0F05A-F055-79B8-5C56-F84A0AE538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9" name="Group 23">
            <a:extLst>
              <a:ext uri="{FF2B5EF4-FFF2-40B4-BE49-F238E27FC236}">
                <a16:creationId xmlns:a16="http://schemas.microsoft.com/office/drawing/2014/main" id="{9FD310FF-1867-E99B-A250-2C77317BE28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0450" name="Oval 24">
              <a:extLst>
                <a:ext uri="{FF2B5EF4-FFF2-40B4-BE49-F238E27FC236}">
                  <a16:creationId xmlns:a16="http://schemas.microsoft.com/office/drawing/2014/main" id="{3CBC9AEF-8390-B833-4B6C-FC5B3830E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1" name="Text Box 25">
              <a:extLst>
                <a:ext uri="{FF2B5EF4-FFF2-40B4-BE49-F238E27FC236}">
                  <a16:creationId xmlns:a16="http://schemas.microsoft.com/office/drawing/2014/main" id="{409BBCD5-27E4-C5CD-63CF-5A9574CDE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0430" name="Line 26">
            <a:extLst>
              <a:ext uri="{FF2B5EF4-FFF2-40B4-BE49-F238E27FC236}">
                <a16:creationId xmlns:a16="http://schemas.microsoft.com/office/drawing/2014/main" id="{65C77E5F-315E-1CC2-6BCA-3A3F276E6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1" name="Group 27">
            <a:extLst>
              <a:ext uri="{FF2B5EF4-FFF2-40B4-BE49-F238E27FC236}">
                <a16:creationId xmlns:a16="http://schemas.microsoft.com/office/drawing/2014/main" id="{86DD4767-C47E-D850-8E80-4B7C8624CCD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0448" name="Oval 28">
              <a:extLst>
                <a:ext uri="{FF2B5EF4-FFF2-40B4-BE49-F238E27FC236}">
                  <a16:creationId xmlns:a16="http://schemas.microsoft.com/office/drawing/2014/main" id="{1463D463-0BAF-961F-E136-78684BE29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9" name="Text Box 29">
              <a:extLst>
                <a:ext uri="{FF2B5EF4-FFF2-40B4-BE49-F238E27FC236}">
                  <a16:creationId xmlns:a16="http://schemas.microsoft.com/office/drawing/2014/main" id="{16030281-757B-D348-EE44-16FEC7C82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0432" name="Line 30">
            <a:extLst>
              <a:ext uri="{FF2B5EF4-FFF2-40B4-BE49-F238E27FC236}">
                <a16:creationId xmlns:a16="http://schemas.microsoft.com/office/drawing/2014/main" id="{58E22B60-3DA4-F588-8159-4AA0707A8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3" name="Group 31">
            <a:extLst>
              <a:ext uri="{FF2B5EF4-FFF2-40B4-BE49-F238E27FC236}">
                <a16:creationId xmlns:a16="http://schemas.microsoft.com/office/drawing/2014/main" id="{FE3E41F4-FFDA-A52A-2EA1-694F22DA78D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0446" name="Oval 32">
              <a:extLst>
                <a:ext uri="{FF2B5EF4-FFF2-40B4-BE49-F238E27FC236}">
                  <a16:creationId xmlns:a16="http://schemas.microsoft.com/office/drawing/2014/main" id="{7D5C2FAA-D9E4-97AC-5BD6-25AC99571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7" name="Text Box 33">
              <a:extLst>
                <a:ext uri="{FF2B5EF4-FFF2-40B4-BE49-F238E27FC236}">
                  <a16:creationId xmlns:a16="http://schemas.microsoft.com/office/drawing/2014/main" id="{2AFC31CA-9035-5DB4-7FC5-ADAD548F9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0434" name="Line 34">
            <a:extLst>
              <a:ext uri="{FF2B5EF4-FFF2-40B4-BE49-F238E27FC236}">
                <a16:creationId xmlns:a16="http://schemas.microsoft.com/office/drawing/2014/main" id="{3F0B9BF2-178D-9B4B-8A83-AD08948CB9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5" name="Group 35">
            <a:extLst>
              <a:ext uri="{FF2B5EF4-FFF2-40B4-BE49-F238E27FC236}">
                <a16:creationId xmlns:a16="http://schemas.microsoft.com/office/drawing/2014/main" id="{0881E1FC-0EE6-7AD0-9B6C-FBE151D128D6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0444" name="Oval 36">
              <a:extLst>
                <a:ext uri="{FF2B5EF4-FFF2-40B4-BE49-F238E27FC236}">
                  <a16:creationId xmlns:a16="http://schemas.microsoft.com/office/drawing/2014/main" id="{E2579C08-3970-1AD4-FCC9-F6B4C7B3E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5" name="Text Box 37">
              <a:extLst>
                <a:ext uri="{FF2B5EF4-FFF2-40B4-BE49-F238E27FC236}">
                  <a16:creationId xmlns:a16="http://schemas.microsoft.com/office/drawing/2014/main" id="{245FEC80-4C15-AB6E-7CA5-EFE37C1BB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0436" name="Line 38">
            <a:extLst>
              <a:ext uri="{FF2B5EF4-FFF2-40B4-BE49-F238E27FC236}">
                <a16:creationId xmlns:a16="http://schemas.microsoft.com/office/drawing/2014/main" id="{2ECA86F3-76B8-4DA1-0359-26372F6E1F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7" name="Group 39">
            <a:extLst>
              <a:ext uri="{FF2B5EF4-FFF2-40B4-BE49-F238E27FC236}">
                <a16:creationId xmlns:a16="http://schemas.microsoft.com/office/drawing/2014/main" id="{0E02C06B-F35F-D03B-7042-9DF5DA52B0C9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0442" name="Oval 40">
              <a:extLst>
                <a:ext uri="{FF2B5EF4-FFF2-40B4-BE49-F238E27FC236}">
                  <a16:creationId xmlns:a16="http://schemas.microsoft.com/office/drawing/2014/main" id="{DBB88954-5126-F638-647D-8AAAF1981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3" name="Text Box 41">
              <a:extLst>
                <a:ext uri="{FF2B5EF4-FFF2-40B4-BE49-F238E27FC236}">
                  <a16:creationId xmlns:a16="http://schemas.microsoft.com/office/drawing/2014/main" id="{2AC97D88-318B-EEA3-AA20-F592C2F37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0438" name="Line 42">
            <a:extLst>
              <a:ext uri="{FF2B5EF4-FFF2-40B4-BE49-F238E27FC236}">
                <a16:creationId xmlns:a16="http://schemas.microsoft.com/office/drawing/2014/main" id="{7E1C6297-2ABC-9573-1D71-BD85E357C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9" name="Group 43">
            <a:extLst>
              <a:ext uri="{FF2B5EF4-FFF2-40B4-BE49-F238E27FC236}">
                <a16:creationId xmlns:a16="http://schemas.microsoft.com/office/drawing/2014/main" id="{D240AC7F-54BD-9FE8-8408-424B2A75DF2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828800"/>
            <a:ext cx="685800" cy="533400"/>
            <a:chOff x="2304" y="1296"/>
            <a:chExt cx="432" cy="336"/>
          </a:xfrm>
        </p:grpSpPr>
        <p:sp>
          <p:nvSpPr>
            <p:cNvPr id="60440" name="Oval 44">
              <a:extLst>
                <a:ext uri="{FF2B5EF4-FFF2-40B4-BE49-F238E27FC236}">
                  <a16:creationId xmlns:a16="http://schemas.microsoft.com/office/drawing/2014/main" id="{A66FE48F-175D-54D3-E0D3-7B9A4968A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1" name="Text Box 45">
              <a:extLst>
                <a:ext uri="{FF2B5EF4-FFF2-40B4-BE49-F238E27FC236}">
                  <a16:creationId xmlns:a16="http://schemas.microsoft.com/office/drawing/2014/main" id="{19837191-B279-DE65-360E-429DC44E8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96A3984-B606-C0BC-9C1C-0C416D6FDB16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7" name="Rectangle 3">
            <a:extLst>
              <a:ext uri="{FF2B5EF4-FFF2-40B4-BE49-F238E27FC236}">
                <a16:creationId xmlns:a16="http://schemas.microsoft.com/office/drawing/2014/main" id="{3614A07E-153D-680A-2EF4-E9B3B2CD4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17, </a:t>
            </a:r>
          </a:p>
        </p:txBody>
      </p:sp>
      <p:grpSp>
        <p:nvGrpSpPr>
          <p:cNvPr id="62468" name="Group 4">
            <a:extLst>
              <a:ext uri="{FF2B5EF4-FFF2-40B4-BE49-F238E27FC236}">
                <a16:creationId xmlns:a16="http://schemas.microsoft.com/office/drawing/2014/main" id="{1C444945-3E01-1063-1A65-8A05225DC4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2509" name="Oval 5">
              <a:extLst>
                <a:ext uri="{FF2B5EF4-FFF2-40B4-BE49-F238E27FC236}">
                  <a16:creationId xmlns:a16="http://schemas.microsoft.com/office/drawing/2014/main" id="{D218F8F3-880E-179F-2C50-BC0DAACCA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10" name="Text Box 6">
              <a:extLst>
                <a:ext uri="{FF2B5EF4-FFF2-40B4-BE49-F238E27FC236}">
                  <a16:creationId xmlns:a16="http://schemas.microsoft.com/office/drawing/2014/main" id="{4A332CC3-8383-8B13-256A-79026C10B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2469" name="Group 7">
            <a:extLst>
              <a:ext uri="{FF2B5EF4-FFF2-40B4-BE49-F238E27FC236}">
                <a16:creationId xmlns:a16="http://schemas.microsoft.com/office/drawing/2014/main" id="{31EE40E0-41DC-D7C8-A469-15F54A1DF7A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2507" name="Oval 8">
              <a:extLst>
                <a:ext uri="{FF2B5EF4-FFF2-40B4-BE49-F238E27FC236}">
                  <a16:creationId xmlns:a16="http://schemas.microsoft.com/office/drawing/2014/main" id="{07CD040B-7170-40EE-D7CD-77FBFB94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8" name="Text Box 9">
              <a:extLst>
                <a:ext uri="{FF2B5EF4-FFF2-40B4-BE49-F238E27FC236}">
                  <a16:creationId xmlns:a16="http://schemas.microsoft.com/office/drawing/2014/main" id="{179B6A22-5176-B699-703C-D532E7B03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2470" name="Line 10">
            <a:extLst>
              <a:ext uri="{FF2B5EF4-FFF2-40B4-BE49-F238E27FC236}">
                <a16:creationId xmlns:a16="http://schemas.microsoft.com/office/drawing/2014/main" id="{4F8387F3-450D-844C-D3B6-4BDA0B03F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1" name="Group 11">
            <a:extLst>
              <a:ext uri="{FF2B5EF4-FFF2-40B4-BE49-F238E27FC236}">
                <a16:creationId xmlns:a16="http://schemas.microsoft.com/office/drawing/2014/main" id="{445C28B3-55C0-4E32-A96A-7E2F0F89788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2505" name="Oval 12">
              <a:extLst>
                <a:ext uri="{FF2B5EF4-FFF2-40B4-BE49-F238E27FC236}">
                  <a16:creationId xmlns:a16="http://schemas.microsoft.com/office/drawing/2014/main" id="{12952683-4544-B822-FB22-60447E922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6" name="Text Box 13">
              <a:extLst>
                <a:ext uri="{FF2B5EF4-FFF2-40B4-BE49-F238E27FC236}">
                  <a16:creationId xmlns:a16="http://schemas.microsoft.com/office/drawing/2014/main" id="{252A8BB4-AD3B-6FC5-74B8-F791FF23B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2472" name="Line 14">
            <a:extLst>
              <a:ext uri="{FF2B5EF4-FFF2-40B4-BE49-F238E27FC236}">
                <a16:creationId xmlns:a16="http://schemas.microsoft.com/office/drawing/2014/main" id="{94EDFF8E-329F-180A-D889-F02D2F8A72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3" name="Group 15">
            <a:extLst>
              <a:ext uri="{FF2B5EF4-FFF2-40B4-BE49-F238E27FC236}">
                <a16:creationId xmlns:a16="http://schemas.microsoft.com/office/drawing/2014/main" id="{4224B0BA-0A2A-B9A1-FD16-3DDC050EF3A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2503" name="Oval 16">
              <a:extLst>
                <a:ext uri="{FF2B5EF4-FFF2-40B4-BE49-F238E27FC236}">
                  <a16:creationId xmlns:a16="http://schemas.microsoft.com/office/drawing/2014/main" id="{D5C81292-13E1-008A-9677-8357F79D5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4" name="Text Box 17">
              <a:extLst>
                <a:ext uri="{FF2B5EF4-FFF2-40B4-BE49-F238E27FC236}">
                  <a16:creationId xmlns:a16="http://schemas.microsoft.com/office/drawing/2014/main" id="{877B12AC-7883-754B-41F3-748A1D301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2474" name="Line 18">
            <a:extLst>
              <a:ext uri="{FF2B5EF4-FFF2-40B4-BE49-F238E27FC236}">
                <a16:creationId xmlns:a16="http://schemas.microsoft.com/office/drawing/2014/main" id="{1C06C88F-EE3C-B6AD-6064-CEE2EDDC7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5" name="Group 19">
            <a:extLst>
              <a:ext uri="{FF2B5EF4-FFF2-40B4-BE49-F238E27FC236}">
                <a16:creationId xmlns:a16="http://schemas.microsoft.com/office/drawing/2014/main" id="{4556A9E2-D82F-89A4-5B4A-A4838F973C7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2501" name="Oval 20">
              <a:extLst>
                <a:ext uri="{FF2B5EF4-FFF2-40B4-BE49-F238E27FC236}">
                  <a16:creationId xmlns:a16="http://schemas.microsoft.com/office/drawing/2014/main" id="{2F55392C-6B6F-E8DE-1793-F3C127351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2" name="Text Box 21">
              <a:extLst>
                <a:ext uri="{FF2B5EF4-FFF2-40B4-BE49-F238E27FC236}">
                  <a16:creationId xmlns:a16="http://schemas.microsoft.com/office/drawing/2014/main" id="{F7BD907D-DD4C-EDC7-7C24-A447B82C4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2476" name="Line 22">
            <a:extLst>
              <a:ext uri="{FF2B5EF4-FFF2-40B4-BE49-F238E27FC236}">
                <a16:creationId xmlns:a16="http://schemas.microsoft.com/office/drawing/2014/main" id="{CEFC068F-4A62-6ED7-79FE-38E30AA516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7" name="Group 23">
            <a:extLst>
              <a:ext uri="{FF2B5EF4-FFF2-40B4-BE49-F238E27FC236}">
                <a16:creationId xmlns:a16="http://schemas.microsoft.com/office/drawing/2014/main" id="{5E80FA91-D7AF-43EB-EE95-564E8BE9E431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2499" name="Oval 24">
              <a:extLst>
                <a:ext uri="{FF2B5EF4-FFF2-40B4-BE49-F238E27FC236}">
                  <a16:creationId xmlns:a16="http://schemas.microsoft.com/office/drawing/2014/main" id="{A94BD218-1FB3-89A9-6EC2-A71F9C2FE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0" name="Text Box 25">
              <a:extLst>
                <a:ext uri="{FF2B5EF4-FFF2-40B4-BE49-F238E27FC236}">
                  <a16:creationId xmlns:a16="http://schemas.microsoft.com/office/drawing/2014/main" id="{65C2C074-C5B7-99E3-C9C1-654B304B5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2478" name="Line 26">
            <a:extLst>
              <a:ext uri="{FF2B5EF4-FFF2-40B4-BE49-F238E27FC236}">
                <a16:creationId xmlns:a16="http://schemas.microsoft.com/office/drawing/2014/main" id="{A81E1E56-3733-C09D-108D-6C289A956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9" name="Group 27">
            <a:extLst>
              <a:ext uri="{FF2B5EF4-FFF2-40B4-BE49-F238E27FC236}">
                <a16:creationId xmlns:a16="http://schemas.microsoft.com/office/drawing/2014/main" id="{FD55501F-7445-3203-12BD-A9AEFE1BDAF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2497" name="Oval 28">
              <a:extLst>
                <a:ext uri="{FF2B5EF4-FFF2-40B4-BE49-F238E27FC236}">
                  <a16:creationId xmlns:a16="http://schemas.microsoft.com/office/drawing/2014/main" id="{A35D243F-41E1-9CF9-9FEA-E2232EAA5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8" name="Text Box 29">
              <a:extLst>
                <a:ext uri="{FF2B5EF4-FFF2-40B4-BE49-F238E27FC236}">
                  <a16:creationId xmlns:a16="http://schemas.microsoft.com/office/drawing/2014/main" id="{82959A2F-E889-2E48-90F7-32F7CA4A0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2480" name="Line 30">
            <a:extLst>
              <a:ext uri="{FF2B5EF4-FFF2-40B4-BE49-F238E27FC236}">
                <a16:creationId xmlns:a16="http://schemas.microsoft.com/office/drawing/2014/main" id="{3078C88B-2E5B-76BE-87B8-567270307A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1" name="Group 31">
            <a:extLst>
              <a:ext uri="{FF2B5EF4-FFF2-40B4-BE49-F238E27FC236}">
                <a16:creationId xmlns:a16="http://schemas.microsoft.com/office/drawing/2014/main" id="{04524C10-ED6F-2DF9-5267-39255D9DDA3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2495" name="Oval 32">
              <a:extLst>
                <a:ext uri="{FF2B5EF4-FFF2-40B4-BE49-F238E27FC236}">
                  <a16:creationId xmlns:a16="http://schemas.microsoft.com/office/drawing/2014/main" id="{A784C066-AD54-BD31-8035-69B703FAF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6" name="Text Box 33">
              <a:extLst>
                <a:ext uri="{FF2B5EF4-FFF2-40B4-BE49-F238E27FC236}">
                  <a16:creationId xmlns:a16="http://schemas.microsoft.com/office/drawing/2014/main" id="{CC02B2D1-2F8D-842F-EE00-F08FDD888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2482" name="Line 34">
            <a:extLst>
              <a:ext uri="{FF2B5EF4-FFF2-40B4-BE49-F238E27FC236}">
                <a16:creationId xmlns:a16="http://schemas.microsoft.com/office/drawing/2014/main" id="{1D03D28B-77F6-199B-020D-84F1A2D4FE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3" name="Group 35">
            <a:extLst>
              <a:ext uri="{FF2B5EF4-FFF2-40B4-BE49-F238E27FC236}">
                <a16:creationId xmlns:a16="http://schemas.microsoft.com/office/drawing/2014/main" id="{955C7E97-1B3B-B347-34A8-AA334EC75C1E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2493" name="Oval 36">
              <a:extLst>
                <a:ext uri="{FF2B5EF4-FFF2-40B4-BE49-F238E27FC236}">
                  <a16:creationId xmlns:a16="http://schemas.microsoft.com/office/drawing/2014/main" id="{8625F2F3-AB06-1D1C-4983-B7CAA67F4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4" name="Text Box 37">
              <a:extLst>
                <a:ext uri="{FF2B5EF4-FFF2-40B4-BE49-F238E27FC236}">
                  <a16:creationId xmlns:a16="http://schemas.microsoft.com/office/drawing/2014/main" id="{F76BA996-C39E-BEAE-6503-28B4F1FD9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2484" name="Line 38">
            <a:extLst>
              <a:ext uri="{FF2B5EF4-FFF2-40B4-BE49-F238E27FC236}">
                <a16:creationId xmlns:a16="http://schemas.microsoft.com/office/drawing/2014/main" id="{F3342361-876D-CF6C-3CE1-7917C762AD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5" name="Group 39">
            <a:extLst>
              <a:ext uri="{FF2B5EF4-FFF2-40B4-BE49-F238E27FC236}">
                <a16:creationId xmlns:a16="http://schemas.microsoft.com/office/drawing/2014/main" id="{4EB7FFD3-906F-F0EA-9790-BAF2049754F5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2491" name="Oval 40">
              <a:extLst>
                <a:ext uri="{FF2B5EF4-FFF2-40B4-BE49-F238E27FC236}">
                  <a16:creationId xmlns:a16="http://schemas.microsoft.com/office/drawing/2014/main" id="{9DBB0125-F3C2-6E40-5564-CDD32BCF5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2" name="Text Box 41">
              <a:extLst>
                <a:ext uri="{FF2B5EF4-FFF2-40B4-BE49-F238E27FC236}">
                  <a16:creationId xmlns:a16="http://schemas.microsoft.com/office/drawing/2014/main" id="{D25421D7-3AC0-062F-8114-8D97A6C5C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2486" name="Line 42">
            <a:extLst>
              <a:ext uri="{FF2B5EF4-FFF2-40B4-BE49-F238E27FC236}">
                <a16:creationId xmlns:a16="http://schemas.microsoft.com/office/drawing/2014/main" id="{E0326C49-5E92-7AA5-B2D2-F3EF7A065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7" name="Group 43">
            <a:extLst>
              <a:ext uri="{FF2B5EF4-FFF2-40B4-BE49-F238E27FC236}">
                <a16:creationId xmlns:a16="http://schemas.microsoft.com/office/drawing/2014/main" id="{886E014F-AA28-EC7E-74B2-B0F55812323E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5029200"/>
            <a:ext cx="685800" cy="533400"/>
            <a:chOff x="2304" y="1296"/>
            <a:chExt cx="432" cy="336"/>
          </a:xfrm>
        </p:grpSpPr>
        <p:sp>
          <p:nvSpPr>
            <p:cNvPr id="62489" name="Oval 44">
              <a:extLst>
                <a:ext uri="{FF2B5EF4-FFF2-40B4-BE49-F238E27FC236}">
                  <a16:creationId xmlns:a16="http://schemas.microsoft.com/office/drawing/2014/main" id="{6A924322-5358-0C5F-6CE4-33835417D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0" name="Text Box 45">
              <a:extLst>
                <a:ext uri="{FF2B5EF4-FFF2-40B4-BE49-F238E27FC236}">
                  <a16:creationId xmlns:a16="http://schemas.microsoft.com/office/drawing/2014/main" id="{D31DA958-7733-E68C-A793-0C0CC6F95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62488" name="Line 46">
            <a:extLst>
              <a:ext uri="{FF2B5EF4-FFF2-40B4-BE49-F238E27FC236}">
                <a16:creationId xmlns:a16="http://schemas.microsoft.com/office/drawing/2014/main" id="{32E5CCCC-1F03-894D-8703-E5673D4328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344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DE447-B365-18CF-5A8F-D535115E2618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6" name="Group 4">
            <a:extLst>
              <a:ext uri="{FF2B5EF4-FFF2-40B4-BE49-F238E27FC236}">
                <a16:creationId xmlns:a16="http://schemas.microsoft.com/office/drawing/2014/main" id="{855B3829-4001-A06C-669A-D33B606BA52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4557" name="Oval 5">
              <a:extLst>
                <a:ext uri="{FF2B5EF4-FFF2-40B4-BE49-F238E27FC236}">
                  <a16:creationId xmlns:a16="http://schemas.microsoft.com/office/drawing/2014/main" id="{4762A7FF-B23D-1FB6-44C1-078F89E48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8" name="Text Box 6">
              <a:extLst>
                <a:ext uri="{FF2B5EF4-FFF2-40B4-BE49-F238E27FC236}">
                  <a16:creationId xmlns:a16="http://schemas.microsoft.com/office/drawing/2014/main" id="{816F55FE-07AC-B98C-C439-136400099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4517" name="Group 7">
            <a:extLst>
              <a:ext uri="{FF2B5EF4-FFF2-40B4-BE49-F238E27FC236}">
                <a16:creationId xmlns:a16="http://schemas.microsoft.com/office/drawing/2014/main" id="{892AEBE4-EC04-D361-0F97-121D335FD0A6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4555" name="Oval 8">
              <a:extLst>
                <a:ext uri="{FF2B5EF4-FFF2-40B4-BE49-F238E27FC236}">
                  <a16:creationId xmlns:a16="http://schemas.microsoft.com/office/drawing/2014/main" id="{7CBA0A42-307F-D60D-C047-A47A91B18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6" name="Text Box 9">
              <a:extLst>
                <a:ext uri="{FF2B5EF4-FFF2-40B4-BE49-F238E27FC236}">
                  <a16:creationId xmlns:a16="http://schemas.microsoft.com/office/drawing/2014/main" id="{F3CAD07F-BB35-7B0E-B665-C253D6EF5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4518" name="Line 10">
            <a:extLst>
              <a:ext uri="{FF2B5EF4-FFF2-40B4-BE49-F238E27FC236}">
                <a16:creationId xmlns:a16="http://schemas.microsoft.com/office/drawing/2014/main" id="{F2D3BEC8-1A82-BAAB-053C-18328B722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19" name="Group 11">
            <a:extLst>
              <a:ext uri="{FF2B5EF4-FFF2-40B4-BE49-F238E27FC236}">
                <a16:creationId xmlns:a16="http://schemas.microsoft.com/office/drawing/2014/main" id="{26D25332-3DD1-0CC1-05FE-74D0F55C001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4553" name="Oval 12">
              <a:extLst>
                <a:ext uri="{FF2B5EF4-FFF2-40B4-BE49-F238E27FC236}">
                  <a16:creationId xmlns:a16="http://schemas.microsoft.com/office/drawing/2014/main" id="{77A9C710-082F-5ED3-62EB-07F4C1010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4" name="Text Box 13">
              <a:extLst>
                <a:ext uri="{FF2B5EF4-FFF2-40B4-BE49-F238E27FC236}">
                  <a16:creationId xmlns:a16="http://schemas.microsoft.com/office/drawing/2014/main" id="{5CE28C5B-3822-3659-64BD-C55672C91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4520" name="Line 14">
            <a:extLst>
              <a:ext uri="{FF2B5EF4-FFF2-40B4-BE49-F238E27FC236}">
                <a16:creationId xmlns:a16="http://schemas.microsoft.com/office/drawing/2014/main" id="{A7651D65-7F63-25F5-76A6-716D239E94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1" name="Group 15">
            <a:extLst>
              <a:ext uri="{FF2B5EF4-FFF2-40B4-BE49-F238E27FC236}">
                <a16:creationId xmlns:a16="http://schemas.microsoft.com/office/drawing/2014/main" id="{7636EFB0-72B2-C414-C230-AEA0EB789896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4551" name="Oval 16">
              <a:extLst>
                <a:ext uri="{FF2B5EF4-FFF2-40B4-BE49-F238E27FC236}">
                  <a16:creationId xmlns:a16="http://schemas.microsoft.com/office/drawing/2014/main" id="{63A09AF2-D075-33A2-687E-5D6C6414A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2" name="Text Box 17">
              <a:extLst>
                <a:ext uri="{FF2B5EF4-FFF2-40B4-BE49-F238E27FC236}">
                  <a16:creationId xmlns:a16="http://schemas.microsoft.com/office/drawing/2014/main" id="{56B9F697-4CFF-A6EC-A2AE-EAC229511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4522" name="Line 18">
            <a:extLst>
              <a:ext uri="{FF2B5EF4-FFF2-40B4-BE49-F238E27FC236}">
                <a16:creationId xmlns:a16="http://schemas.microsoft.com/office/drawing/2014/main" id="{D954076B-AEB4-CF54-8912-9F8194CE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3" name="Group 19">
            <a:extLst>
              <a:ext uri="{FF2B5EF4-FFF2-40B4-BE49-F238E27FC236}">
                <a16:creationId xmlns:a16="http://schemas.microsoft.com/office/drawing/2014/main" id="{17C612BF-94D4-D555-29C5-CCC55DBA828D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4549" name="Oval 20">
              <a:extLst>
                <a:ext uri="{FF2B5EF4-FFF2-40B4-BE49-F238E27FC236}">
                  <a16:creationId xmlns:a16="http://schemas.microsoft.com/office/drawing/2014/main" id="{F53FFAB2-F96F-ABEC-3B5F-80F954350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0" name="Text Box 21">
              <a:extLst>
                <a:ext uri="{FF2B5EF4-FFF2-40B4-BE49-F238E27FC236}">
                  <a16:creationId xmlns:a16="http://schemas.microsoft.com/office/drawing/2014/main" id="{AE65372A-56F1-09F6-174E-3A10100CB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4524" name="Line 22">
            <a:extLst>
              <a:ext uri="{FF2B5EF4-FFF2-40B4-BE49-F238E27FC236}">
                <a16:creationId xmlns:a16="http://schemas.microsoft.com/office/drawing/2014/main" id="{40FF924F-BB37-EA83-7F6A-CFDBBC814F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5" name="Group 23">
            <a:extLst>
              <a:ext uri="{FF2B5EF4-FFF2-40B4-BE49-F238E27FC236}">
                <a16:creationId xmlns:a16="http://schemas.microsoft.com/office/drawing/2014/main" id="{08156377-14BC-1365-9F2D-0004C9F98014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4547" name="Oval 24">
              <a:extLst>
                <a:ext uri="{FF2B5EF4-FFF2-40B4-BE49-F238E27FC236}">
                  <a16:creationId xmlns:a16="http://schemas.microsoft.com/office/drawing/2014/main" id="{F655FADE-BB51-D985-FFFD-1C53ECC96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8" name="Text Box 25">
              <a:extLst>
                <a:ext uri="{FF2B5EF4-FFF2-40B4-BE49-F238E27FC236}">
                  <a16:creationId xmlns:a16="http://schemas.microsoft.com/office/drawing/2014/main" id="{5779BCF9-8E07-FE51-5130-974FA1B7C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4526" name="Line 26">
            <a:extLst>
              <a:ext uri="{FF2B5EF4-FFF2-40B4-BE49-F238E27FC236}">
                <a16:creationId xmlns:a16="http://schemas.microsoft.com/office/drawing/2014/main" id="{FE5873F3-DA70-E33D-5468-96602F824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7" name="Group 27">
            <a:extLst>
              <a:ext uri="{FF2B5EF4-FFF2-40B4-BE49-F238E27FC236}">
                <a16:creationId xmlns:a16="http://schemas.microsoft.com/office/drawing/2014/main" id="{18FC6FD9-EDFC-EA38-21E3-E6AE0420E73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4545" name="Oval 28">
              <a:extLst>
                <a:ext uri="{FF2B5EF4-FFF2-40B4-BE49-F238E27FC236}">
                  <a16:creationId xmlns:a16="http://schemas.microsoft.com/office/drawing/2014/main" id="{38F8807A-C682-3B29-D17E-9F5017374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6" name="Text Box 29">
              <a:extLst>
                <a:ext uri="{FF2B5EF4-FFF2-40B4-BE49-F238E27FC236}">
                  <a16:creationId xmlns:a16="http://schemas.microsoft.com/office/drawing/2014/main" id="{10DBC961-5F6E-5178-CC67-71B54D1DC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4528" name="Line 30">
            <a:extLst>
              <a:ext uri="{FF2B5EF4-FFF2-40B4-BE49-F238E27FC236}">
                <a16:creationId xmlns:a16="http://schemas.microsoft.com/office/drawing/2014/main" id="{7D5E7CEE-7409-F03D-F410-698D8B3374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9" name="Group 31">
            <a:extLst>
              <a:ext uri="{FF2B5EF4-FFF2-40B4-BE49-F238E27FC236}">
                <a16:creationId xmlns:a16="http://schemas.microsoft.com/office/drawing/2014/main" id="{30068F51-67C9-5567-D8FC-9A8B79030D4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4543" name="Oval 32">
              <a:extLst>
                <a:ext uri="{FF2B5EF4-FFF2-40B4-BE49-F238E27FC236}">
                  <a16:creationId xmlns:a16="http://schemas.microsoft.com/office/drawing/2014/main" id="{4DCA2EE2-39EF-0CA0-6D1C-4EA817F70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4" name="Text Box 33">
              <a:extLst>
                <a:ext uri="{FF2B5EF4-FFF2-40B4-BE49-F238E27FC236}">
                  <a16:creationId xmlns:a16="http://schemas.microsoft.com/office/drawing/2014/main" id="{BC108E5C-D447-062D-4F71-FC2B35B84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4530" name="Line 34">
            <a:extLst>
              <a:ext uri="{FF2B5EF4-FFF2-40B4-BE49-F238E27FC236}">
                <a16:creationId xmlns:a16="http://schemas.microsoft.com/office/drawing/2014/main" id="{F948EF98-CB4F-3220-015E-9FB8D77950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1" name="Group 35">
            <a:extLst>
              <a:ext uri="{FF2B5EF4-FFF2-40B4-BE49-F238E27FC236}">
                <a16:creationId xmlns:a16="http://schemas.microsoft.com/office/drawing/2014/main" id="{85826266-3D0A-4E28-0743-D25D0341E654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4541" name="Oval 36">
              <a:extLst>
                <a:ext uri="{FF2B5EF4-FFF2-40B4-BE49-F238E27FC236}">
                  <a16:creationId xmlns:a16="http://schemas.microsoft.com/office/drawing/2014/main" id="{99E03DCD-FBAA-5CD4-62CA-AD83A06F2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2" name="Text Box 37">
              <a:extLst>
                <a:ext uri="{FF2B5EF4-FFF2-40B4-BE49-F238E27FC236}">
                  <a16:creationId xmlns:a16="http://schemas.microsoft.com/office/drawing/2014/main" id="{2BED7D1F-FCA0-2DCA-9E03-2066AB36B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4532" name="Line 38">
            <a:extLst>
              <a:ext uri="{FF2B5EF4-FFF2-40B4-BE49-F238E27FC236}">
                <a16:creationId xmlns:a16="http://schemas.microsoft.com/office/drawing/2014/main" id="{5F18CC6B-F840-B28A-E4F0-3E55871B85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3" name="Group 39">
            <a:extLst>
              <a:ext uri="{FF2B5EF4-FFF2-40B4-BE49-F238E27FC236}">
                <a16:creationId xmlns:a16="http://schemas.microsoft.com/office/drawing/2014/main" id="{254582BB-D299-3639-8DD3-FA584535CBD9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4539" name="Oval 40">
              <a:extLst>
                <a:ext uri="{FF2B5EF4-FFF2-40B4-BE49-F238E27FC236}">
                  <a16:creationId xmlns:a16="http://schemas.microsoft.com/office/drawing/2014/main" id="{90AEA6CF-7C59-C87F-A08E-CF5329F2A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0" name="Text Box 41">
              <a:extLst>
                <a:ext uri="{FF2B5EF4-FFF2-40B4-BE49-F238E27FC236}">
                  <a16:creationId xmlns:a16="http://schemas.microsoft.com/office/drawing/2014/main" id="{635E36B6-85CD-1DA2-32AC-6105BA036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4534" name="Line 42">
            <a:extLst>
              <a:ext uri="{FF2B5EF4-FFF2-40B4-BE49-F238E27FC236}">
                <a16:creationId xmlns:a16="http://schemas.microsoft.com/office/drawing/2014/main" id="{8DD34581-F453-86D0-AE3A-6FBCC06C6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5" name="Group 43">
            <a:extLst>
              <a:ext uri="{FF2B5EF4-FFF2-40B4-BE49-F238E27FC236}">
                <a16:creationId xmlns:a16="http://schemas.microsoft.com/office/drawing/2014/main" id="{B99973A1-0441-C475-BA2D-B66F80ED82A2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5029200"/>
            <a:ext cx="685800" cy="533400"/>
            <a:chOff x="2304" y="1296"/>
            <a:chExt cx="432" cy="336"/>
          </a:xfrm>
        </p:grpSpPr>
        <p:sp>
          <p:nvSpPr>
            <p:cNvPr id="64537" name="Oval 44">
              <a:extLst>
                <a:ext uri="{FF2B5EF4-FFF2-40B4-BE49-F238E27FC236}">
                  <a16:creationId xmlns:a16="http://schemas.microsoft.com/office/drawing/2014/main" id="{F998F500-0A7C-2E06-C7F5-0E7F2D18D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38" name="Text Box 45">
              <a:extLst>
                <a:ext uri="{FF2B5EF4-FFF2-40B4-BE49-F238E27FC236}">
                  <a16:creationId xmlns:a16="http://schemas.microsoft.com/office/drawing/2014/main" id="{46B50BA1-EC04-C800-CE10-15E97489A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64536" name="Line 46">
            <a:extLst>
              <a:ext uri="{FF2B5EF4-FFF2-40B4-BE49-F238E27FC236}">
                <a16:creationId xmlns:a16="http://schemas.microsoft.com/office/drawing/2014/main" id="{22805491-4FA8-07F9-A657-3C1A47673D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344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51BDD-4BD7-18DC-26C5-3A8651F40941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1829</Words>
  <Application>Microsoft Office PowerPoint</Application>
  <PresentationFormat>Widescreen</PresentationFormat>
  <Paragraphs>317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36</cp:revision>
  <dcterms:created xsi:type="dcterms:W3CDTF">2025-04-08T06:39:27Z</dcterms:created>
  <dcterms:modified xsi:type="dcterms:W3CDTF">2025-04-08T07:11:33Z</dcterms:modified>
</cp:coreProperties>
</file>